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257" r:id="rId5"/>
    <p:sldId id="1340" r:id="rId6"/>
    <p:sldId id="1012" r:id="rId7"/>
    <p:sldId id="1013" r:id="rId8"/>
    <p:sldId id="1344" r:id="rId9"/>
    <p:sldId id="1353" r:id="rId10"/>
    <p:sldId id="1346" r:id="rId11"/>
    <p:sldId id="1350" r:id="rId12"/>
    <p:sldId id="1351" r:id="rId13"/>
    <p:sldId id="1354" r:id="rId14"/>
    <p:sldId id="1014" r:id="rId15"/>
    <p:sldId id="1352" r:id="rId16"/>
    <p:sldId id="1341" r:id="rId17"/>
    <p:sldId id="1361" r:id="rId18"/>
    <p:sldId id="1355" r:id="rId19"/>
    <p:sldId id="1356" r:id="rId20"/>
    <p:sldId id="1357" r:id="rId21"/>
    <p:sldId id="1358" r:id="rId22"/>
    <p:sldId id="1359" r:id="rId23"/>
    <p:sldId id="1362" r:id="rId24"/>
    <p:sldId id="1363" r:id="rId25"/>
    <p:sldId id="1364" r:id="rId26"/>
    <p:sldId id="1365" r:id="rId27"/>
    <p:sldId id="1366" r:id="rId28"/>
    <p:sldId id="1367" r:id="rId29"/>
    <p:sldId id="1348" r:id="rId30"/>
    <p:sldId id="1368" r:id="rId31"/>
    <p:sldId id="1349" r:id="rId3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0051EDC-8E02-9041-BEBC-5CA99F06950E}">
          <p14:sldIdLst>
            <p14:sldId id="257"/>
            <p14:sldId id="1340"/>
            <p14:sldId id="1012"/>
            <p14:sldId id="1013"/>
            <p14:sldId id="1344"/>
            <p14:sldId id="1353"/>
            <p14:sldId id="1346"/>
          </p14:sldIdLst>
        </p14:section>
        <p14:section name="Laplace to BIC" id="{96CCC437-CCC3-9847-BFC6-543CBD50CCDD}">
          <p14:sldIdLst>
            <p14:sldId id="1350"/>
            <p14:sldId id="1351"/>
            <p14:sldId id="1354"/>
            <p14:sldId id="1014"/>
            <p14:sldId id="1352"/>
            <p14:sldId id="1341"/>
          </p14:sldIdLst>
        </p14:section>
        <p14:section name="Sparsifying Prior and SparseBayes" id="{85F022AC-01A2-9C4F-B23F-02E1CE4B1A64}">
          <p14:sldIdLst>
            <p14:sldId id="1361"/>
            <p14:sldId id="1355"/>
            <p14:sldId id="1356"/>
            <p14:sldId id="1357"/>
            <p14:sldId id="1358"/>
            <p14:sldId id="1359"/>
            <p14:sldId id="1362"/>
            <p14:sldId id="1363"/>
            <p14:sldId id="1364"/>
            <p14:sldId id="1365"/>
            <p14:sldId id="1366"/>
            <p14:sldId id="1367"/>
            <p14:sldId id="1348"/>
            <p14:sldId id="1368"/>
          </p14:sldIdLst>
        </p14:section>
        <p14:section name="Tutorial" id="{A52316C2-0529-2F4C-8F4F-BB461BF26798}">
          <p14:sldIdLst>
            <p14:sldId id="134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1B6FF"/>
    <a:srgbClr val="A88000"/>
    <a:srgbClr val="FFFFFF"/>
    <a:srgbClr val="E8B202"/>
    <a:srgbClr val="FFD000"/>
    <a:srgbClr val="FFF700"/>
    <a:srgbClr val="FF9301"/>
    <a:srgbClr val="7F7F7F"/>
    <a:srgbClr val="FFFDF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5CDCA-E968-184F-9C90-4425F8D2C518}" v="1642" dt="2026-01-15T14:25:22.2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09"/>
    <p:restoredTop sz="63503"/>
  </p:normalViewPr>
  <p:slideViewPr>
    <p:cSldViewPr snapToGrid="0">
      <p:cViewPr varScale="1">
        <p:scale>
          <a:sx n="128" d="100"/>
          <a:sy n="128" d="100"/>
        </p:scale>
        <p:origin x="3040" y="176"/>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ung, Lloyd" userId="5beb95b9-2d4c-4790-a383-88105408be75" providerId="ADAL" clId="{AAF57D06-9A6B-5B2F-A816-D7705ED4136C}"/>
    <pc:docChg chg="undo redo custSel addSld delSld modSld sldOrd addSection delSection modSection">
      <pc:chgData name="Fung, Lloyd" userId="5beb95b9-2d4c-4790-a383-88105408be75" providerId="ADAL" clId="{AAF57D06-9A6B-5B2F-A816-D7705ED4136C}" dt="2026-01-15T14:33:17.416" v="7258" actId="20577"/>
      <pc:docMkLst>
        <pc:docMk/>
      </pc:docMkLst>
      <pc:sldChg chg="modSp mod modNotesTx">
        <pc:chgData name="Fung, Lloyd" userId="5beb95b9-2d4c-4790-a383-88105408be75" providerId="ADAL" clId="{AAF57D06-9A6B-5B2F-A816-D7705ED4136C}" dt="2026-01-15T14:33:17.416" v="7258" actId="20577"/>
        <pc:sldMkLst>
          <pc:docMk/>
          <pc:sldMk cId="1499481932" sldId="257"/>
        </pc:sldMkLst>
        <pc:spChg chg="mod">
          <ac:chgData name="Fung, Lloyd" userId="5beb95b9-2d4c-4790-a383-88105408be75" providerId="ADAL" clId="{AAF57D06-9A6B-5B2F-A816-D7705ED4136C}" dt="2026-01-15T14:33:17.416" v="7258" actId="20577"/>
          <ac:spMkLst>
            <pc:docMk/>
            <pc:sldMk cId="1499481932" sldId="257"/>
            <ac:spMk id="2" creationId="{B676FE31-8093-499A-8F00-ECA992E039F4}"/>
          </ac:spMkLst>
        </pc:spChg>
        <pc:spChg chg="mod">
          <ac:chgData name="Fung, Lloyd" userId="5beb95b9-2d4c-4790-a383-88105408be75" providerId="ADAL" clId="{AAF57D06-9A6B-5B2F-A816-D7705ED4136C}" dt="2026-01-15T14:18:03.425" v="6580" actId="20577"/>
          <ac:spMkLst>
            <pc:docMk/>
            <pc:sldMk cId="1499481932" sldId="257"/>
            <ac:spMk id="3" creationId="{FE1257B4-C716-41FD-8C2A-84D1E1C67BCD}"/>
          </ac:spMkLst>
        </pc:spChg>
      </pc:sldChg>
      <pc:sldChg chg="addSp delSp modSp mod modShow">
        <pc:chgData name="Fung, Lloyd" userId="5beb95b9-2d4c-4790-a383-88105408be75" providerId="ADAL" clId="{AAF57D06-9A6B-5B2F-A816-D7705ED4136C}" dt="2026-01-14T09:50:36.003" v="3099" actId="729"/>
        <pc:sldMkLst>
          <pc:docMk/>
          <pc:sldMk cId="886841507" sldId="1014"/>
        </pc:sldMkLst>
        <pc:spChg chg="add del mod">
          <ac:chgData name="Fung, Lloyd" userId="5beb95b9-2d4c-4790-a383-88105408be75" providerId="ADAL" clId="{AAF57D06-9A6B-5B2F-A816-D7705ED4136C}" dt="2026-01-14T09:38:10.921" v="3031" actId="478"/>
          <ac:spMkLst>
            <pc:docMk/>
            <pc:sldMk cId="886841507" sldId="1014"/>
            <ac:spMk id="5" creationId="{20618807-887D-2673-CB9C-1E8369D026EC}"/>
          </ac:spMkLst>
        </pc:spChg>
        <pc:spChg chg="add mod">
          <ac:chgData name="Fung, Lloyd" userId="5beb95b9-2d4c-4790-a383-88105408be75" providerId="ADAL" clId="{AAF57D06-9A6B-5B2F-A816-D7705ED4136C}" dt="2026-01-14T09:38:13.811" v="3033" actId="1076"/>
          <ac:spMkLst>
            <pc:docMk/>
            <pc:sldMk cId="886841507" sldId="1014"/>
            <ac:spMk id="28" creationId="{1E00FC96-E1B9-C659-2857-6FB81D9E546E}"/>
          </ac:spMkLst>
        </pc:spChg>
        <pc:spChg chg="mod">
          <ac:chgData name="Fung, Lloyd" userId="5beb95b9-2d4c-4790-a383-88105408be75" providerId="ADAL" clId="{AAF57D06-9A6B-5B2F-A816-D7705ED4136C}" dt="2026-01-14T09:34:07.595" v="3011" actId="20577"/>
          <ac:spMkLst>
            <pc:docMk/>
            <pc:sldMk cId="886841507" sldId="1014"/>
            <ac:spMk id="31" creationId="{B2C31E6B-C5AB-BE88-8BB6-C64BDA0229DB}"/>
          </ac:spMkLst>
        </pc:spChg>
        <pc:spChg chg="mod">
          <ac:chgData name="Fung, Lloyd" userId="5beb95b9-2d4c-4790-a383-88105408be75" providerId="ADAL" clId="{AAF57D06-9A6B-5B2F-A816-D7705ED4136C}" dt="2026-01-14T09:34:10.162" v="3015" actId="20577"/>
          <ac:spMkLst>
            <pc:docMk/>
            <pc:sldMk cId="886841507" sldId="1014"/>
            <ac:spMk id="32" creationId="{F04B35BD-BADD-7E3E-1B6A-A52BF584B98F}"/>
          </ac:spMkLst>
        </pc:spChg>
        <pc:spChg chg="mod">
          <ac:chgData name="Fung, Lloyd" userId="5beb95b9-2d4c-4790-a383-88105408be75" providerId="ADAL" clId="{AAF57D06-9A6B-5B2F-A816-D7705ED4136C}" dt="2026-01-14T09:49:31.811" v="3072" actId="20577"/>
          <ac:spMkLst>
            <pc:docMk/>
            <pc:sldMk cId="886841507" sldId="1014"/>
            <ac:spMk id="33" creationId="{DFD60A13-2DC2-93AB-09B4-7F945B285F71}"/>
          </ac:spMkLst>
        </pc:spChg>
        <pc:spChg chg="mod">
          <ac:chgData name="Fung, Lloyd" userId="5beb95b9-2d4c-4790-a383-88105408be75" providerId="ADAL" clId="{AAF57D06-9A6B-5B2F-A816-D7705ED4136C}" dt="2026-01-14T09:49:35.873" v="3073" actId="1076"/>
          <ac:spMkLst>
            <pc:docMk/>
            <pc:sldMk cId="886841507" sldId="1014"/>
            <ac:spMk id="34" creationId="{630AD3A3-114A-6D0F-A194-C8C027843923}"/>
          </ac:spMkLst>
        </pc:spChg>
        <pc:spChg chg="mod">
          <ac:chgData name="Fung, Lloyd" userId="5beb95b9-2d4c-4790-a383-88105408be75" providerId="ADAL" clId="{AAF57D06-9A6B-5B2F-A816-D7705ED4136C}" dt="2026-01-14T09:50:21.668" v="3098" actId="20577"/>
          <ac:spMkLst>
            <pc:docMk/>
            <pc:sldMk cId="886841507" sldId="1014"/>
            <ac:spMk id="36" creationId="{846E8D3C-1D4E-7AF7-06CA-14E0E1FDE841}"/>
          </ac:spMkLst>
        </pc:spChg>
      </pc:sldChg>
      <pc:sldChg chg="mod modShow">
        <pc:chgData name="Fung, Lloyd" userId="5beb95b9-2d4c-4790-a383-88105408be75" providerId="ADAL" clId="{AAF57D06-9A6B-5B2F-A816-D7705ED4136C}" dt="2026-01-14T10:57:36.191" v="3680" actId="729"/>
        <pc:sldMkLst>
          <pc:docMk/>
          <pc:sldMk cId="543833476" sldId="1341"/>
        </pc:sldMkLst>
      </pc:sldChg>
      <pc:sldChg chg="addSp delSp modSp del mod">
        <pc:chgData name="Fung, Lloyd" userId="5beb95b9-2d4c-4790-a383-88105408be75" providerId="ADAL" clId="{AAF57D06-9A6B-5B2F-A816-D7705ED4136C}" dt="2026-01-14T11:28:24.069" v="3962" actId="2696"/>
        <pc:sldMkLst>
          <pc:docMk/>
          <pc:sldMk cId="1774276180" sldId="1343"/>
        </pc:sldMkLst>
        <pc:spChg chg="mod">
          <ac:chgData name="Fung, Lloyd" userId="5beb95b9-2d4c-4790-a383-88105408be75" providerId="ADAL" clId="{AAF57D06-9A6B-5B2F-A816-D7705ED4136C}" dt="2026-01-14T11:10:43.942" v="3707" actId="20577"/>
          <ac:spMkLst>
            <pc:docMk/>
            <pc:sldMk cId="1774276180" sldId="1343"/>
            <ac:spMk id="2" creationId="{1E1825FF-7E45-9EB4-7C56-BD80BCE7B9BD}"/>
          </ac:spMkLst>
        </pc:spChg>
        <pc:spChg chg="del">
          <ac:chgData name="Fung, Lloyd" userId="5beb95b9-2d4c-4790-a383-88105408be75" providerId="ADAL" clId="{AAF57D06-9A6B-5B2F-A816-D7705ED4136C}" dt="2026-01-14T11:18:02.172" v="3735" actId="478"/>
          <ac:spMkLst>
            <pc:docMk/>
            <pc:sldMk cId="1774276180" sldId="1343"/>
            <ac:spMk id="3" creationId="{6B53DF0E-F51F-0618-7C40-CB0C3F3999B8}"/>
          </ac:spMkLst>
        </pc:spChg>
        <pc:spChg chg="add mod">
          <ac:chgData name="Fung, Lloyd" userId="5beb95b9-2d4c-4790-a383-88105408be75" providerId="ADAL" clId="{AAF57D06-9A6B-5B2F-A816-D7705ED4136C}" dt="2026-01-14T11:19:00.507" v="3750" actId="1076"/>
          <ac:spMkLst>
            <pc:docMk/>
            <pc:sldMk cId="1774276180" sldId="1343"/>
            <ac:spMk id="5" creationId="{17225500-9AB7-F4D9-6723-F50EE78CF5FE}"/>
          </ac:spMkLst>
        </pc:spChg>
        <pc:spChg chg="add mod">
          <ac:chgData name="Fung, Lloyd" userId="5beb95b9-2d4c-4790-a383-88105408be75" providerId="ADAL" clId="{AAF57D06-9A6B-5B2F-A816-D7705ED4136C}" dt="2026-01-14T11:18:58.022" v="3749" actId="1076"/>
          <ac:spMkLst>
            <pc:docMk/>
            <pc:sldMk cId="1774276180" sldId="1343"/>
            <ac:spMk id="6" creationId="{D6F47D1D-3BE0-9BA9-A561-A566C3D2694E}"/>
          </ac:spMkLst>
        </pc:spChg>
        <pc:spChg chg="add mod">
          <ac:chgData name="Fung, Lloyd" userId="5beb95b9-2d4c-4790-a383-88105408be75" providerId="ADAL" clId="{AAF57D06-9A6B-5B2F-A816-D7705ED4136C}" dt="2026-01-14T11:18:51.351" v="3748" actId="20577"/>
          <ac:spMkLst>
            <pc:docMk/>
            <pc:sldMk cId="1774276180" sldId="1343"/>
            <ac:spMk id="7" creationId="{C08712A6-32A4-E254-14AE-6B970C992BF4}"/>
          </ac:spMkLst>
        </pc:spChg>
        <pc:spChg chg="add mod">
          <ac:chgData name="Fung, Lloyd" userId="5beb95b9-2d4c-4790-a383-88105408be75" providerId="ADAL" clId="{AAF57D06-9A6B-5B2F-A816-D7705ED4136C}" dt="2026-01-14T11:19:36.623" v="3787" actId="1076"/>
          <ac:spMkLst>
            <pc:docMk/>
            <pc:sldMk cId="1774276180" sldId="1343"/>
            <ac:spMk id="8" creationId="{42968D06-E79C-0BDC-8D99-F9B68E044134}"/>
          </ac:spMkLst>
        </pc:spChg>
        <pc:spChg chg="add mod">
          <ac:chgData name="Fung, Lloyd" userId="5beb95b9-2d4c-4790-a383-88105408be75" providerId="ADAL" clId="{AAF57D06-9A6B-5B2F-A816-D7705ED4136C}" dt="2026-01-14T11:19:42.623" v="3799" actId="20577"/>
          <ac:spMkLst>
            <pc:docMk/>
            <pc:sldMk cId="1774276180" sldId="1343"/>
            <ac:spMk id="9" creationId="{4527297F-DBC1-636B-DD1C-7089402BFE46}"/>
          </ac:spMkLst>
        </pc:spChg>
        <pc:spChg chg="add mod">
          <ac:chgData name="Fung, Lloyd" userId="5beb95b9-2d4c-4790-a383-88105408be75" providerId="ADAL" clId="{AAF57D06-9A6B-5B2F-A816-D7705ED4136C}" dt="2026-01-14T11:19:53.889" v="3806" actId="20577"/>
          <ac:spMkLst>
            <pc:docMk/>
            <pc:sldMk cId="1774276180" sldId="1343"/>
            <ac:spMk id="10" creationId="{161F0397-74AF-CC28-CE4A-CBDE453EBFEF}"/>
          </ac:spMkLst>
        </pc:spChg>
        <pc:spChg chg="add mod">
          <ac:chgData name="Fung, Lloyd" userId="5beb95b9-2d4c-4790-a383-88105408be75" providerId="ADAL" clId="{AAF57D06-9A6B-5B2F-A816-D7705ED4136C}" dt="2026-01-14T11:20:14.797" v="3819" actId="20577"/>
          <ac:spMkLst>
            <pc:docMk/>
            <pc:sldMk cId="1774276180" sldId="1343"/>
            <ac:spMk id="11" creationId="{092F3A0D-501B-3BBB-1F06-6BB342C93678}"/>
          </ac:spMkLst>
        </pc:spChg>
      </pc:sldChg>
      <pc:sldChg chg="delSp modSp mod delAnim">
        <pc:chgData name="Fung, Lloyd" userId="5beb95b9-2d4c-4790-a383-88105408be75" providerId="ADAL" clId="{AAF57D06-9A6B-5B2F-A816-D7705ED4136C}" dt="2026-01-14T10:47:10.796" v="3446" actId="1036"/>
        <pc:sldMkLst>
          <pc:docMk/>
          <pc:sldMk cId="927203594" sldId="1344"/>
        </pc:sldMkLst>
        <pc:spChg chg="del">
          <ac:chgData name="Fung, Lloyd" userId="5beb95b9-2d4c-4790-a383-88105408be75" providerId="ADAL" clId="{AAF57D06-9A6B-5B2F-A816-D7705ED4136C}" dt="2026-01-14T08:46:19.098" v="2785" actId="478"/>
          <ac:spMkLst>
            <pc:docMk/>
            <pc:sldMk cId="927203594" sldId="1344"/>
            <ac:spMk id="9" creationId="{E4AB4AEF-9746-5F21-2BD6-4C7258CFD4E9}"/>
          </ac:spMkLst>
        </pc:spChg>
        <pc:spChg chg="del">
          <ac:chgData name="Fung, Lloyd" userId="5beb95b9-2d4c-4790-a383-88105408be75" providerId="ADAL" clId="{AAF57D06-9A6B-5B2F-A816-D7705ED4136C}" dt="2026-01-14T08:46:29.997" v="2790" actId="478"/>
          <ac:spMkLst>
            <pc:docMk/>
            <pc:sldMk cId="927203594" sldId="1344"/>
            <ac:spMk id="12" creationId="{D55BB73D-D5F2-8DC8-B19A-1407CE78EE4E}"/>
          </ac:spMkLst>
        </pc:spChg>
        <pc:spChg chg="del">
          <ac:chgData name="Fung, Lloyd" userId="5beb95b9-2d4c-4790-a383-88105408be75" providerId="ADAL" clId="{AAF57D06-9A6B-5B2F-A816-D7705ED4136C}" dt="2026-01-14T08:46:27.474" v="2788" actId="478"/>
          <ac:spMkLst>
            <pc:docMk/>
            <pc:sldMk cId="927203594" sldId="1344"/>
            <ac:spMk id="14" creationId="{0B36EDAE-BD3D-CE14-4B59-100081F0C566}"/>
          </ac:spMkLst>
        </pc:spChg>
        <pc:spChg chg="del">
          <ac:chgData name="Fung, Lloyd" userId="5beb95b9-2d4c-4790-a383-88105408be75" providerId="ADAL" clId="{AAF57D06-9A6B-5B2F-A816-D7705ED4136C}" dt="2026-01-14T08:46:28.674" v="2789" actId="478"/>
          <ac:spMkLst>
            <pc:docMk/>
            <pc:sldMk cId="927203594" sldId="1344"/>
            <ac:spMk id="15" creationId="{71591B6B-A8E0-D460-391E-8831DA949930}"/>
          </ac:spMkLst>
        </pc:spChg>
        <pc:spChg chg="mod">
          <ac:chgData name="Fung, Lloyd" userId="5beb95b9-2d4c-4790-a383-88105408be75" providerId="ADAL" clId="{AAF57D06-9A6B-5B2F-A816-D7705ED4136C}" dt="2026-01-14T10:44:02.835" v="3404"/>
          <ac:spMkLst>
            <pc:docMk/>
            <pc:sldMk cId="927203594" sldId="1344"/>
            <ac:spMk id="20" creationId="{4B93DF74-B4B1-2FDF-BB72-896AC1EAA281}"/>
          </ac:spMkLst>
        </pc:spChg>
        <pc:spChg chg="mod">
          <ac:chgData name="Fung, Lloyd" userId="5beb95b9-2d4c-4790-a383-88105408be75" providerId="ADAL" clId="{AAF57D06-9A6B-5B2F-A816-D7705ED4136C}" dt="2026-01-14T10:47:10.796" v="3446" actId="1036"/>
          <ac:spMkLst>
            <pc:docMk/>
            <pc:sldMk cId="927203594" sldId="1344"/>
            <ac:spMk id="23" creationId="{E40C7D84-6BCE-C49A-AA0F-00D9511B9261}"/>
          </ac:spMkLst>
        </pc:spChg>
        <pc:spChg chg="del">
          <ac:chgData name="Fung, Lloyd" userId="5beb95b9-2d4c-4790-a383-88105408be75" providerId="ADAL" clId="{AAF57D06-9A6B-5B2F-A816-D7705ED4136C}" dt="2026-01-14T08:46:19.098" v="2785" actId="478"/>
          <ac:spMkLst>
            <pc:docMk/>
            <pc:sldMk cId="927203594" sldId="1344"/>
            <ac:spMk id="41" creationId="{C2BE2514-6D41-5D58-1A82-01475D94799B}"/>
          </ac:spMkLst>
        </pc:spChg>
        <pc:spChg chg="del">
          <ac:chgData name="Fung, Lloyd" userId="5beb95b9-2d4c-4790-a383-88105408be75" providerId="ADAL" clId="{AAF57D06-9A6B-5B2F-A816-D7705ED4136C}" dt="2026-01-14T08:46:19.098" v="2785" actId="478"/>
          <ac:spMkLst>
            <pc:docMk/>
            <pc:sldMk cId="927203594" sldId="1344"/>
            <ac:spMk id="42" creationId="{8090B6BC-DBFE-F288-6265-0E8E9A85566A}"/>
          </ac:spMkLst>
        </pc:spChg>
        <pc:spChg chg="del">
          <ac:chgData name="Fung, Lloyd" userId="5beb95b9-2d4c-4790-a383-88105408be75" providerId="ADAL" clId="{AAF57D06-9A6B-5B2F-A816-D7705ED4136C}" dt="2026-01-14T08:46:19.098" v="2785" actId="478"/>
          <ac:spMkLst>
            <pc:docMk/>
            <pc:sldMk cId="927203594" sldId="1344"/>
            <ac:spMk id="43" creationId="{ABE839A3-0A84-CA05-1222-8C131678E1FD}"/>
          </ac:spMkLst>
        </pc:spChg>
        <pc:spChg chg="del">
          <ac:chgData name="Fung, Lloyd" userId="5beb95b9-2d4c-4790-a383-88105408be75" providerId="ADAL" clId="{AAF57D06-9A6B-5B2F-A816-D7705ED4136C}" dt="2026-01-14T08:46:19.098" v="2785" actId="478"/>
          <ac:spMkLst>
            <pc:docMk/>
            <pc:sldMk cId="927203594" sldId="1344"/>
            <ac:spMk id="44" creationId="{A4CF1645-CDA5-3143-9976-2A1A728BDFC0}"/>
          </ac:spMkLst>
        </pc:spChg>
        <pc:spChg chg="del">
          <ac:chgData name="Fung, Lloyd" userId="5beb95b9-2d4c-4790-a383-88105408be75" providerId="ADAL" clId="{AAF57D06-9A6B-5B2F-A816-D7705ED4136C}" dt="2026-01-14T08:46:19.098" v="2785" actId="478"/>
          <ac:spMkLst>
            <pc:docMk/>
            <pc:sldMk cId="927203594" sldId="1344"/>
            <ac:spMk id="45" creationId="{4B15414C-937E-EE42-44FE-D2F80BDC47D4}"/>
          </ac:spMkLst>
        </pc:spChg>
        <pc:spChg chg="del">
          <ac:chgData name="Fung, Lloyd" userId="5beb95b9-2d4c-4790-a383-88105408be75" providerId="ADAL" clId="{AAF57D06-9A6B-5B2F-A816-D7705ED4136C}" dt="2026-01-14T08:46:19.098" v="2785" actId="478"/>
          <ac:spMkLst>
            <pc:docMk/>
            <pc:sldMk cId="927203594" sldId="1344"/>
            <ac:spMk id="46" creationId="{D90DC934-2E0E-721E-01A2-CC372078158B}"/>
          </ac:spMkLst>
        </pc:spChg>
        <pc:spChg chg="del mod">
          <ac:chgData name="Fung, Lloyd" userId="5beb95b9-2d4c-4790-a383-88105408be75" providerId="ADAL" clId="{AAF57D06-9A6B-5B2F-A816-D7705ED4136C}" dt="2026-01-14T08:46:25.458" v="2787" actId="478"/>
          <ac:spMkLst>
            <pc:docMk/>
            <pc:sldMk cId="927203594" sldId="1344"/>
            <ac:spMk id="47" creationId="{2B288FC4-9342-DE03-9206-27BDA2DE2EB8}"/>
          </ac:spMkLst>
        </pc:spChg>
      </pc:sldChg>
      <pc:sldChg chg="del">
        <pc:chgData name="Fung, Lloyd" userId="5beb95b9-2d4c-4790-a383-88105408be75" providerId="ADAL" clId="{AAF57D06-9A6B-5B2F-A816-D7705ED4136C}" dt="2026-01-14T08:45:49.314" v="2783" actId="2696"/>
        <pc:sldMkLst>
          <pc:docMk/>
          <pc:sldMk cId="19377140" sldId="1345"/>
        </pc:sldMkLst>
      </pc:sldChg>
      <pc:sldChg chg="addSp modSp mod modShow modNotesTx">
        <pc:chgData name="Fung, Lloyd" userId="5beb95b9-2d4c-4790-a383-88105408be75" providerId="ADAL" clId="{AAF57D06-9A6B-5B2F-A816-D7705ED4136C}" dt="2026-01-15T14:11:32.552" v="6518" actId="729"/>
        <pc:sldMkLst>
          <pc:docMk/>
          <pc:sldMk cId="1086796492" sldId="1348"/>
        </pc:sldMkLst>
        <pc:spChg chg="mod">
          <ac:chgData name="Fung, Lloyd" userId="5beb95b9-2d4c-4790-a383-88105408be75" providerId="ADAL" clId="{AAF57D06-9A6B-5B2F-A816-D7705ED4136C}" dt="2026-01-14T15:42:43.945" v="6513" actId="20577"/>
          <ac:spMkLst>
            <pc:docMk/>
            <pc:sldMk cId="1086796492" sldId="1348"/>
            <ac:spMk id="2" creationId="{D495AA1C-D096-48CA-8DE3-DA23C6878568}"/>
          </ac:spMkLst>
        </pc:spChg>
        <pc:spChg chg="mod">
          <ac:chgData name="Fung, Lloyd" userId="5beb95b9-2d4c-4790-a383-88105408be75" providerId="ADAL" clId="{AAF57D06-9A6B-5B2F-A816-D7705ED4136C}" dt="2026-01-14T14:19:26.017" v="6341" actId="1035"/>
          <ac:spMkLst>
            <pc:docMk/>
            <pc:sldMk cId="1086796492" sldId="1348"/>
            <ac:spMk id="3" creationId="{D53804EA-9B51-0091-942B-3D96EEE2A2E3}"/>
          </ac:spMkLst>
        </pc:spChg>
        <pc:spChg chg="add mod">
          <ac:chgData name="Fung, Lloyd" userId="5beb95b9-2d4c-4790-a383-88105408be75" providerId="ADAL" clId="{AAF57D06-9A6B-5B2F-A816-D7705ED4136C}" dt="2026-01-14T14:19:36.198" v="6343" actId="1076"/>
          <ac:spMkLst>
            <pc:docMk/>
            <pc:sldMk cId="1086796492" sldId="1348"/>
            <ac:spMk id="7" creationId="{CCD4290A-1DE4-9D47-39B4-AF2A06524DE6}"/>
          </ac:spMkLst>
        </pc:spChg>
        <pc:spChg chg="add mod">
          <ac:chgData name="Fung, Lloyd" userId="5beb95b9-2d4c-4790-a383-88105408be75" providerId="ADAL" clId="{AAF57D06-9A6B-5B2F-A816-D7705ED4136C}" dt="2026-01-14T14:19:32.900" v="6342" actId="1076"/>
          <ac:spMkLst>
            <pc:docMk/>
            <pc:sldMk cId="1086796492" sldId="1348"/>
            <ac:spMk id="8" creationId="{38499AD7-793B-F6BA-8570-F1ABBC9C2BB1}"/>
          </ac:spMkLst>
        </pc:spChg>
        <pc:spChg chg="add mod">
          <ac:chgData name="Fung, Lloyd" userId="5beb95b9-2d4c-4790-a383-88105408be75" providerId="ADAL" clId="{AAF57D06-9A6B-5B2F-A816-D7705ED4136C}" dt="2026-01-14T14:20:30.534" v="6383" actId="1076"/>
          <ac:spMkLst>
            <pc:docMk/>
            <pc:sldMk cId="1086796492" sldId="1348"/>
            <ac:spMk id="9" creationId="{5AFA13D9-901A-F5FA-8206-170882297780}"/>
          </ac:spMkLst>
        </pc:spChg>
        <pc:spChg chg="add mod">
          <ac:chgData name="Fung, Lloyd" userId="5beb95b9-2d4c-4790-a383-88105408be75" providerId="ADAL" clId="{AAF57D06-9A6B-5B2F-A816-D7705ED4136C}" dt="2026-01-14T14:20:57.983" v="6389" actId="1076"/>
          <ac:spMkLst>
            <pc:docMk/>
            <pc:sldMk cId="1086796492" sldId="1348"/>
            <ac:spMk id="13" creationId="{1625FC97-1248-433E-455C-32BC3A146813}"/>
          </ac:spMkLst>
        </pc:spChg>
        <pc:picChg chg="add mod modCrop">
          <ac:chgData name="Fung, Lloyd" userId="5beb95b9-2d4c-4790-a383-88105408be75" providerId="ADAL" clId="{AAF57D06-9A6B-5B2F-A816-D7705ED4136C}" dt="2026-01-14T14:19:26.017" v="6341" actId="1035"/>
          <ac:picMkLst>
            <pc:docMk/>
            <pc:sldMk cId="1086796492" sldId="1348"/>
            <ac:picMk id="5" creationId="{8240995B-5799-3A4A-CF8A-A7FB51E420B3}"/>
          </ac:picMkLst>
        </pc:picChg>
        <pc:cxnChg chg="add mod">
          <ac:chgData name="Fung, Lloyd" userId="5beb95b9-2d4c-4790-a383-88105408be75" providerId="ADAL" clId="{AAF57D06-9A6B-5B2F-A816-D7705ED4136C}" dt="2026-01-14T14:20:43.950" v="6386" actId="13822"/>
          <ac:cxnSpMkLst>
            <pc:docMk/>
            <pc:sldMk cId="1086796492" sldId="1348"/>
            <ac:cxnSpMk id="11" creationId="{7A0EE3EA-9992-93C6-BA5F-81E191D193DA}"/>
          </ac:cxnSpMkLst>
        </pc:cxnChg>
      </pc:sldChg>
      <pc:sldChg chg="modSp mod modAnim">
        <pc:chgData name="Fung, Lloyd" userId="5beb95b9-2d4c-4790-a383-88105408be75" providerId="ADAL" clId="{AAF57D06-9A6B-5B2F-A816-D7705ED4136C}" dt="2026-01-14T10:47:21.164" v="3454" actId="1036"/>
        <pc:sldMkLst>
          <pc:docMk/>
          <pc:sldMk cId="529897379" sldId="1350"/>
        </pc:sldMkLst>
        <pc:spChg chg="mod">
          <ac:chgData name="Fung, Lloyd" userId="5beb95b9-2d4c-4790-a383-88105408be75" providerId="ADAL" clId="{AAF57D06-9A6B-5B2F-A816-D7705ED4136C}" dt="2026-01-14T08:48:13.520" v="2813" actId="20577"/>
          <ac:spMkLst>
            <pc:docMk/>
            <pc:sldMk cId="529897379" sldId="1350"/>
            <ac:spMk id="2" creationId="{91AB8E5B-9608-D14F-6C59-804D7DA57204}"/>
          </ac:spMkLst>
        </pc:spChg>
        <pc:spChg chg="mod">
          <ac:chgData name="Fung, Lloyd" userId="5beb95b9-2d4c-4790-a383-88105408be75" providerId="ADAL" clId="{AAF57D06-9A6B-5B2F-A816-D7705ED4136C}" dt="2026-01-14T10:23:20.350" v="3164" actId="1076"/>
          <ac:spMkLst>
            <pc:docMk/>
            <pc:sldMk cId="529897379" sldId="1350"/>
            <ac:spMk id="4" creationId="{5358BD03-3D4D-51C2-08F9-4D0AA7EC4D7C}"/>
          </ac:spMkLst>
        </pc:spChg>
        <pc:spChg chg="mod">
          <ac:chgData name="Fung, Lloyd" userId="5beb95b9-2d4c-4790-a383-88105408be75" providerId="ADAL" clId="{AAF57D06-9A6B-5B2F-A816-D7705ED4136C}" dt="2026-01-14T10:44:17.929" v="3406"/>
          <ac:spMkLst>
            <pc:docMk/>
            <pc:sldMk cId="529897379" sldId="1350"/>
            <ac:spMk id="20" creationId="{7AD13C3E-C645-9F3E-0897-A48B518F576A}"/>
          </ac:spMkLst>
        </pc:spChg>
        <pc:spChg chg="mod">
          <ac:chgData name="Fung, Lloyd" userId="5beb95b9-2d4c-4790-a383-88105408be75" providerId="ADAL" clId="{AAF57D06-9A6B-5B2F-A816-D7705ED4136C}" dt="2026-01-14T10:47:21.164" v="3454" actId="1036"/>
          <ac:spMkLst>
            <pc:docMk/>
            <pc:sldMk cId="529897379" sldId="1350"/>
            <ac:spMk id="23" creationId="{D4D66B2F-D131-2DEE-0B99-4FADA3839436}"/>
          </ac:spMkLst>
        </pc:spChg>
      </pc:sldChg>
      <pc:sldChg chg="addSp delSp modSp mod modAnim">
        <pc:chgData name="Fung, Lloyd" userId="5beb95b9-2d4c-4790-a383-88105408be75" providerId="ADAL" clId="{AAF57D06-9A6B-5B2F-A816-D7705ED4136C}" dt="2026-01-14T10:47:25.982" v="3458" actId="1036"/>
        <pc:sldMkLst>
          <pc:docMk/>
          <pc:sldMk cId="545280921" sldId="1351"/>
        </pc:sldMkLst>
        <pc:spChg chg="add mod">
          <ac:chgData name="Fung, Lloyd" userId="5beb95b9-2d4c-4790-a383-88105408be75" providerId="ADAL" clId="{AAF57D06-9A6B-5B2F-A816-D7705ED4136C}" dt="2026-01-14T10:24:29.915" v="3168" actId="1076"/>
          <ac:spMkLst>
            <pc:docMk/>
            <pc:sldMk cId="545280921" sldId="1351"/>
            <ac:spMk id="3" creationId="{618D7712-62E4-0E91-E404-CEA42BDC2CF1}"/>
          </ac:spMkLst>
        </pc:spChg>
        <pc:spChg chg="del mod">
          <ac:chgData name="Fung, Lloyd" userId="5beb95b9-2d4c-4790-a383-88105408be75" providerId="ADAL" clId="{AAF57D06-9A6B-5B2F-A816-D7705ED4136C}" dt="2026-01-14T10:22:06.626" v="3149" actId="478"/>
          <ac:spMkLst>
            <pc:docMk/>
            <pc:sldMk cId="545280921" sldId="1351"/>
            <ac:spMk id="4" creationId="{8CDD4113-8875-3B5D-F96C-B1222F0ADF03}"/>
          </ac:spMkLst>
        </pc:spChg>
        <pc:spChg chg="mod">
          <ac:chgData name="Fung, Lloyd" userId="5beb95b9-2d4c-4790-a383-88105408be75" providerId="ADAL" clId="{AAF57D06-9A6B-5B2F-A816-D7705ED4136C}" dt="2026-01-14T10:44:41.690" v="3420"/>
          <ac:spMkLst>
            <pc:docMk/>
            <pc:sldMk cId="545280921" sldId="1351"/>
            <ac:spMk id="20" creationId="{4D4CCADF-DC8E-34CF-4B10-84B5A101F6D4}"/>
          </ac:spMkLst>
        </pc:spChg>
        <pc:spChg chg="mod">
          <ac:chgData name="Fung, Lloyd" userId="5beb95b9-2d4c-4790-a383-88105408be75" providerId="ADAL" clId="{AAF57D06-9A6B-5B2F-A816-D7705ED4136C}" dt="2026-01-14T10:47:25.982" v="3458" actId="1036"/>
          <ac:spMkLst>
            <pc:docMk/>
            <pc:sldMk cId="545280921" sldId="1351"/>
            <ac:spMk id="23" creationId="{F142E901-1F18-192D-3EAF-D182DD648E44}"/>
          </ac:spMkLst>
        </pc:spChg>
        <pc:spChg chg="mod">
          <ac:chgData name="Fung, Lloyd" userId="5beb95b9-2d4c-4790-a383-88105408be75" providerId="ADAL" clId="{AAF57D06-9A6B-5B2F-A816-D7705ED4136C}" dt="2026-01-14T10:44:35.455" v="3419" actId="20577"/>
          <ac:spMkLst>
            <pc:docMk/>
            <pc:sldMk cId="545280921" sldId="1351"/>
            <ac:spMk id="29" creationId="{F281DB34-FDA5-A1EC-9D33-759528814DDC}"/>
          </ac:spMkLst>
        </pc:spChg>
      </pc:sldChg>
      <pc:sldChg chg="addSp modSp mod modAnim modShow">
        <pc:chgData name="Fung, Lloyd" userId="5beb95b9-2d4c-4790-a383-88105408be75" providerId="ADAL" clId="{AAF57D06-9A6B-5B2F-A816-D7705ED4136C}" dt="2026-01-15T11:10:01.717" v="6516" actId="1076"/>
        <pc:sldMkLst>
          <pc:docMk/>
          <pc:sldMk cId="2026591840" sldId="1352"/>
        </pc:sldMkLst>
        <pc:spChg chg="mod">
          <ac:chgData name="Fung, Lloyd" userId="5beb95b9-2d4c-4790-a383-88105408be75" providerId="ADAL" clId="{AAF57D06-9A6B-5B2F-A816-D7705ED4136C}" dt="2026-01-14T09:20:11.013" v="2897" actId="14100"/>
          <ac:spMkLst>
            <pc:docMk/>
            <pc:sldMk cId="2026591840" sldId="1352"/>
            <ac:spMk id="2" creationId="{3D22912B-B23B-AD66-C8E3-32B7D2E13C93}"/>
          </ac:spMkLst>
        </pc:spChg>
        <pc:spChg chg="add mod">
          <ac:chgData name="Fung, Lloyd" userId="5beb95b9-2d4c-4790-a383-88105408be75" providerId="ADAL" clId="{AAF57D06-9A6B-5B2F-A816-D7705ED4136C}" dt="2026-01-14T09:20:18.796" v="2900" actId="1076"/>
          <ac:spMkLst>
            <pc:docMk/>
            <pc:sldMk cId="2026591840" sldId="1352"/>
            <ac:spMk id="3" creationId="{7084BCF3-D186-5BB9-C0EC-73011F09FE3B}"/>
          </ac:spMkLst>
        </pc:spChg>
        <pc:spChg chg="add mod">
          <ac:chgData name="Fung, Lloyd" userId="5beb95b9-2d4c-4790-a383-88105408be75" providerId="ADAL" clId="{AAF57D06-9A6B-5B2F-A816-D7705ED4136C}" dt="2026-01-14T09:26:45.917" v="2925" actId="20577"/>
          <ac:spMkLst>
            <pc:docMk/>
            <pc:sldMk cId="2026591840" sldId="1352"/>
            <ac:spMk id="5" creationId="{A345C2B5-5AD7-58A1-69AF-796D7D4E7800}"/>
          </ac:spMkLst>
        </pc:spChg>
        <pc:spChg chg="add mod">
          <ac:chgData name="Fung, Lloyd" userId="5beb95b9-2d4c-4790-a383-88105408be75" providerId="ADAL" clId="{AAF57D06-9A6B-5B2F-A816-D7705ED4136C}" dt="2026-01-14T09:35:39.927" v="3020" actId="1076"/>
          <ac:spMkLst>
            <pc:docMk/>
            <pc:sldMk cId="2026591840" sldId="1352"/>
            <ac:spMk id="6" creationId="{EFA8DD96-C7D1-8BA2-000B-5B9B2AE47E7D}"/>
          </ac:spMkLst>
        </pc:spChg>
        <pc:spChg chg="add mod">
          <ac:chgData name="Fung, Lloyd" userId="5beb95b9-2d4c-4790-a383-88105408be75" providerId="ADAL" clId="{AAF57D06-9A6B-5B2F-A816-D7705ED4136C}" dt="2026-01-14T09:28:28.721" v="2928"/>
          <ac:spMkLst>
            <pc:docMk/>
            <pc:sldMk cId="2026591840" sldId="1352"/>
            <ac:spMk id="7" creationId="{C52FF4BF-4422-A09F-C759-35B9FE77ADE2}"/>
          </ac:spMkLst>
        </pc:spChg>
        <pc:spChg chg="mod">
          <ac:chgData name="Fung, Lloyd" userId="5beb95b9-2d4c-4790-a383-88105408be75" providerId="ADAL" clId="{AAF57D06-9A6B-5B2F-A816-D7705ED4136C}" dt="2026-01-14T09:29:49.178" v="2965" actId="1076"/>
          <ac:spMkLst>
            <pc:docMk/>
            <pc:sldMk cId="2026591840" sldId="1352"/>
            <ac:spMk id="9" creationId="{0E42F5DF-DC9B-B90F-9770-81DD6E251469}"/>
          </ac:spMkLst>
        </pc:spChg>
        <pc:spChg chg="mod">
          <ac:chgData name="Fung, Lloyd" userId="5beb95b9-2d4c-4790-a383-88105408be75" providerId="ADAL" clId="{AAF57D06-9A6B-5B2F-A816-D7705ED4136C}" dt="2026-01-14T09:20:25.229" v="2901" actId="1076"/>
          <ac:spMkLst>
            <pc:docMk/>
            <pc:sldMk cId="2026591840" sldId="1352"/>
            <ac:spMk id="10" creationId="{6A701C72-46A2-2EFF-2642-B9A1DE4140A0}"/>
          </ac:spMkLst>
        </pc:spChg>
        <pc:spChg chg="add mod">
          <ac:chgData name="Fung, Lloyd" userId="5beb95b9-2d4c-4790-a383-88105408be75" providerId="ADAL" clId="{AAF57D06-9A6B-5B2F-A816-D7705ED4136C}" dt="2026-01-14T09:30:06.194" v="2969" actId="1076"/>
          <ac:spMkLst>
            <pc:docMk/>
            <pc:sldMk cId="2026591840" sldId="1352"/>
            <ac:spMk id="11" creationId="{B9F41168-C976-A66D-6548-0B73B4117984}"/>
          </ac:spMkLst>
        </pc:spChg>
        <pc:spChg chg="mod">
          <ac:chgData name="Fung, Lloyd" userId="5beb95b9-2d4c-4790-a383-88105408be75" providerId="ADAL" clId="{AAF57D06-9A6B-5B2F-A816-D7705ED4136C}" dt="2026-01-15T11:10:01.717" v="6516" actId="1076"/>
          <ac:spMkLst>
            <pc:docMk/>
            <pc:sldMk cId="2026591840" sldId="1352"/>
            <ac:spMk id="12" creationId="{3A2FA03A-1F8A-73E4-2F4C-6C19B426548A}"/>
          </ac:spMkLst>
        </pc:spChg>
        <pc:spChg chg="add mod">
          <ac:chgData name="Fung, Lloyd" userId="5beb95b9-2d4c-4790-a383-88105408be75" providerId="ADAL" clId="{AAF57D06-9A6B-5B2F-A816-D7705ED4136C}" dt="2026-01-14T09:33:37.010" v="2997"/>
          <ac:spMkLst>
            <pc:docMk/>
            <pc:sldMk cId="2026591840" sldId="1352"/>
            <ac:spMk id="13" creationId="{DB82BFB2-5415-B897-0035-97A0FCE9C4D2}"/>
          </ac:spMkLst>
        </pc:spChg>
        <pc:spChg chg="mod">
          <ac:chgData name="Fung, Lloyd" userId="5beb95b9-2d4c-4790-a383-88105408be75" providerId="ADAL" clId="{AAF57D06-9A6B-5B2F-A816-D7705ED4136C}" dt="2026-01-14T09:20:25.229" v="2901" actId="1076"/>
          <ac:spMkLst>
            <pc:docMk/>
            <pc:sldMk cId="2026591840" sldId="1352"/>
            <ac:spMk id="14" creationId="{ECC2D353-3B24-FB9F-44FF-DA63160BC37A}"/>
          </ac:spMkLst>
        </pc:spChg>
        <pc:spChg chg="mod">
          <ac:chgData name="Fung, Lloyd" userId="5beb95b9-2d4c-4790-a383-88105408be75" providerId="ADAL" clId="{AAF57D06-9A6B-5B2F-A816-D7705ED4136C}" dt="2026-01-14T09:20:25.229" v="2901" actId="1076"/>
          <ac:spMkLst>
            <pc:docMk/>
            <pc:sldMk cId="2026591840" sldId="1352"/>
            <ac:spMk id="15" creationId="{4D5FC3DD-C99E-32B6-D31B-0918C212C8DD}"/>
          </ac:spMkLst>
        </pc:spChg>
        <pc:spChg chg="mod">
          <ac:chgData name="Fung, Lloyd" userId="5beb95b9-2d4c-4790-a383-88105408be75" providerId="ADAL" clId="{AAF57D06-9A6B-5B2F-A816-D7705ED4136C}" dt="2026-01-14T09:20:25.229" v="2901" actId="1076"/>
          <ac:spMkLst>
            <pc:docMk/>
            <pc:sldMk cId="2026591840" sldId="1352"/>
            <ac:spMk id="16" creationId="{5ED9A8B8-560C-50A5-0EF8-B545672975FE}"/>
          </ac:spMkLst>
        </pc:spChg>
        <pc:spChg chg="add mod">
          <ac:chgData name="Fung, Lloyd" userId="5beb95b9-2d4c-4790-a383-88105408be75" providerId="ADAL" clId="{AAF57D06-9A6B-5B2F-A816-D7705ED4136C}" dt="2026-01-14T09:33:43.198" v="3007" actId="20577"/>
          <ac:spMkLst>
            <pc:docMk/>
            <pc:sldMk cId="2026591840" sldId="1352"/>
            <ac:spMk id="17" creationId="{B09AF0CB-8FB3-A223-BA11-46A42E14FF93}"/>
          </ac:spMkLst>
        </pc:spChg>
        <pc:spChg chg="mod">
          <ac:chgData name="Fung, Lloyd" userId="5beb95b9-2d4c-4790-a383-88105408be75" providerId="ADAL" clId="{AAF57D06-9A6B-5B2F-A816-D7705ED4136C}" dt="2026-01-14T09:29:49.178" v="2965" actId="1076"/>
          <ac:spMkLst>
            <pc:docMk/>
            <pc:sldMk cId="2026591840" sldId="1352"/>
            <ac:spMk id="18" creationId="{551FAE46-D004-42C3-A5D7-BA7F7C923C09}"/>
          </ac:spMkLst>
        </pc:spChg>
        <pc:spChg chg="add mod">
          <ac:chgData name="Fung, Lloyd" userId="5beb95b9-2d4c-4790-a383-88105408be75" providerId="ADAL" clId="{AAF57D06-9A6B-5B2F-A816-D7705ED4136C}" dt="2026-01-14T09:40:11.540" v="3052" actId="20577"/>
          <ac:spMkLst>
            <pc:docMk/>
            <pc:sldMk cId="2026591840" sldId="1352"/>
            <ac:spMk id="26" creationId="{9DD4E482-7B7E-23D7-549B-A668E2042DA2}"/>
          </ac:spMkLst>
        </pc:spChg>
        <pc:spChg chg="add mod">
          <ac:chgData name="Fung, Lloyd" userId="5beb95b9-2d4c-4790-a383-88105408be75" providerId="ADAL" clId="{AAF57D06-9A6B-5B2F-A816-D7705ED4136C}" dt="2026-01-14T09:36:01.996" v="3030" actId="20577"/>
          <ac:spMkLst>
            <pc:docMk/>
            <pc:sldMk cId="2026591840" sldId="1352"/>
            <ac:spMk id="28" creationId="{E4AEE27C-88CE-956F-1154-8C5D0DB91DE0}"/>
          </ac:spMkLst>
        </pc:spChg>
        <pc:spChg chg="add mod">
          <ac:chgData name="Fung, Lloyd" userId="5beb95b9-2d4c-4790-a383-88105408be75" providerId="ADAL" clId="{AAF57D06-9A6B-5B2F-A816-D7705ED4136C}" dt="2026-01-14T09:40:30.378" v="3054" actId="1076"/>
          <ac:spMkLst>
            <pc:docMk/>
            <pc:sldMk cId="2026591840" sldId="1352"/>
            <ac:spMk id="30" creationId="{B782B00C-107F-32F4-24DF-4F07CAA49C5E}"/>
          </ac:spMkLst>
        </pc:spChg>
        <pc:cxnChg chg="add mod">
          <ac:chgData name="Fung, Lloyd" userId="5beb95b9-2d4c-4790-a383-88105408be75" providerId="ADAL" clId="{AAF57D06-9A6B-5B2F-A816-D7705ED4136C}" dt="2026-01-14T09:26:38.846" v="2904" actId="1076"/>
          <ac:cxnSpMkLst>
            <pc:docMk/>
            <pc:sldMk cId="2026591840" sldId="1352"/>
            <ac:cxnSpMk id="4" creationId="{977C0BFA-D151-AF0B-2A97-8A36C4DC694C}"/>
          </ac:cxnSpMkLst>
        </pc:cxnChg>
      </pc:sldChg>
      <pc:sldChg chg="addSp delSp modSp add mod modAnim modShow">
        <pc:chgData name="Fung, Lloyd" userId="5beb95b9-2d4c-4790-a383-88105408be75" providerId="ADAL" clId="{AAF57D06-9A6B-5B2F-A816-D7705ED4136C}" dt="2026-01-15T11:08:54.002" v="6515"/>
        <pc:sldMkLst>
          <pc:docMk/>
          <pc:sldMk cId="2602440693" sldId="1353"/>
        </pc:sldMkLst>
        <pc:spChg chg="add mod">
          <ac:chgData name="Fung, Lloyd" userId="5beb95b9-2d4c-4790-a383-88105408be75" providerId="ADAL" clId="{AAF57D06-9A6B-5B2F-A816-D7705ED4136C}" dt="2026-01-14T08:44:49.431" v="2781"/>
          <ac:spMkLst>
            <pc:docMk/>
            <pc:sldMk cId="2602440693" sldId="1353"/>
            <ac:spMk id="4" creationId="{DC1DCD03-ACE8-9DA8-CEE3-4D1929A7B6AF}"/>
          </ac:spMkLst>
        </pc:spChg>
        <pc:spChg chg="add mod">
          <ac:chgData name="Fung, Lloyd" userId="5beb95b9-2d4c-4790-a383-88105408be75" providerId="ADAL" clId="{AAF57D06-9A6B-5B2F-A816-D7705ED4136C}" dt="2026-01-14T08:44:49.431" v="2781"/>
          <ac:spMkLst>
            <pc:docMk/>
            <pc:sldMk cId="2602440693" sldId="1353"/>
            <ac:spMk id="10" creationId="{8763FC8B-73F1-62CA-0B48-F337A958858F}"/>
          </ac:spMkLst>
        </pc:spChg>
        <pc:spChg chg="mod">
          <ac:chgData name="Fung, Lloyd" userId="5beb95b9-2d4c-4790-a383-88105408be75" providerId="ADAL" clId="{AAF57D06-9A6B-5B2F-A816-D7705ED4136C}" dt="2026-01-14T10:44:11.278" v="3405"/>
          <ac:spMkLst>
            <pc:docMk/>
            <pc:sldMk cId="2602440693" sldId="1353"/>
            <ac:spMk id="20" creationId="{CD05D24B-E747-758B-8E9C-7F1ED0D59305}"/>
          </ac:spMkLst>
        </pc:spChg>
        <pc:spChg chg="mod">
          <ac:chgData name="Fung, Lloyd" userId="5beb95b9-2d4c-4790-a383-88105408be75" providerId="ADAL" clId="{AAF57D06-9A6B-5B2F-A816-D7705ED4136C}" dt="2026-01-14T10:47:15.587" v="3450" actId="1036"/>
          <ac:spMkLst>
            <pc:docMk/>
            <pc:sldMk cId="2602440693" sldId="1353"/>
            <ac:spMk id="23" creationId="{A7CA25D0-1F17-15BC-4F78-FE3D0C814F4F}"/>
          </ac:spMkLst>
        </pc:spChg>
        <pc:spChg chg="mod">
          <ac:chgData name="Fung, Lloyd" userId="5beb95b9-2d4c-4790-a383-88105408be75" providerId="ADAL" clId="{AAF57D06-9A6B-5B2F-A816-D7705ED4136C}" dt="2026-01-15T11:08:54.002" v="6515"/>
          <ac:spMkLst>
            <pc:docMk/>
            <pc:sldMk cId="2602440693" sldId="1353"/>
            <ac:spMk id="28" creationId="{0A88AFCD-C639-2CFA-7087-D7275E9DFC49}"/>
          </ac:spMkLst>
        </pc:spChg>
        <pc:spChg chg="mod">
          <ac:chgData name="Fung, Lloyd" userId="5beb95b9-2d4c-4790-a383-88105408be75" providerId="ADAL" clId="{AAF57D06-9A6B-5B2F-A816-D7705ED4136C}" dt="2026-01-15T11:08:54.002" v="6515"/>
          <ac:spMkLst>
            <pc:docMk/>
            <pc:sldMk cId="2602440693" sldId="1353"/>
            <ac:spMk id="30" creationId="{092F541F-83D0-0E89-E278-4B1239291D58}"/>
          </ac:spMkLst>
        </pc:spChg>
        <pc:spChg chg="del">
          <ac:chgData name="Fung, Lloyd" userId="5beb95b9-2d4c-4790-a383-88105408be75" providerId="ADAL" clId="{AAF57D06-9A6B-5B2F-A816-D7705ED4136C}" dt="2026-01-14T08:44:49.111" v="2780" actId="478"/>
          <ac:spMkLst>
            <pc:docMk/>
            <pc:sldMk cId="2602440693" sldId="1353"/>
            <ac:spMk id="30" creationId="{EA3F6499-BF6B-6BA1-B96C-726F4E31A9BF}"/>
          </ac:spMkLst>
        </pc:spChg>
        <pc:spChg chg="mod">
          <ac:chgData name="Fung, Lloyd" userId="5beb95b9-2d4c-4790-a383-88105408be75" providerId="ADAL" clId="{AAF57D06-9A6B-5B2F-A816-D7705ED4136C}" dt="2026-01-15T11:08:54.002" v="6515"/>
          <ac:spMkLst>
            <pc:docMk/>
            <pc:sldMk cId="2602440693" sldId="1353"/>
            <ac:spMk id="34" creationId="{12EA0D88-CE50-C04C-43E2-1FAB1089EFBA}"/>
          </ac:spMkLst>
        </pc:spChg>
        <pc:spChg chg="mod">
          <ac:chgData name="Fung, Lloyd" userId="5beb95b9-2d4c-4790-a383-88105408be75" providerId="ADAL" clId="{AAF57D06-9A6B-5B2F-A816-D7705ED4136C}" dt="2026-01-15T11:08:54.002" v="6515"/>
          <ac:spMkLst>
            <pc:docMk/>
            <pc:sldMk cId="2602440693" sldId="1353"/>
            <ac:spMk id="35" creationId="{1D09904F-4B2F-06F1-58A6-4C5EDBC0F31C}"/>
          </ac:spMkLst>
        </pc:spChg>
        <pc:grpChg chg="add mod">
          <ac:chgData name="Fung, Lloyd" userId="5beb95b9-2d4c-4790-a383-88105408be75" providerId="ADAL" clId="{AAF57D06-9A6B-5B2F-A816-D7705ED4136C}" dt="2026-01-15T11:08:54.002" v="6515"/>
          <ac:grpSpMkLst>
            <pc:docMk/>
            <pc:sldMk cId="2602440693" sldId="1353"/>
            <ac:grpSpMk id="16" creationId="{49D0A831-0AC9-C4F4-6987-ECDC2FBC95EB}"/>
          </ac:grpSpMkLst>
        </pc:grpChg>
        <pc:grpChg chg="del">
          <ac:chgData name="Fung, Lloyd" userId="5beb95b9-2d4c-4790-a383-88105408be75" providerId="ADAL" clId="{AAF57D06-9A6B-5B2F-A816-D7705ED4136C}" dt="2026-01-15T11:08:49.621" v="6514" actId="478"/>
          <ac:grpSpMkLst>
            <pc:docMk/>
            <pc:sldMk cId="2602440693" sldId="1353"/>
            <ac:grpSpMk id="33" creationId="{A615865D-5B8C-757F-8EA9-CBDA3FADE9C3}"/>
          </ac:grpSpMkLst>
        </pc:grpChg>
        <pc:picChg chg="mod">
          <ac:chgData name="Fung, Lloyd" userId="5beb95b9-2d4c-4790-a383-88105408be75" providerId="ADAL" clId="{AAF57D06-9A6B-5B2F-A816-D7705ED4136C}" dt="2026-01-15T11:08:54.002" v="6515"/>
          <ac:picMkLst>
            <pc:docMk/>
            <pc:sldMk cId="2602440693" sldId="1353"/>
            <ac:picMk id="17" creationId="{F08BC945-13B0-F502-DD48-55D603B39B4A}"/>
          </ac:picMkLst>
        </pc:picChg>
        <pc:cxnChg chg="mod">
          <ac:chgData name="Fung, Lloyd" userId="5beb95b9-2d4c-4790-a383-88105408be75" providerId="ADAL" clId="{AAF57D06-9A6B-5B2F-A816-D7705ED4136C}" dt="2026-01-15T11:08:54.002" v="6515"/>
          <ac:cxnSpMkLst>
            <pc:docMk/>
            <pc:sldMk cId="2602440693" sldId="1353"/>
            <ac:cxnSpMk id="26" creationId="{95FB76DA-D536-B5B4-0D29-ECA3D2E9616D}"/>
          </ac:cxnSpMkLst>
        </pc:cxnChg>
        <pc:cxnChg chg="del">
          <ac:chgData name="Fung, Lloyd" userId="5beb95b9-2d4c-4790-a383-88105408be75" providerId="ADAL" clId="{AAF57D06-9A6B-5B2F-A816-D7705ED4136C}" dt="2026-01-14T08:44:49.111" v="2780" actId="478"/>
          <ac:cxnSpMkLst>
            <pc:docMk/>
            <pc:sldMk cId="2602440693" sldId="1353"/>
            <ac:cxnSpMk id="28" creationId="{0525AC05-16E6-95C3-BF23-3D948C62433C}"/>
          </ac:cxnSpMkLst>
        </pc:cxnChg>
      </pc:sldChg>
      <pc:sldChg chg="addSp delSp modSp add mod ord delAnim modAnim chgLayout">
        <pc:chgData name="Fung, Lloyd" userId="5beb95b9-2d4c-4790-a383-88105408be75" providerId="ADAL" clId="{AAF57D06-9A6B-5B2F-A816-D7705ED4136C}" dt="2026-01-14T10:58:04.579" v="3693"/>
        <pc:sldMkLst>
          <pc:docMk/>
          <pc:sldMk cId="1213483842" sldId="1354"/>
        </pc:sldMkLst>
        <pc:spChg chg="mod ord">
          <ac:chgData name="Fung, Lloyd" userId="5beb95b9-2d4c-4790-a383-88105408be75" providerId="ADAL" clId="{AAF57D06-9A6B-5B2F-A816-D7705ED4136C}" dt="2026-01-14T10:57:49.587" v="3692" actId="20577"/>
          <ac:spMkLst>
            <pc:docMk/>
            <pc:sldMk cId="1213483842" sldId="1354"/>
            <ac:spMk id="2" creationId="{E93DBBA9-F515-135E-D428-7BCED4036B9B}"/>
          </ac:spMkLst>
        </pc:spChg>
        <pc:spChg chg="del">
          <ac:chgData name="Fung, Lloyd" userId="5beb95b9-2d4c-4790-a383-88105408be75" providerId="ADAL" clId="{AAF57D06-9A6B-5B2F-A816-D7705ED4136C}" dt="2026-01-14T09:52:22.353" v="3109" actId="478"/>
          <ac:spMkLst>
            <pc:docMk/>
            <pc:sldMk cId="1213483842" sldId="1354"/>
            <ac:spMk id="3" creationId="{46FA1420-799A-432D-19C5-F6BC31D89021}"/>
          </ac:spMkLst>
        </pc:spChg>
        <pc:spChg chg="del">
          <ac:chgData name="Fung, Lloyd" userId="5beb95b9-2d4c-4790-a383-88105408be75" providerId="ADAL" clId="{AAF57D06-9A6B-5B2F-A816-D7705ED4136C}" dt="2026-01-14T09:52:24.856" v="3110" actId="478"/>
          <ac:spMkLst>
            <pc:docMk/>
            <pc:sldMk cId="1213483842" sldId="1354"/>
            <ac:spMk id="5" creationId="{69EDFE03-5D50-860C-F4C6-A11974C543C3}"/>
          </ac:spMkLst>
        </pc:spChg>
        <pc:spChg chg="mod">
          <ac:chgData name="Fung, Lloyd" userId="5beb95b9-2d4c-4790-a383-88105408be75" providerId="ADAL" clId="{AAF57D06-9A6B-5B2F-A816-D7705ED4136C}" dt="2026-01-14T10:46:13.641" v="3430" actId="255"/>
          <ac:spMkLst>
            <pc:docMk/>
            <pc:sldMk cId="1213483842" sldId="1354"/>
            <ac:spMk id="6" creationId="{E91C35C6-D63F-FB95-B2F8-B0D86A2A455D}"/>
          </ac:spMkLst>
        </pc:spChg>
        <pc:spChg chg="del">
          <ac:chgData name="Fung, Lloyd" userId="5beb95b9-2d4c-4790-a383-88105408be75" providerId="ADAL" clId="{AAF57D06-9A6B-5B2F-A816-D7705ED4136C}" dt="2026-01-14T10:47:41.519" v="3459" actId="478"/>
          <ac:spMkLst>
            <pc:docMk/>
            <pc:sldMk cId="1213483842" sldId="1354"/>
            <ac:spMk id="7" creationId="{86D44DCB-AE58-5D74-A809-FB87A547BAE8}"/>
          </ac:spMkLst>
        </pc:spChg>
        <pc:spChg chg="add del mod">
          <ac:chgData name="Fung, Lloyd" userId="5beb95b9-2d4c-4790-a383-88105408be75" providerId="ADAL" clId="{AAF57D06-9A6B-5B2F-A816-D7705ED4136C}" dt="2026-01-14T09:52:04.966" v="3106" actId="6264"/>
          <ac:spMkLst>
            <pc:docMk/>
            <pc:sldMk cId="1213483842" sldId="1354"/>
            <ac:spMk id="8" creationId="{75F2266C-EB69-BD64-2F76-47EBCA9939F7}"/>
          </ac:spMkLst>
        </pc:spChg>
        <pc:spChg chg="mod">
          <ac:chgData name="Fung, Lloyd" userId="5beb95b9-2d4c-4790-a383-88105408be75" providerId="ADAL" clId="{AAF57D06-9A6B-5B2F-A816-D7705ED4136C}" dt="2026-01-14T10:36:15.880" v="3383" actId="1076"/>
          <ac:spMkLst>
            <pc:docMk/>
            <pc:sldMk cId="1213483842" sldId="1354"/>
            <ac:spMk id="9" creationId="{990589A6-CC62-BF7A-B6A6-D61F31880B90}"/>
          </ac:spMkLst>
        </pc:spChg>
        <pc:spChg chg="del">
          <ac:chgData name="Fung, Lloyd" userId="5beb95b9-2d4c-4790-a383-88105408be75" providerId="ADAL" clId="{AAF57D06-9A6B-5B2F-A816-D7705ED4136C}" dt="2026-01-14T10:47:44.069" v="3460" actId="478"/>
          <ac:spMkLst>
            <pc:docMk/>
            <pc:sldMk cId="1213483842" sldId="1354"/>
            <ac:spMk id="10" creationId="{87B91BD3-0900-1F6F-1FAF-243BE85D086F}"/>
          </ac:spMkLst>
        </pc:spChg>
        <pc:spChg chg="del">
          <ac:chgData name="Fung, Lloyd" userId="5beb95b9-2d4c-4790-a383-88105408be75" providerId="ADAL" clId="{AAF57D06-9A6B-5B2F-A816-D7705ED4136C}" dt="2026-01-14T10:47:41.519" v="3459" actId="478"/>
          <ac:spMkLst>
            <pc:docMk/>
            <pc:sldMk cId="1213483842" sldId="1354"/>
            <ac:spMk id="11" creationId="{0CBA01BF-5FC8-1753-B5FE-8BE0076843A8}"/>
          </ac:spMkLst>
        </pc:spChg>
        <pc:spChg chg="del">
          <ac:chgData name="Fung, Lloyd" userId="5beb95b9-2d4c-4790-a383-88105408be75" providerId="ADAL" clId="{AAF57D06-9A6B-5B2F-A816-D7705ED4136C}" dt="2026-01-14T10:47:44.069" v="3460" actId="478"/>
          <ac:spMkLst>
            <pc:docMk/>
            <pc:sldMk cId="1213483842" sldId="1354"/>
            <ac:spMk id="12" creationId="{BFB70E3C-7B88-45AC-D9F6-5DB21A5F2B17}"/>
          </ac:spMkLst>
        </pc:spChg>
        <pc:spChg chg="del">
          <ac:chgData name="Fung, Lloyd" userId="5beb95b9-2d4c-4790-a383-88105408be75" providerId="ADAL" clId="{AAF57D06-9A6B-5B2F-A816-D7705ED4136C}" dt="2026-01-14T09:52:22.353" v="3109" actId="478"/>
          <ac:spMkLst>
            <pc:docMk/>
            <pc:sldMk cId="1213483842" sldId="1354"/>
            <ac:spMk id="13" creationId="{29C9439C-1856-A6EB-844E-5BAECC45A397}"/>
          </ac:spMkLst>
        </pc:spChg>
        <pc:spChg chg="del">
          <ac:chgData name="Fung, Lloyd" userId="5beb95b9-2d4c-4790-a383-88105408be75" providerId="ADAL" clId="{AAF57D06-9A6B-5B2F-A816-D7705ED4136C}" dt="2026-01-14T10:47:41.519" v="3459" actId="478"/>
          <ac:spMkLst>
            <pc:docMk/>
            <pc:sldMk cId="1213483842" sldId="1354"/>
            <ac:spMk id="14" creationId="{0BEDFBFF-2B03-72D9-1510-CBDBB3E9EC28}"/>
          </ac:spMkLst>
        </pc:spChg>
        <pc:spChg chg="del">
          <ac:chgData name="Fung, Lloyd" userId="5beb95b9-2d4c-4790-a383-88105408be75" providerId="ADAL" clId="{AAF57D06-9A6B-5B2F-A816-D7705ED4136C}" dt="2026-01-14T10:47:41.519" v="3459" actId="478"/>
          <ac:spMkLst>
            <pc:docMk/>
            <pc:sldMk cId="1213483842" sldId="1354"/>
            <ac:spMk id="15" creationId="{A63C6A74-6877-A28F-15D6-F8297F9E8BDA}"/>
          </ac:spMkLst>
        </pc:spChg>
        <pc:spChg chg="del">
          <ac:chgData name="Fung, Lloyd" userId="5beb95b9-2d4c-4790-a383-88105408be75" providerId="ADAL" clId="{AAF57D06-9A6B-5B2F-A816-D7705ED4136C}" dt="2026-01-14T10:47:41.519" v="3459" actId="478"/>
          <ac:spMkLst>
            <pc:docMk/>
            <pc:sldMk cId="1213483842" sldId="1354"/>
            <ac:spMk id="16" creationId="{F5103ECB-2AFD-FE34-2DDF-F156D7E9CEAE}"/>
          </ac:spMkLst>
        </pc:spChg>
        <pc:spChg chg="del">
          <ac:chgData name="Fung, Lloyd" userId="5beb95b9-2d4c-4790-a383-88105408be75" providerId="ADAL" clId="{AAF57D06-9A6B-5B2F-A816-D7705ED4136C}" dt="2026-01-14T09:52:22.353" v="3109" actId="478"/>
          <ac:spMkLst>
            <pc:docMk/>
            <pc:sldMk cId="1213483842" sldId="1354"/>
            <ac:spMk id="17" creationId="{CF0B01A3-BFBF-5F18-D7B9-50B5360BAB6C}"/>
          </ac:spMkLst>
        </pc:spChg>
        <pc:spChg chg="del mod">
          <ac:chgData name="Fung, Lloyd" userId="5beb95b9-2d4c-4790-a383-88105408be75" providerId="ADAL" clId="{AAF57D06-9A6B-5B2F-A816-D7705ED4136C}" dt="2026-01-14T10:35:49.858" v="3378" actId="478"/>
          <ac:spMkLst>
            <pc:docMk/>
            <pc:sldMk cId="1213483842" sldId="1354"/>
            <ac:spMk id="18" creationId="{B7C15D6B-6DA2-95E0-1197-BEDFB7BF417D}"/>
          </ac:spMkLst>
        </pc:spChg>
        <pc:spChg chg="mod topLvl">
          <ac:chgData name="Fung, Lloyd" userId="5beb95b9-2d4c-4790-a383-88105408be75" providerId="ADAL" clId="{AAF57D06-9A6B-5B2F-A816-D7705ED4136C}" dt="2026-01-14T10:50:47.786" v="3570" actId="164"/>
          <ac:spMkLst>
            <pc:docMk/>
            <pc:sldMk cId="1213483842" sldId="1354"/>
            <ac:spMk id="19" creationId="{27EC7DBA-00C7-3365-2D2D-6BC7F5CDA4BC}"/>
          </ac:spMkLst>
        </pc:spChg>
        <pc:spChg chg="mod topLvl">
          <ac:chgData name="Fung, Lloyd" userId="5beb95b9-2d4c-4790-a383-88105408be75" providerId="ADAL" clId="{AAF57D06-9A6B-5B2F-A816-D7705ED4136C}" dt="2026-01-14T10:50:47.786" v="3570" actId="164"/>
          <ac:spMkLst>
            <pc:docMk/>
            <pc:sldMk cId="1213483842" sldId="1354"/>
            <ac:spMk id="20" creationId="{FDF42D64-F933-62EF-0285-93014EADE558}"/>
          </ac:spMkLst>
        </pc:spChg>
        <pc:spChg chg="mod topLvl">
          <ac:chgData name="Fung, Lloyd" userId="5beb95b9-2d4c-4790-a383-88105408be75" providerId="ADAL" clId="{AAF57D06-9A6B-5B2F-A816-D7705ED4136C}" dt="2026-01-14T10:50:47.786" v="3570" actId="164"/>
          <ac:spMkLst>
            <pc:docMk/>
            <pc:sldMk cId="1213483842" sldId="1354"/>
            <ac:spMk id="21" creationId="{F2C48309-BF4B-70A6-46D3-E3FFE42E29F7}"/>
          </ac:spMkLst>
        </pc:spChg>
        <pc:spChg chg="mod topLvl">
          <ac:chgData name="Fung, Lloyd" userId="5beb95b9-2d4c-4790-a383-88105408be75" providerId="ADAL" clId="{AAF57D06-9A6B-5B2F-A816-D7705ED4136C}" dt="2026-01-14T10:50:47.786" v="3570" actId="164"/>
          <ac:spMkLst>
            <pc:docMk/>
            <pc:sldMk cId="1213483842" sldId="1354"/>
            <ac:spMk id="22" creationId="{ADF617C8-294A-3050-08F8-43BDE08FB6BF}"/>
          </ac:spMkLst>
        </pc:spChg>
        <pc:spChg chg="mod topLvl">
          <ac:chgData name="Fung, Lloyd" userId="5beb95b9-2d4c-4790-a383-88105408be75" providerId="ADAL" clId="{AAF57D06-9A6B-5B2F-A816-D7705ED4136C}" dt="2026-01-14T10:50:15.239" v="3560" actId="1035"/>
          <ac:spMkLst>
            <pc:docMk/>
            <pc:sldMk cId="1213483842" sldId="1354"/>
            <ac:spMk id="23" creationId="{CFB3561E-6FB8-CF50-94F6-11920164D962}"/>
          </ac:spMkLst>
        </pc:spChg>
        <pc:spChg chg="mod topLvl">
          <ac:chgData name="Fung, Lloyd" userId="5beb95b9-2d4c-4790-a383-88105408be75" providerId="ADAL" clId="{AAF57D06-9A6B-5B2F-A816-D7705ED4136C}" dt="2026-01-14T10:50:47.786" v="3570" actId="164"/>
          <ac:spMkLst>
            <pc:docMk/>
            <pc:sldMk cId="1213483842" sldId="1354"/>
            <ac:spMk id="24" creationId="{8F22AFDD-9BA4-2C15-8BAD-5DC688EE66EB}"/>
          </ac:spMkLst>
        </pc:spChg>
        <pc:spChg chg="mod topLvl">
          <ac:chgData name="Fung, Lloyd" userId="5beb95b9-2d4c-4790-a383-88105408be75" providerId="ADAL" clId="{AAF57D06-9A6B-5B2F-A816-D7705ED4136C}" dt="2026-01-14T10:50:47.786" v="3570" actId="164"/>
          <ac:spMkLst>
            <pc:docMk/>
            <pc:sldMk cId="1213483842" sldId="1354"/>
            <ac:spMk id="25" creationId="{DC1713B6-13F6-9D34-8719-837800E363DB}"/>
          </ac:spMkLst>
        </pc:spChg>
        <pc:spChg chg="mod">
          <ac:chgData name="Fung, Lloyd" userId="5beb95b9-2d4c-4790-a383-88105408be75" providerId="ADAL" clId="{AAF57D06-9A6B-5B2F-A816-D7705ED4136C}" dt="2026-01-14T10:46:21.878" v="3432" actId="1076"/>
          <ac:spMkLst>
            <pc:docMk/>
            <pc:sldMk cId="1213483842" sldId="1354"/>
            <ac:spMk id="26" creationId="{7C3B49CD-6D52-BBF1-7C71-FBA0D010C92F}"/>
          </ac:spMkLst>
        </pc:spChg>
        <pc:spChg chg="mod topLvl">
          <ac:chgData name="Fung, Lloyd" userId="5beb95b9-2d4c-4790-a383-88105408be75" providerId="ADAL" clId="{AAF57D06-9A6B-5B2F-A816-D7705ED4136C}" dt="2026-01-14T10:50:47.786" v="3570" actId="164"/>
          <ac:spMkLst>
            <pc:docMk/>
            <pc:sldMk cId="1213483842" sldId="1354"/>
            <ac:spMk id="27" creationId="{1C841F82-4F5B-9519-70B1-998ADDA19426}"/>
          </ac:spMkLst>
        </pc:spChg>
        <pc:spChg chg="mod">
          <ac:chgData name="Fung, Lloyd" userId="5beb95b9-2d4c-4790-a383-88105408be75" providerId="ADAL" clId="{AAF57D06-9A6B-5B2F-A816-D7705ED4136C}" dt="2026-01-14T10:46:18.442" v="3431" actId="255"/>
          <ac:spMkLst>
            <pc:docMk/>
            <pc:sldMk cId="1213483842" sldId="1354"/>
            <ac:spMk id="28" creationId="{1C6ED240-1DB1-2E83-A161-CC6EF92A7358}"/>
          </ac:spMkLst>
        </pc:spChg>
        <pc:spChg chg="mod topLvl">
          <ac:chgData name="Fung, Lloyd" userId="5beb95b9-2d4c-4790-a383-88105408be75" providerId="ADAL" clId="{AAF57D06-9A6B-5B2F-A816-D7705ED4136C}" dt="2026-01-14T10:50:47.786" v="3570" actId="164"/>
          <ac:spMkLst>
            <pc:docMk/>
            <pc:sldMk cId="1213483842" sldId="1354"/>
            <ac:spMk id="29" creationId="{50EAF45E-9A5D-DB3A-804C-C6213816AB03}"/>
          </ac:spMkLst>
        </pc:spChg>
        <pc:spChg chg="del mod">
          <ac:chgData name="Fung, Lloyd" userId="5beb95b9-2d4c-4790-a383-88105408be75" providerId="ADAL" clId="{AAF57D06-9A6B-5B2F-A816-D7705ED4136C}" dt="2026-01-14T10:31:47.097" v="3211" actId="478"/>
          <ac:spMkLst>
            <pc:docMk/>
            <pc:sldMk cId="1213483842" sldId="1354"/>
            <ac:spMk id="30" creationId="{35D02515-6E35-BDC4-BC00-DC5F041F0F8F}"/>
          </ac:spMkLst>
        </pc:spChg>
        <pc:spChg chg="add del mod ord">
          <ac:chgData name="Fung, Lloyd" userId="5beb95b9-2d4c-4790-a383-88105408be75" providerId="ADAL" clId="{AAF57D06-9A6B-5B2F-A816-D7705ED4136C}" dt="2026-01-14T09:52:07.243" v="3107" actId="478"/>
          <ac:spMkLst>
            <pc:docMk/>
            <pc:sldMk cId="1213483842" sldId="1354"/>
            <ac:spMk id="31" creationId="{748A244E-B610-F712-301B-1BBC2DA1614E}"/>
          </ac:spMkLst>
        </pc:spChg>
        <pc:spChg chg="add mod">
          <ac:chgData name="Fung, Lloyd" userId="5beb95b9-2d4c-4790-a383-88105408be75" providerId="ADAL" clId="{AAF57D06-9A6B-5B2F-A816-D7705ED4136C}" dt="2026-01-14T10:33:55.933" v="3328" actId="20577"/>
          <ac:spMkLst>
            <pc:docMk/>
            <pc:sldMk cId="1213483842" sldId="1354"/>
            <ac:spMk id="32" creationId="{178308E4-00FE-84F8-D059-72361C20A76D}"/>
          </ac:spMkLst>
        </pc:spChg>
        <pc:spChg chg="add mod">
          <ac:chgData name="Fung, Lloyd" userId="5beb95b9-2d4c-4790-a383-88105408be75" providerId="ADAL" clId="{AAF57D06-9A6B-5B2F-A816-D7705ED4136C}" dt="2026-01-14T10:57:08.750" v="3677" actId="1038"/>
          <ac:spMkLst>
            <pc:docMk/>
            <pc:sldMk cId="1213483842" sldId="1354"/>
            <ac:spMk id="33" creationId="{00DCA9B0-E5A9-81E9-7C96-6AE21D21BC9F}"/>
          </ac:spMkLst>
        </pc:spChg>
        <pc:spChg chg="add mod">
          <ac:chgData name="Fung, Lloyd" userId="5beb95b9-2d4c-4790-a383-88105408be75" providerId="ADAL" clId="{AAF57D06-9A6B-5B2F-A816-D7705ED4136C}" dt="2026-01-14T10:55:07.027" v="3614" actId="1076"/>
          <ac:spMkLst>
            <pc:docMk/>
            <pc:sldMk cId="1213483842" sldId="1354"/>
            <ac:spMk id="35" creationId="{4B58BBCD-F948-B763-3093-E9F1554463A3}"/>
          </ac:spMkLst>
        </pc:spChg>
        <pc:spChg chg="add mod">
          <ac:chgData name="Fung, Lloyd" userId="5beb95b9-2d4c-4790-a383-88105408be75" providerId="ADAL" clId="{AAF57D06-9A6B-5B2F-A816-D7705ED4136C}" dt="2026-01-14T10:45:25.512" v="3428" actId="1076"/>
          <ac:spMkLst>
            <pc:docMk/>
            <pc:sldMk cId="1213483842" sldId="1354"/>
            <ac:spMk id="36" creationId="{19BD0FF0-6943-4D22-DEB2-327F8A233F13}"/>
          </ac:spMkLst>
        </pc:spChg>
        <pc:spChg chg="add mod">
          <ac:chgData name="Fung, Lloyd" userId="5beb95b9-2d4c-4790-a383-88105408be75" providerId="ADAL" clId="{AAF57D06-9A6B-5B2F-A816-D7705ED4136C}" dt="2026-01-14T10:45:25.512" v="3428" actId="1076"/>
          <ac:spMkLst>
            <pc:docMk/>
            <pc:sldMk cId="1213483842" sldId="1354"/>
            <ac:spMk id="37" creationId="{0F0250DF-DDB6-8BE5-B165-670534E14988}"/>
          </ac:spMkLst>
        </pc:spChg>
        <pc:spChg chg="add mod">
          <ac:chgData name="Fung, Lloyd" userId="5beb95b9-2d4c-4790-a383-88105408be75" providerId="ADAL" clId="{AAF57D06-9A6B-5B2F-A816-D7705ED4136C}" dt="2026-01-14T10:45:20.461" v="3427" actId="14100"/>
          <ac:spMkLst>
            <pc:docMk/>
            <pc:sldMk cId="1213483842" sldId="1354"/>
            <ac:spMk id="38" creationId="{5A912022-448B-95BD-1AE7-7292D1599D83}"/>
          </ac:spMkLst>
        </pc:spChg>
        <pc:spChg chg="add mod">
          <ac:chgData name="Fung, Lloyd" userId="5beb95b9-2d4c-4790-a383-88105408be75" providerId="ADAL" clId="{AAF57D06-9A6B-5B2F-A816-D7705ED4136C}" dt="2026-01-14T10:46:01.661" v="3429" actId="1076"/>
          <ac:spMkLst>
            <pc:docMk/>
            <pc:sldMk cId="1213483842" sldId="1354"/>
            <ac:spMk id="39" creationId="{B53DB388-A510-C558-5A04-49FF03142CC0}"/>
          </ac:spMkLst>
        </pc:spChg>
        <pc:spChg chg="add mod">
          <ac:chgData name="Fung, Lloyd" userId="5beb95b9-2d4c-4790-a383-88105408be75" providerId="ADAL" clId="{AAF57D06-9A6B-5B2F-A816-D7705ED4136C}" dt="2026-01-14T10:46:31.413" v="3434" actId="1076"/>
          <ac:spMkLst>
            <pc:docMk/>
            <pc:sldMk cId="1213483842" sldId="1354"/>
            <ac:spMk id="40" creationId="{221C0527-E3AB-2996-278A-1A74FA70ACA0}"/>
          </ac:spMkLst>
        </pc:spChg>
        <pc:spChg chg="add mod">
          <ac:chgData name="Fung, Lloyd" userId="5beb95b9-2d4c-4790-a383-88105408be75" providerId="ADAL" clId="{AAF57D06-9A6B-5B2F-A816-D7705ED4136C}" dt="2026-01-14T10:46:33.836" v="3435"/>
          <ac:spMkLst>
            <pc:docMk/>
            <pc:sldMk cId="1213483842" sldId="1354"/>
            <ac:spMk id="41" creationId="{CC640137-A2A6-9936-BE44-233FFCC9B1CF}"/>
          </ac:spMkLst>
        </pc:spChg>
        <pc:spChg chg="add mod">
          <ac:chgData name="Fung, Lloyd" userId="5beb95b9-2d4c-4790-a383-88105408be75" providerId="ADAL" clId="{AAF57D06-9A6B-5B2F-A816-D7705ED4136C}" dt="2026-01-14T10:46:39.180" v="3437" actId="1076"/>
          <ac:spMkLst>
            <pc:docMk/>
            <pc:sldMk cId="1213483842" sldId="1354"/>
            <ac:spMk id="42" creationId="{9EB9A7C4-E33E-4532-EF1D-581E54C0C4C0}"/>
          </ac:spMkLst>
        </pc:spChg>
        <pc:spChg chg="add mod">
          <ac:chgData name="Fung, Lloyd" userId="5beb95b9-2d4c-4790-a383-88105408be75" providerId="ADAL" clId="{AAF57D06-9A6B-5B2F-A816-D7705ED4136C}" dt="2026-01-14T10:49:59.975" v="3557" actId="465"/>
          <ac:spMkLst>
            <pc:docMk/>
            <pc:sldMk cId="1213483842" sldId="1354"/>
            <ac:spMk id="45" creationId="{ABC31101-B28B-01BD-CF91-10D0867D56E2}"/>
          </ac:spMkLst>
        </pc:spChg>
        <pc:spChg chg="add mod">
          <ac:chgData name="Fung, Lloyd" userId="5beb95b9-2d4c-4790-a383-88105408be75" providerId="ADAL" clId="{AAF57D06-9A6B-5B2F-A816-D7705ED4136C}" dt="2026-01-14T10:49:59.975" v="3557" actId="465"/>
          <ac:spMkLst>
            <pc:docMk/>
            <pc:sldMk cId="1213483842" sldId="1354"/>
            <ac:spMk id="46" creationId="{5457C9CD-FC12-B21C-134C-DED5F176190D}"/>
          </ac:spMkLst>
        </pc:spChg>
        <pc:spChg chg="add mod">
          <ac:chgData name="Fung, Lloyd" userId="5beb95b9-2d4c-4790-a383-88105408be75" providerId="ADAL" clId="{AAF57D06-9A6B-5B2F-A816-D7705ED4136C}" dt="2026-01-14T10:50:47.786" v="3570" actId="164"/>
          <ac:spMkLst>
            <pc:docMk/>
            <pc:sldMk cId="1213483842" sldId="1354"/>
            <ac:spMk id="47" creationId="{F5EDDA59-9443-11B0-1AD1-65732513F58C}"/>
          </ac:spMkLst>
        </pc:spChg>
        <pc:spChg chg="add mod">
          <ac:chgData name="Fung, Lloyd" userId="5beb95b9-2d4c-4790-a383-88105408be75" providerId="ADAL" clId="{AAF57D06-9A6B-5B2F-A816-D7705ED4136C}" dt="2026-01-14T10:50:47.786" v="3570" actId="164"/>
          <ac:spMkLst>
            <pc:docMk/>
            <pc:sldMk cId="1213483842" sldId="1354"/>
            <ac:spMk id="48" creationId="{4EC4D19A-9B2E-E9EA-39D2-E38B6473E2C9}"/>
          </ac:spMkLst>
        </pc:spChg>
        <pc:spChg chg="add mod">
          <ac:chgData name="Fung, Lloyd" userId="5beb95b9-2d4c-4790-a383-88105408be75" providerId="ADAL" clId="{AAF57D06-9A6B-5B2F-A816-D7705ED4136C}" dt="2026-01-14T10:55:41.861" v="3622" actId="1076"/>
          <ac:spMkLst>
            <pc:docMk/>
            <pc:sldMk cId="1213483842" sldId="1354"/>
            <ac:spMk id="50" creationId="{DE8F1EA9-06EF-F1B3-B9F8-6E41AE09CAE2}"/>
          </ac:spMkLst>
        </pc:spChg>
        <pc:spChg chg="add mod">
          <ac:chgData name="Fung, Lloyd" userId="5beb95b9-2d4c-4790-a383-88105408be75" providerId="ADAL" clId="{AAF57D06-9A6B-5B2F-A816-D7705ED4136C}" dt="2026-01-14T10:57:00.077" v="3671" actId="1076"/>
          <ac:spMkLst>
            <pc:docMk/>
            <pc:sldMk cId="1213483842" sldId="1354"/>
            <ac:spMk id="51" creationId="{4D501EC3-D90F-BFEF-0596-6F1997F7483C}"/>
          </ac:spMkLst>
        </pc:spChg>
        <pc:grpChg chg="add del mod">
          <ac:chgData name="Fung, Lloyd" userId="5beb95b9-2d4c-4790-a383-88105408be75" providerId="ADAL" clId="{AAF57D06-9A6B-5B2F-A816-D7705ED4136C}" dt="2026-01-14T10:48:42.024" v="3520" actId="165"/>
          <ac:grpSpMkLst>
            <pc:docMk/>
            <pc:sldMk cId="1213483842" sldId="1354"/>
            <ac:grpSpMk id="43" creationId="{04DE70E9-8BA9-9CD6-3878-996FD3E223AD}"/>
          </ac:grpSpMkLst>
        </pc:grpChg>
        <pc:cxnChg chg="del">
          <ac:chgData name="Fung, Lloyd" userId="5beb95b9-2d4c-4790-a383-88105408be75" providerId="ADAL" clId="{AAF57D06-9A6B-5B2F-A816-D7705ED4136C}" dt="2026-01-14T09:52:26.687" v="3111" actId="478"/>
          <ac:cxnSpMkLst>
            <pc:docMk/>
            <pc:sldMk cId="1213483842" sldId="1354"/>
            <ac:cxnSpMk id="4" creationId="{F5B36ED8-37EE-8ACA-0E51-0D62BD0B3D16}"/>
          </ac:cxnSpMkLst>
        </pc:cxnChg>
      </pc:sldChg>
      <pc:sldChg chg="add del mod modShow">
        <pc:chgData name="Fung, Lloyd" userId="5beb95b9-2d4c-4790-a383-88105408be75" providerId="ADAL" clId="{AAF57D06-9A6B-5B2F-A816-D7705ED4136C}" dt="2026-01-14T09:51:35.125" v="3102" actId="2696"/>
        <pc:sldMkLst>
          <pc:docMk/>
          <pc:sldMk cId="1341182560" sldId="1354"/>
        </pc:sldMkLst>
      </pc:sldChg>
      <pc:sldChg chg="addSp delSp modSp add mod addAnim delAnim">
        <pc:chgData name="Fung, Lloyd" userId="5beb95b9-2d4c-4790-a383-88105408be75" providerId="ADAL" clId="{AAF57D06-9A6B-5B2F-A816-D7705ED4136C}" dt="2026-01-14T11:33:19.802" v="4137" actId="20577"/>
        <pc:sldMkLst>
          <pc:docMk/>
          <pc:sldMk cId="3901834376" sldId="1355"/>
        </pc:sldMkLst>
        <pc:spChg chg="mod">
          <ac:chgData name="Fung, Lloyd" userId="5beb95b9-2d4c-4790-a383-88105408be75" providerId="ADAL" clId="{AAF57D06-9A6B-5B2F-A816-D7705ED4136C}" dt="2026-01-14T11:17:09.839" v="3734" actId="20577"/>
          <ac:spMkLst>
            <pc:docMk/>
            <pc:sldMk cId="3901834376" sldId="1355"/>
            <ac:spMk id="2" creationId="{77F7E467-426A-DFE5-D2F0-18A6DE81C90F}"/>
          </ac:spMkLst>
        </pc:spChg>
        <pc:spChg chg="mod">
          <ac:chgData name="Fung, Lloyd" userId="5beb95b9-2d4c-4790-a383-88105408be75" providerId="ADAL" clId="{AAF57D06-9A6B-5B2F-A816-D7705ED4136C}" dt="2026-01-14T11:13:37.049" v="3716" actId="207"/>
          <ac:spMkLst>
            <pc:docMk/>
            <pc:sldMk cId="3901834376" sldId="1355"/>
            <ac:spMk id="4" creationId="{9F8A1AEF-339F-8A64-5A33-8CE10717D91B}"/>
          </ac:spMkLst>
        </pc:spChg>
        <pc:spChg chg="add del">
          <ac:chgData name="Fung, Lloyd" userId="5beb95b9-2d4c-4790-a383-88105408be75" providerId="ADAL" clId="{AAF57D06-9A6B-5B2F-A816-D7705ED4136C}" dt="2026-01-14T11:13:27.496" v="3715" actId="478"/>
          <ac:spMkLst>
            <pc:docMk/>
            <pc:sldMk cId="3901834376" sldId="1355"/>
            <ac:spMk id="5" creationId="{DE6E8183-356D-F219-E27B-5B245A81AD54}"/>
          </ac:spMkLst>
        </pc:spChg>
        <pc:spChg chg="mod">
          <ac:chgData name="Fung, Lloyd" userId="5beb95b9-2d4c-4790-a383-88105408be75" providerId="ADAL" clId="{AAF57D06-9A6B-5B2F-A816-D7705ED4136C}" dt="2026-01-14T11:33:19.802" v="4137" actId="20577"/>
          <ac:spMkLst>
            <pc:docMk/>
            <pc:sldMk cId="3901834376" sldId="1355"/>
            <ac:spMk id="11" creationId="{EB8CFBA1-3CE5-0006-7590-045D55E36173}"/>
          </ac:spMkLst>
        </pc:spChg>
        <pc:spChg chg="mod">
          <ac:chgData name="Fung, Lloyd" userId="5beb95b9-2d4c-4790-a383-88105408be75" providerId="ADAL" clId="{AAF57D06-9A6B-5B2F-A816-D7705ED4136C}" dt="2026-01-14T11:14:07.674" v="3723" actId="207"/>
          <ac:spMkLst>
            <pc:docMk/>
            <pc:sldMk cId="3901834376" sldId="1355"/>
            <ac:spMk id="23" creationId="{C69FCBE7-8D6D-CD79-5295-5EDF81DAE2B8}"/>
          </ac:spMkLst>
        </pc:spChg>
        <pc:spChg chg="mod">
          <ac:chgData name="Fung, Lloyd" userId="5beb95b9-2d4c-4790-a383-88105408be75" providerId="ADAL" clId="{AAF57D06-9A6B-5B2F-A816-D7705ED4136C}" dt="2026-01-14T11:13:40.441" v="3717" actId="207"/>
          <ac:spMkLst>
            <pc:docMk/>
            <pc:sldMk cId="3901834376" sldId="1355"/>
            <ac:spMk id="41" creationId="{30AFD406-381C-4D4B-CC3D-D78B532DEAAB}"/>
          </ac:spMkLst>
        </pc:spChg>
      </pc:sldChg>
      <pc:sldChg chg="addSp delSp modSp add mod chgLayout">
        <pc:chgData name="Fung, Lloyd" userId="5beb95b9-2d4c-4790-a383-88105408be75" providerId="ADAL" clId="{AAF57D06-9A6B-5B2F-A816-D7705ED4136C}" dt="2026-01-14T14:25:36.075" v="6461" actId="20577"/>
        <pc:sldMkLst>
          <pc:docMk/>
          <pc:sldMk cId="2836738161" sldId="1356"/>
        </pc:sldMkLst>
        <pc:spChg chg="mod ord">
          <ac:chgData name="Fung, Lloyd" userId="5beb95b9-2d4c-4790-a383-88105408be75" providerId="ADAL" clId="{AAF57D06-9A6B-5B2F-A816-D7705ED4136C}" dt="2026-01-14T11:28:48.445" v="3971" actId="1035"/>
          <ac:spMkLst>
            <pc:docMk/>
            <pc:sldMk cId="2836738161" sldId="1356"/>
            <ac:spMk id="2" creationId="{B9CC2013-8DD8-EF9A-4224-1220B25088EB}"/>
          </ac:spMkLst>
        </pc:spChg>
        <pc:spChg chg="add del mod ord">
          <ac:chgData name="Fung, Lloyd" userId="5beb95b9-2d4c-4790-a383-88105408be75" providerId="ADAL" clId="{AAF57D06-9A6B-5B2F-A816-D7705ED4136C}" dt="2026-01-14T11:21:42.867" v="3825" actId="3680"/>
          <ac:spMkLst>
            <pc:docMk/>
            <pc:sldMk cId="2836738161" sldId="1356"/>
            <ac:spMk id="3" creationId="{24947E40-3649-89E3-4C1C-E7D21B9149BE}"/>
          </ac:spMkLst>
        </pc:spChg>
        <pc:spChg chg="del">
          <ac:chgData name="Fung, Lloyd" userId="5beb95b9-2d4c-4790-a383-88105408be75" providerId="ADAL" clId="{AAF57D06-9A6B-5B2F-A816-D7705ED4136C}" dt="2026-01-14T11:21:25.424" v="3823" actId="478"/>
          <ac:spMkLst>
            <pc:docMk/>
            <pc:sldMk cId="2836738161" sldId="1356"/>
            <ac:spMk id="5" creationId="{B6153C1E-590F-6396-984B-5CFF42AB40A8}"/>
          </ac:spMkLst>
        </pc:spChg>
        <pc:spChg chg="del">
          <ac:chgData name="Fung, Lloyd" userId="5beb95b9-2d4c-4790-a383-88105408be75" providerId="ADAL" clId="{AAF57D06-9A6B-5B2F-A816-D7705ED4136C}" dt="2026-01-14T11:21:25.424" v="3823" actId="478"/>
          <ac:spMkLst>
            <pc:docMk/>
            <pc:sldMk cId="2836738161" sldId="1356"/>
            <ac:spMk id="6" creationId="{A31CC1B5-7188-7E29-3F9F-CE444891F13C}"/>
          </ac:spMkLst>
        </pc:spChg>
        <pc:spChg chg="del">
          <ac:chgData name="Fung, Lloyd" userId="5beb95b9-2d4c-4790-a383-88105408be75" providerId="ADAL" clId="{AAF57D06-9A6B-5B2F-A816-D7705ED4136C}" dt="2026-01-14T11:21:25.424" v="3823" actId="478"/>
          <ac:spMkLst>
            <pc:docMk/>
            <pc:sldMk cId="2836738161" sldId="1356"/>
            <ac:spMk id="7" creationId="{8CDACDE3-4E3C-6933-E8D0-1A6741AA4AF9}"/>
          </ac:spMkLst>
        </pc:spChg>
        <pc:spChg chg="del">
          <ac:chgData name="Fung, Lloyd" userId="5beb95b9-2d4c-4790-a383-88105408be75" providerId="ADAL" clId="{AAF57D06-9A6B-5B2F-A816-D7705ED4136C}" dt="2026-01-14T11:21:20.321" v="3821" actId="478"/>
          <ac:spMkLst>
            <pc:docMk/>
            <pc:sldMk cId="2836738161" sldId="1356"/>
            <ac:spMk id="8" creationId="{01C4EB1F-0598-C46B-422A-41FD1DF08F3A}"/>
          </ac:spMkLst>
        </pc:spChg>
        <pc:spChg chg="del">
          <ac:chgData name="Fung, Lloyd" userId="5beb95b9-2d4c-4790-a383-88105408be75" providerId="ADAL" clId="{AAF57D06-9A6B-5B2F-A816-D7705ED4136C}" dt="2026-01-14T11:21:20.321" v="3821" actId="478"/>
          <ac:spMkLst>
            <pc:docMk/>
            <pc:sldMk cId="2836738161" sldId="1356"/>
            <ac:spMk id="9" creationId="{DFDDA115-0932-015B-165E-5CDE403B73BE}"/>
          </ac:spMkLst>
        </pc:spChg>
        <pc:spChg chg="del">
          <ac:chgData name="Fung, Lloyd" userId="5beb95b9-2d4c-4790-a383-88105408be75" providerId="ADAL" clId="{AAF57D06-9A6B-5B2F-A816-D7705ED4136C}" dt="2026-01-14T11:21:20.321" v="3821" actId="478"/>
          <ac:spMkLst>
            <pc:docMk/>
            <pc:sldMk cId="2836738161" sldId="1356"/>
            <ac:spMk id="10" creationId="{53678706-B72E-3CB4-0AEB-FEDB0DD1A98B}"/>
          </ac:spMkLst>
        </pc:spChg>
        <pc:spChg chg="del">
          <ac:chgData name="Fung, Lloyd" userId="5beb95b9-2d4c-4790-a383-88105408be75" providerId="ADAL" clId="{AAF57D06-9A6B-5B2F-A816-D7705ED4136C}" dt="2026-01-14T11:21:22.796" v="3822" actId="478"/>
          <ac:spMkLst>
            <pc:docMk/>
            <pc:sldMk cId="2836738161" sldId="1356"/>
            <ac:spMk id="11" creationId="{DA143B86-6F5E-5D87-C96C-F88CC13D16D6}"/>
          </ac:spMkLst>
        </pc:spChg>
        <pc:graphicFrameChg chg="add mod ord modGraphic">
          <ac:chgData name="Fung, Lloyd" userId="5beb95b9-2d4c-4790-a383-88105408be75" providerId="ADAL" clId="{AAF57D06-9A6B-5B2F-A816-D7705ED4136C}" dt="2026-01-14T14:25:36.075" v="6461" actId="20577"/>
          <ac:graphicFrameMkLst>
            <pc:docMk/>
            <pc:sldMk cId="2836738161" sldId="1356"/>
            <ac:graphicFrameMk id="4" creationId="{ED3D598E-9D40-6763-08BD-9395FFAC1F25}"/>
          </ac:graphicFrameMkLst>
        </pc:graphicFrameChg>
      </pc:sldChg>
      <pc:sldChg chg="addSp delSp modSp add mod modClrScheme modAnim chgLayout">
        <pc:chgData name="Fung, Lloyd" userId="5beb95b9-2d4c-4790-a383-88105408be75" providerId="ADAL" clId="{AAF57D06-9A6B-5B2F-A816-D7705ED4136C}" dt="2026-01-14T12:43:44.080" v="4845" actId="1076"/>
        <pc:sldMkLst>
          <pc:docMk/>
          <pc:sldMk cId="3230190196" sldId="1357"/>
        </pc:sldMkLst>
        <pc:spChg chg="mod ord">
          <ac:chgData name="Fung, Lloyd" userId="5beb95b9-2d4c-4790-a383-88105408be75" providerId="ADAL" clId="{AAF57D06-9A6B-5B2F-A816-D7705ED4136C}" dt="2026-01-14T11:47:16.323" v="4399" actId="700"/>
          <ac:spMkLst>
            <pc:docMk/>
            <pc:sldMk cId="3230190196" sldId="1357"/>
            <ac:spMk id="2" creationId="{C3E0C1A2-F478-0ECC-81CC-7B80CC04D1F0}"/>
          </ac:spMkLst>
        </pc:spChg>
        <pc:spChg chg="add del mod ord">
          <ac:chgData name="Fung, Lloyd" userId="5beb95b9-2d4c-4790-a383-88105408be75" providerId="ADAL" clId="{AAF57D06-9A6B-5B2F-A816-D7705ED4136C}" dt="2026-01-14T11:47:16.323" v="4399" actId="700"/>
          <ac:spMkLst>
            <pc:docMk/>
            <pc:sldMk cId="3230190196" sldId="1357"/>
            <ac:spMk id="5" creationId="{5585A7EF-DEB3-1C57-5962-1BC01B7A62B7}"/>
          </ac:spMkLst>
        </pc:spChg>
        <pc:spChg chg="add del mod ord">
          <ac:chgData name="Fung, Lloyd" userId="5beb95b9-2d4c-4790-a383-88105408be75" providerId="ADAL" clId="{AAF57D06-9A6B-5B2F-A816-D7705ED4136C}" dt="2026-01-14T11:47:38.889" v="4400" actId="478"/>
          <ac:spMkLst>
            <pc:docMk/>
            <pc:sldMk cId="3230190196" sldId="1357"/>
            <ac:spMk id="6" creationId="{E4D036FB-7CEB-6A64-D579-A95076B11AA1}"/>
          </ac:spMkLst>
        </pc:spChg>
        <pc:spChg chg="add del mod ord">
          <ac:chgData name="Fung, Lloyd" userId="5beb95b9-2d4c-4790-a383-88105408be75" providerId="ADAL" clId="{AAF57D06-9A6B-5B2F-A816-D7705ED4136C}" dt="2026-01-14T11:54:35.320" v="4606"/>
          <ac:spMkLst>
            <pc:docMk/>
            <pc:sldMk cId="3230190196" sldId="1357"/>
            <ac:spMk id="7" creationId="{97936F3C-9A4E-2EE6-5E69-A72E5D0491E6}"/>
          </ac:spMkLst>
        </pc:spChg>
        <pc:spChg chg="add mod">
          <ac:chgData name="Fung, Lloyd" userId="5beb95b9-2d4c-4790-a383-88105408be75" providerId="ADAL" clId="{AAF57D06-9A6B-5B2F-A816-D7705ED4136C}" dt="2026-01-14T11:50:14.789" v="4426" actId="164"/>
          <ac:spMkLst>
            <pc:docMk/>
            <pc:sldMk cId="3230190196" sldId="1357"/>
            <ac:spMk id="12" creationId="{71FCFBBC-4C13-A133-F55F-A5AFB73C40EB}"/>
          </ac:spMkLst>
        </pc:spChg>
        <pc:spChg chg="add del mod">
          <ac:chgData name="Fung, Lloyd" userId="5beb95b9-2d4c-4790-a383-88105408be75" providerId="ADAL" clId="{AAF57D06-9A6B-5B2F-A816-D7705ED4136C}" dt="2026-01-14T11:49:11.654" v="4413" actId="478"/>
          <ac:spMkLst>
            <pc:docMk/>
            <pc:sldMk cId="3230190196" sldId="1357"/>
            <ac:spMk id="13" creationId="{EB1B1219-4A09-D7EE-D28A-E3CEDAB4C21B}"/>
          </ac:spMkLst>
        </pc:spChg>
        <pc:spChg chg="add mod">
          <ac:chgData name="Fung, Lloyd" userId="5beb95b9-2d4c-4790-a383-88105408be75" providerId="ADAL" clId="{AAF57D06-9A6B-5B2F-A816-D7705ED4136C}" dt="2026-01-14T11:50:14.789" v="4426" actId="164"/>
          <ac:spMkLst>
            <pc:docMk/>
            <pc:sldMk cId="3230190196" sldId="1357"/>
            <ac:spMk id="14" creationId="{E823F1A7-DBD9-D6DA-50D8-467F9AB05A53}"/>
          </ac:spMkLst>
        </pc:spChg>
        <pc:spChg chg="add mod">
          <ac:chgData name="Fung, Lloyd" userId="5beb95b9-2d4c-4790-a383-88105408be75" providerId="ADAL" clId="{AAF57D06-9A6B-5B2F-A816-D7705ED4136C}" dt="2026-01-14T11:50:14.789" v="4426" actId="164"/>
          <ac:spMkLst>
            <pc:docMk/>
            <pc:sldMk cId="3230190196" sldId="1357"/>
            <ac:spMk id="15" creationId="{50BF3551-E12F-76CE-8D56-35A2CB50A63C}"/>
          </ac:spMkLst>
        </pc:spChg>
        <pc:spChg chg="mod">
          <ac:chgData name="Fung, Lloyd" userId="5beb95b9-2d4c-4790-a383-88105408be75" providerId="ADAL" clId="{AAF57D06-9A6B-5B2F-A816-D7705ED4136C}" dt="2026-01-14T11:50:36.186" v="4431" actId="207"/>
          <ac:spMkLst>
            <pc:docMk/>
            <pc:sldMk cId="3230190196" sldId="1357"/>
            <ac:spMk id="18" creationId="{1330D38B-0030-FB46-95F9-A5055889491C}"/>
          </ac:spMkLst>
        </pc:spChg>
        <pc:spChg chg="mod">
          <ac:chgData name="Fung, Lloyd" userId="5beb95b9-2d4c-4790-a383-88105408be75" providerId="ADAL" clId="{AAF57D06-9A6B-5B2F-A816-D7705ED4136C}" dt="2026-01-14T11:50:36.186" v="4431" actId="207"/>
          <ac:spMkLst>
            <pc:docMk/>
            <pc:sldMk cId="3230190196" sldId="1357"/>
            <ac:spMk id="19" creationId="{D64446E3-FA13-8650-3E12-4DA5E9CCE936}"/>
          </ac:spMkLst>
        </pc:spChg>
        <pc:spChg chg="mod">
          <ac:chgData name="Fung, Lloyd" userId="5beb95b9-2d4c-4790-a383-88105408be75" providerId="ADAL" clId="{AAF57D06-9A6B-5B2F-A816-D7705ED4136C}" dt="2026-01-14T11:50:36.186" v="4431" actId="207"/>
          <ac:spMkLst>
            <pc:docMk/>
            <pc:sldMk cId="3230190196" sldId="1357"/>
            <ac:spMk id="20" creationId="{21583490-2138-5C4C-639C-0B909058D90C}"/>
          </ac:spMkLst>
        </pc:spChg>
        <pc:spChg chg="add mod">
          <ac:chgData name="Fung, Lloyd" userId="5beb95b9-2d4c-4790-a383-88105408be75" providerId="ADAL" clId="{AAF57D06-9A6B-5B2F-A816-D7705ED4136C}" dt="2026-01-14T11:55:31.234" v="4616" actId="1076"/>
          <ac:spMkLst>
            <pc:docMk/>
            <pc:sldMk cId="3230190196" sldId="1357"/>
            <ac:spMk id="23" creationId="{CCDC8678-01C7-7848-7559-19CB3DD4C61A}"/>
          </ac:spMkLst>
        </pc:spChg>
        <pc:spChg chg="add mod">
          <ac:chgData name="Fung, Lloyd" userId="5beb95b9-2d4c-4790-a383-88105408be75" providerId="ADAL" clId="{AAF57D06-9A6B-5B2F-A816-D7705ED4136C}" dt="2026-01-14T11:58:52.335" v="4745" actId="58"/>
          <ac:spMkLst>
            <pc:docMk/>
            <pc:sldMk cId="3230190196" sldId="1357"/>
            <ac:spMk id="24" creationId="{B58E073E-E790-53F0-EE78-3B669C8AD311}"/>
          </ac:spMkLst>
        </pc:spChg>
        <pc:spChg chg="add mod">
          <ac:chgData name="Fung, Lloyd" userId="5beb95b9-2d4c-4790-a383-88105408be75" providerId="ADAL" clId="{AAF57D06-9A6B-5B2F-A816-D7705ED4136C}" dt="2026-01-14T11:51:47.619" v="4480" actId="1036"/>
          <ac:spMkLst>
            <pc:docMk/>
            <pc:sldMk cId="3230190196" sldId="1357"/>
            <ac:spMk id="25" creationId="{F1A0375A-4937-4206-E254-76D471907F07}"/>
          </ac:spMkLst>
        </pc:spChg>
        <pc:spChg chg="add mod">
          <ac:chgData name="Fung, Lloyd" userId="5beb95b9-2d4c-4790-a383-88105408be75" providerId="ADAL" clId="{AAF57D06-9A6B-5B2F-A816-D7705ED4136C}" dt="2026-01-14T11:52:11.843" v="4605" actId="1035"/>
          <ac:spMkLst>
            <pc:docMk/>
            <pc:sldMk cId="3230190196" sldId="1357"/>
            <ac:spMk id="26" creationId="{5E81B4F7-7F2E-EF24-99A1-100601263C35}"/>
          </ac:spMkLst>
        </pc:spChg>
        <pc:spChg chg="add mod">
          <ac:chgData name="Fung, Lloyd" userId="5beb95b9-2d4c-4790-a383-88105408be75" providerId="ADAL" clId="{AAF57D06-9A6B-5B2F-A816-D7705ED4136C}" dt="2026-01-14T12:43:44.080" v="4845" actId="1076"/>
          <ac:spMkLst>
            <pc:docMk/>
            <pc:sldMk cId="3230190196" sldId="1357"/>
            <ac:spMk id="30" creationId="{B238F48E-9B04-C64C-D48C-6E3695B0B71E}"/>
          </ac:spMkLst>
        </pc:spChg>
        <pc:grpChg chg="add mod">
          <ac:chgData name="Fung, Lloyd" userId="5beb95b9-2d4c-4790-a383-88105408be75" providerId="ADAL" clId="{AAF57D06-9A6B-5B2F-A816-D7705ED4136C}" dt="2026-01-14T11:50:14.789" v="4426" actId="164"/>
          <ac:grpSpMkLst>
            <pc:docMk/>
            <pc:sldMk cId="3230190196" sldId="1357"/>
            <ac:grpSpMk id="16" creationId="{F64BB78A-EEB7-E391-E2E0-F5C96DB4AE68}"/>
          </ac:grpSpMkLst>
        </pc:grpChg>
        <pc:grpChg chg="add mod">
          <ac:chgData name="Fung, Lloyd" userId="5beb95b9-2d4c-4790-a383-88105408be75" providerId="ADAL" clId="{AAF57D06-9A6B-5B2F-A816-D7705ED4136C}" dt="2026-01-14T11:55:28.785" v="4615" actId="688"/>
          <ac:grpSpMkLst>
            <pc:docMk/>
            <pc:sldMk cId="3230190196" sldId="1357"/>
            <ac:grpSpMk id="17" creationId="{EECD17C7-8352-5D64-ADAE-3C2E96425524}"/>
          </ac:grpSpMkLst>
        </pc:grpChg>
        <pc:graphicFrameChg chg="del">
          <ac:chgData name="Fung, Lloyd" userId="5beb95b9-2d4c-4790-a383-88105408be75" providerId="ADAL" clId="{AAF57D06-9A6B-5B2F-A816-D7705ED4136C}" dt="2026-01-14T11:46:58.332" v="4398" actId="478"/>
          <ac:graphicFrameMkLst>
            <pc:docMk/>
            <pc:sldMk cId="3230190196" sldId="1357"/>
            <ac:graphicFrameMk id="4" creationId="{E0813515-2665-FB6C-079F-74F2F6380E05}"/>
          </ac:graphicFrameMkLst>
        </pc:graphicFrameChg>
        <pc:picChg chg="add mod">
          <ac:chgData name="Fung, Lloyd" userId="5beb95b9-2d4c-4790-a383-88105408be75" providerId="ADAL" clId="{AAF57D06-9A6B-5B2F-A816-D7705ED4136C}" dt="2026-01-14T11:54:36.304" v="4608" actId="962"/>
          <ac:picMkLst>
            <pc:docMk/>
            <pc:sldMk cId="3230190196" sldId="1357"/>
            <ac:picMk id="28" creationId="{B9696C67-78B3-2B97-0AD0-EC9A75FD48C0}"/>
          </ac:picMkLst>
        </pc:picChg>
        <pc:cxnChg chg="add mod">
          <ac:chgData name="Fung, Lloyd" userId="5beb95b9-2d4c-4790-a383-88105408be75" providerId="ADAL" clId="{AAF57D06-9A6B-5B2F-A816-D7705ED4136C}" dt="2026-01-14T11:51:01.836" v="4436" actId="14100"/>
          <ac:cxnSpMkLst>
            <pc:docMk/>
            <pc:sldMk cId="3230190196" sldId="1357"/>
            <ac:cxnSpMk id="9" creationId="{F469DFF0-DB0D-9FFB-1633-F4F2E87EF04F}"/>
          </ac:cxnSpMkLst>
        </pc:cxnChg>
        <pc:cxnChg chg="add mod">
          <ac:chgData name="Fung, Lloyd" userId="5beb95b9-2d4c-4790-a383-88105408be75" providerId="ADAL" clId="{AAF57D06-9A6B-5B2F-A816-D7705ED4136C}" dt="2026-01-14T11:51:04.169" v="4437" actId="14100"/>
          <ac:cxnSpMkLst>
            <pc:docMk/>
            <pc:sldMk cId="3230190196" sldId="1357"/>
            <ac:cxnSpMk id="10" creationId="{44E9E512-9E1A-9C08-51A7-9C7CC65174B1}"/>
          </ac:cxnSpMkLst>
        </pc:cxnChg>
      </pc:sldChg>
      <pc:sldChg chg="delSp add del mod">
        <pc:chgData name="Fung, Lloyd" userId="5beb95b9-2d4c-4790-a383-88105408be75" providerId="ADAL" clId="{AAF57D06-9A6B-5B2F-A816-D7705ED4136C}" dt="2026-01-14T11:55:34.797" v="4617" actId="2696"/>
        <pc:sldMkLst>
          <pc:docMk/>
          <pc:sldMk cId="1022765216" sldId="1358"/>
        </pc:sldMkLst>
        <pc:grpChg chg="del">
          <ac:chgData name="Fung, Lloyd" userId="5beb95b9-2d4c-4790-a383-88105408be75" providerId="ADAL" clId="{AAF57D06-9A6B-5B2F-A816-D7705ED4136C}" dt="2026-01-14T11:54:51.100" v="4610" actId="478"/>
          <ac:grpSpMkLst>
            <pc:docMk/>
            <pc:sldMk cId="1022765216" sldId="1358"/>
            <ac:grpSpMk id="16" creationId="{11D7E7A2-DB52-6CF4-0299-CAC09E8FC5A8}"/>
          </ac:grpSpMkLst>
        </pc:grpChg>
      </pc:sldChg>
      <pc:sldChg chg="addSp delSp modSp add mod delAnim modAnim">
        <pc:chgData name="Fung, Lloyd" userId="5beb95b9-2d4c-4790-a383-88105408be75" providerId="ADAL" clId="{AAF57D06-9A6B-5B2F-A816-D7705ED4136C}" dt="2026-01-14T12:43:47.878" v="4846"/>
        <pc:sldMkLst>
          <pc:docMk/>
          <pc:sldMk cId="1954694103" sldId="1358"/>
        </pc:sldMkLst>
        <pc:spChg chg="add mod">
          <ac:chgData name="Fung, Lloyd" userId="5beb95b9-2d4c-4790-a383-88105408be75" providerId="ADAL" clId="{AAF57D06-9A6B-5B2F-A816-D7705ED4136C}" dt="2026-01-14T11:57:16.673" v="4730" actId="1037"/>
          <ac:spMkLst>
            <pc:docMk/>
            <pc:sldMk cId="1954694103" sldId="1358"/>
            <ac:spMk id="3" creationId="{C596453E-3D0F-4D3F-65D4-718D78DB41B7}"/>
          </ac:spMkLst>
        </pc:spChg>
        <pc:spChg chg="add mod">
          <ac:chgData name="Fung, Lloyd" userId="5beb95b9-2d4c-4790-a383-88105408be75" providerId="ADAL" clId="{AAF57D06-9A6B-5B2F-A816-D7705ED4136C}" dt="2026-01-14T11:58:25.502" v="4737" actId="1076"/>
          <ac:spMkLst>
            <pc:docMk/>
            <pc:sldMk cId="1954694103" sldId="1358"/>
            <ac:spMk id="4" creationId="{28AE70B1-FC7C-1D49-3400-4F1A4E8A4EDB}"/>
          </ac:spMkLst>
        </pc:spChg>
        <pc:spChg chg="add mod">
          <ac:chgData name="Fung, Lloyd" userId="5beb95b9-2d4c-4790-a383-88105408be75" providerId="ADAL" clId="{AAF57D06-9A6B-5B2F-A816-D7705ED4136C}" dt="2026-01-14T11:58:40.868" v="4741" actId="1076"/>
          <ac:spMkLst>
            <pc:docMk/>
            <pc:sldMk cId="1954694103" sldId="1358"/>
            <ac:spMk id="5" creationId="{43F26E34-F7E0-355E-EDB9-D8E14306A8A8}"/>
          </ac:spMkLst>
        </pc:spChg>
        <pc:spChg chg="add mod">
          <ac:chgData name="Fung, Lloyd" userId="5beb95b9-2d4c-4790-a383-88105408be75" providerId="ADAL" clId="{AAF57D06-9A6B-5B2F-A816-D7705ED4136C}" dt="2026-01-14T11:58:58.451" v="4749" actId="20577"/>
          <ac:spMkLst>
            <pc:docMk/>
            <pc:sldMk cId="1954694103" sldId="1358"/>
            <ac:spMk id="6" creationId="{D31840DC-DAD6-C421-507B-4F251BA4D8E3}"/>
          </ac:spMkLst>
        </pc:spChg>
        <pc:spChg chg="add mod">
          <ac:chgData name="Fung, Lloyd" userId="5beb95b9-2d4c-4790-a383-88105408be75" providerId="ADAL" clId="{AAF57D06-9A6B-5B2F-A816-D7705ED4136C}" dt="2026-01-14T12:43:47.878" v="4846"/>
          <ac:spMkLst>
            <pc:docMk/>
            <pc:sldMk cId="1954694103" sldId="1358"/>
            <ac:spMk id="7" creationId="{1125C3FE-8A5F-1EBD-780F-AD4E18DEB28D}"/>
          </ac:spMkLst>
        </pc:spChg>
        <pc:spChg chg="del">
          <ac:chgData name="Fung, Lloyd" userId="5beb95b9-2d4c-4790-a383-88105408be75" providerId="ADAL" clId="{AAF57D06-9A6B-5B2F-A816-D7705ED4136C}" dt="2026-01-14T11:58:56.384" v="4746" actId="478"/>
          <ac:spMkLst>
            <pc:docMk/>
            <pc:sldMk cId="1954694103" sldId="1358"/>
            <ac:spMk id="24" creationId="{4563354B-2C6A-2F6F-85E7-6F2AE2EB8814}"/>
          </ac:spMkLst>
        </pc:spChg>
        <pc:grpChg chg="del">
          <ac:chgData name="Fung, Lloyd" userId="5beb95b9-2d4c-4790-a383-88105408be75" providerId="ADAL" clId="{AAF57D06-9A6B-5B2F-A816-D7705ED4136C}" dt="2026-01-14T11:55:40.181" v="4619" actId="478"/>
          <ac:grpSpMkLst>
            <pc:docMk/>
            <pc:sldMk cId="1954694103" sldId="1358"/>
            <ac:grpSpMk id="16" creationId="{95D88F10-E197-DA7E-F420-21681C3CD1B2}"/>
          </ac:grpSpMkLst>
        </pc:grpChg>
      </pc:sldChg>
      <pc:sldChg chg="addSp delSp modSp add mod modClrScheme delAnim chgLayout">
        <pc:chgData name="Fung, Lloyd" userId="5beb95b9-2d4c-4790-a383-88105408be75" providerId="ADAL" clId="{AAF57D06-9A6B-5B2F-A816-D7705ED4136C}" dt="2026-01-14T13:23:46.636" v="5194" actId="207"/>
        <pc:sldMkLst>
          <pc:docMk/>
          <pc:sldMk cId="2133820656" sldId="1359"/>
        </pc:sldMkLst>
        <pc:spChg chg="mod ord">
          <ac:chgData name="Fung, Lloyd" userId="5beb95b9-2d4c-4790-a383-88105408be75" providerId="ADAL" clId="{AAF57D06-9A6B-5B2F-A816-D7705ED4136C}" dt="2026-01-14T12:41:08.859" v="4776" actId="20577"/>
          <ac:spMkLst>
            <pc:docMk/>
            <pc:sldMk cId="2133820656" sldId="1359"/>
            <ac:spMk id="2" creationId="{43DD6676-9E5E-CA36-BEB7-10A838B27737}"/>
          </ac:spMkLst>
        </pc:spChg>
        <pc:spChg chg="del">
          <ac:chgData name="Fung, Lloyd" userId="5beb95b9-2d4c-4790-a383-88105408be75" providerId="ADAL" clId="{AAF57D06-9A6B-5B2F-A816-D7705ED4136C}" dt="2026-01-14T12:41:02.478" v="4775" actId="478"/>
          <ac:spMkLst>
            <pc:docMk/>
            <pc:sldMk cId="2133820656" sldId="1359"/>
            <ac:spMk id="3" creationId="{A27A3AC1-B8FE-AF53-9546-C6C32C8EBA81}"/>
          </ac:spMkLst>
        </pc:spChg>
        <pc:spChg chg="del">
          <ac:chgData name="Fung, Lloyd" userId="5beb95b9-2d4c-4790-a383-88105408be75" providerId="ADAL" clId="{AAF57D06-9A6B-5B2F-A816-D7705ED4136C}" dt="2026-01-14T12:41:02.478" v="4775" actId="478"/>
          <ac:spMkLst>
            <pc:docMk/>
            <pc:sldMk cId="2133820656" sldId="1359"/>
            <ac:spMk id="4" creationId="{DED6C5F4-A938-99A2-0D40-FF924497970B}"/>
          </ac:spMkLst>
        </pc:spChg>
        <pc:spChg chg="del">
          <ac:chgData name="Fung, Lloyd" userId="5beb95b9-2d4c-4790-a383-88105408be75" providerId="ADAL" clId="{AAF57D06-9A6B-5B2F-A816-D7705ED4136C}" dt="2026-01-14T12:41:02.478" v="4775" actId="478"/>
          <ac:spMkLst>
            <pc:docMk/>
            <pc:sldMk cId="2133820656" sldId="1359"/>
            <ac:spMk id="5" creationId="{A70C694F-6D00-5DC7-C28B-C3F6A643C8BD}"/>
          </ac:spMkLst>
        </pc:spChg>
        <pc:spChg chg="del">
          <ac:chgData name="Fung, Lloyd" userId="5beb95b9-2d4c-4790-a383-88105408be75" providerId="ADAL" clId="{AAF57D06-9A6B-5B2F-A816-D7705ED4136C}" dt="2026-01-14T12:41:02.478" v="4775" actId="478"/>
          <ac:spMkLst>
            <pc:docMk/>
            <pc:sldMk cId="2133820656" sldId="1359"/>
            <ac:spMk id="6" creationId="{24E21B19-5B72-F69A-C313-1E2B7A6601DE}"/>
          </ac:spMkLst>
        </pc:spChg>
        <pc:spChg chg="add del mod ord">
          <ac:chgData name="Fung, Lloyd" userId="5beb95b9-2d4c-4790-a383-88105408be75" providerId="ADAL" clId="{AAF57D06-9A6B-5B2F-A816-D7705ED4136C}" dt="2026-01-14T12:00:14.279" v="4773" actId="700"/>
          <ac:spMkLst>
            <pc:docMk/>
            <pc:sldMk cId="2133820656" sldId="1359"/>
            <ac:spMk id="8" creationId="{CDB19237-D506-3F2C-F2D8-5579BD9028D1}"/>
          </ac:spMkLst>
        </pc:spChg>
        <pc:spChg chg="add del mod ord">
          <ac:chgData name="Fung, Lloyd" userId="5beb95b9-2d4c-4790-a383-88105408be75" providerId="ADAL" clId="{AAF57D06-9A6B-5B2F-A816-D7705ED4136C}" dt="2026-01-14T12:00:20.021" v="4774" actId="478"/>
          <ac:spMkLst>
            <pc:docMk/>
            <pc:sldMk cId="2133820656" sldId="1359"/>
            <ac:spMk id="11" creationId="{0CDD056E-2E5E-94B8-7623-E2C2D84765EC}"/>
          </ac:spMkLst>
        </pc:spChg>
        <pc:spChg chg="add mod">
          <ac:chgData name="Fung, Lloyd" userId="5beb95b9-2d4c-4790-a383-88105408be75" providerId="ADAL" clId="{AAF57D06-9A6B-5B2F-A816-D7705ED4136C}" dt="2026-01-14T13:08:45.993" v="5081" actId="14100"/>
          <ac:spMkLst>
            <pc:docMk/>
            <pc:sldMk cId="2133820656" sldId="1359"/>
            <ac:spMk id="15" creationId="{190678D4-58AC-A22A-9771-322E5AA84DF5}"/>
          </ac:spMkLst>
        </pc:spChg>
        <pc:spChg chg="add mod">
          <ac:chgData name="Fung, Lloyd" userId="5beb95b9-2d4c-4790-a383-88105408be75" providerId="ADAL" clId="{AAF57D06-9A6B-5B2F-A816-D7705ED4136C}" dt="2026-01-14T13:23:46.636" v="5194" actId="207"/>
          <ac:spMkLst>
            <pc:docMk/>
            <pc:sldMk cId="2133820656" sldId="1359"/>
            <ac:spMk id="16" creationId="{C2CBD0D2-BB71-4AB4-E4C3-8B9BCAF7E4AF}"/>
          </ac:spMkLst>
        </pc:spChg>
        <pc:spChg chg="del">
          <ac:chgData name="Fung, Lloyd" userId="5beb95b9-2d4c-4790-a383-88105408be75" providerId="ADAL" clId="{AAF57D06-9A6B-5B2F-A816-D7705ED4136C}" dt="2026-01-14T12:41:02.478" v="4775" actId="478"/>
          <ac:spMkLst>
            <pc:docMk/>
            <pc:sldMk cId="2133820656" sldId="1359"/>
            <ac:spMk id="23" creationId="{5CF40B36-2070-9D8D-F26A-D4D6BC5C0F23}"/>
          </ac:spMkLst>
        </pc:spChg>
        <pc:spChg chg="del">
          <ac:chgData name="Fung, Lloyd" userId="5beb95b9-2d4c-4790-a383-88105408be75" providerId="ADAL" clId="{AAF57D06-9A6B-5B2F-A816-D7705ED4136C}" dt="2026-01-14T12:41:02.478" v="4775" actId="478"/>
          <ac:spMkLst>
            <pc:docMk/>
            <pc:sldMk cId="2133820656" sldId="1359"/>
            <ac:spMk id="25" creationId="{83262755-C385-E1A4-58A7-30E03DC7A367}"/>
          </ac:spMkLst>
        </pc:spChg>
        <pc:spChg chg="del">
          <ac:chgData name="Fung, Lloyd" userId="5beb95b9-2d4c-4790-a383-88105408be75" providerId="ADAL" clId="{AAF57D06-9A6B-5B2F-A816-D7705ED4136C}" dt="2026-01-14T12:41:02.478" v="4775" actId="478"/>
          <ac:spMkLst>
            <pc:docMk/>
            <pc:sldMk cId="2133820656" sldId="1359"/>
            <ac:spMk id="26" creationId="{E1332E11-1815-1761-39F1-6EAAF411AF22}"/>
          </ac:spMkLst>
        </pc:spChg>
        <pc:grpChg chg="del">
          <ac:chgData name="Fung, Lloyd" userId="5beb95b9-2d4c-4790-a383-88105408be75" providerId="ADAL" clId="{AAF57D06-9A6B-5B2F-A816-D7705ED4136C}" dt="2026-01-14T12:41:02.478" v="4775" actId="478"/>
          <ac:grpSpMkLst>
            <pc:docMk/>
            <pc:sldMk cId="2133820656" sldId="1359"/>
            <ac:grpSpMk id="17" creationId="{CF9B165C-9F27-624D-95FD-E11085E09570}"/>
          </ac:grpSpMkLst>
        </pc:grpChg>
        <pc:picChg chg="add mod">
          <ac:chgData name="Fung, Lloyd" userId="5beb95b9-2d4c-4790-a383-88105408be75" providerId="ADAL" clId="{AAF57D06-9A6B-5B2F-A816-D7705ED4136C}" dt="2026-01-14T13:07:47.441" v="5077" actId="1076"/>
          <ac:picMkLst>
            <pc:docMk/>
            <pc:sldMk cId="2133820656" sldId="1359"/>
            <ac:picMk id="13" creationId="{D4D92701-5B3D-4AC3-1B47-B5AE027313B7}"/>
          </ac:picMkLst>
        </pc:picChg>
        <pc:picChg chg="del">
          <ac:chgData name="Fung, Lloyd" userId="5beb95b9-2d4c-4790-a383-88105408be75" providerId="ADAL" clId="{AAF57D06-9A6B-5B2F-A816-D7705ED4136C}" dt="2026-01-14T12:00:09.223" v="4772" actId="478"/>
          <ac:picMkLst>
            <pc:docMk/>
            <pc:sldMk cId="2133820656" sldId="1359"/>
            <ac:picMk id="28" creationId="{57A944B5-A2A0-9ED6-C43C-E6A82F760F72}"/>
          </ac:picMkLst>
        </pc:picChg>
        <pc:cxnChg chg="del">
          <ac:chgData name="Fung, Lloyd" userId="5beb95b9-2d4c-4790-a383-88105408be75" providerId="ADAL" clId="{AAF57D06-9A6B-5B2F-A816-D7705ED4136C}" dt="2026-01-14T12:41:02.478" v="4775" actId="478"/>
          <ac:cxnSpMkLst>
            <pc:docMk/>
            <pc:sldMk cId="2133820656" sldId="1359"/>
            <ac:cxnSpMk id="9" creationId="{3189CF59-6B69-5FEE-8576-A59F1608523C}"/>
          </ac:cxnSpMkLst>
        </pc:cxnChg>
        <pc:cxnChg chg="del">
          <ac:chgData name="Fung, Lloyd" userId="5beb95b9-2d4c-4790-a383-88105408be75" providerId="ADAL" clId="{AAF57D06-9A6B-5B2F-A816-D7705ED4136C}" dt="2026-01-14T12:41:02.478" v="4775" actId="478"/>
          <ac:cxnSpMkLst>
            <pc:docMk/>
            <pc:sldMk cId="2133820656" sldId="1359"/>
            <ac:cxnSpMk id="10" creationId="{53A4D170-8CDB-AF27-F26F-846F4806A6D0}"/>
          </ac:cxnSpMkLst>
        </pc:cxnChg>
      </pc:sldChg>
      <pc:sldChg chg="new del ord">
        <pc:chgData name="Fung, Lloyd" userId="5beb95b9-2d4c-4790-a383-88105408be75" providerId="ADAL" clId="{AAF57D06-9A6B-5B2F-A816-D7705ED4136C}" dt="2026-01-14T13:00:05.018" v="4866" actId="2696"/>
        <pc:sldMkLst>
          <pc:docMk/>
          <pc:sldMk cId="1998989205" sldId="1360"/>
        </pc:sldMkLst>
      </pc:sldChg>
      <pc:sldChg chg="addSp delSp modSp add mod chgLayout">
        <pc:chgData name="Fung, Lloyd" userId="5beb95b9-2d4c-4790-a383-88105408be75" providerId="ADAL" clId="{AAF57D06-9A6B-5B2F-A816-D7705ED4136C}" dt="2026-01-14T13:02:58.932" v="5073" actId="20577"/>
        <pc:sldMkLst>
          <pc:docMk/>
          <pc:sldMk cId="342053854" sldId="1361"/>
        </pc:sldMkLst>
        <pc:spChg chg="add mod ord">
          <ac:chgData name="Fung, Lloyd" userId="5beb95b9-2d4c-4790-a383-88105408be75" providerId="ADAL" clId="{AAF57D06-9A6B-5B2F-A816-D7705ED4136C}" dt="2026-01-14T13:02:58.932" v="5073" actId="20577"/>
          <ac:spMkLst>
            <pc:docMk/>
            <pc:sldMk cId="342053854" sldId="1361"/>
            <ac:spMk id="2" creationId="{8759D016-E0CD-81B8-1042-C8C873591E4B}"/>
          </ac:spMkLst>
        </pc:spChg>
        <pc:spChg chg="add mod ord">
          <ac:chgData name="Fung, Lloyd" userId="5beb95b9-2d4c-4790-a383-88105408be75" providerId="ADAL" clId="{AAF57D06-9A6B-5B2F-A816-D7705ED4136C}" dt="2026-01-14T13:00:48.261" v="4915" actId="700"/>
          <ac:spMkLst>
            <pc:docMk/>
            <pc:sldMk cId="342053854" sldId="1361"/>
            <ac:spMk id="3" creationId="{DA5ACC16-F2D4-EC95-606B-36D801667E01}"/>
          </ac:spMkLst>
        </pc:spChg>
        <pc:spChg chg="mod ord">
          <ac:chgData name="Fung, Lloyd" userId="5beb95b9-2d4c-4790-a383-88105408be75" providerId="ADAL" clId="{AAF57D06-9A6B-5B2F-A816-D7705ED4136C}" dt="2026-01-14T13:02:02.041" v="4972" actId="120"/>
          <ac:spMkLst>
            <pc:docMk/>
            <pc:sldMk cId="342053854" sldId="1361"/>
            <ac:spMk id="4" creationId="{7CF72F7F-7F5F-E412-4E51-E5EE62B0AEFF}"/>
          </ac:spMkLst>
        </pc:spChg>
        <pc:spChg chg="del mod">
          <ac:chgData name="Fung, Lloyd" userId="5beb95b9-2d4c-4790-a383-88105408be75" providerId="ADAL" clId="{AAF57D06-9A6B-5B2F-A816-D7705ED4136C}" dt="2026-01-14T13:02:09.342" v="4973" actId="478"/>
          <ac:spMkLst>
            <pc:docMk/>
            <pc:sldMk cId="342053854" sldId="1361"/>
            <ac:spMk id="9" creationId="{BC2495F2-E801-6E31-A014-51CB58798374}"/>
          </ac:spMkLst>
        </pc:spChg>
        <pc:spChg chg="del">
          <ac:chgData name="Fung, Lloyd" userId="5beb95b9-2d4c-4790-a383-88105408be75" providerId="ADAL" clId="{AAF57D06-9A6B-5B2F-A816-D7705ED4136C}" dt="2026-01-14T13:00:55.393" v="4916" actId="478"/>
          <ac:spMkLst>
            <pc:docMk/>
            <pc:sldMk cId="342053854" sldId="1361"/>
            <ac:spMk id="10" creationId="{9F9DD8F9-0181-03C1-AA18-33F0A7A63CCC}"/>
          </ac:spMkLst>
        </pc:spChg>
      </pc:sldChg>
      <pc:sldChg chg="addSp delSp modSp add mod">
        <pc:chgData name="Fung, Lloyd" userId="5beb95b9-2d4c-4790-a383-88105408be75" providerId="ADAL" clId="{AAF57D06-9A6B-5B2F-A816-D7705ED4136C}" dt="2026-01-14T13:22:25.805" v="5187" actId="14100"/>
        <pc:sldMkLst>
          <pc:docMk/>
          <pc:sldMk cId="2045569997" sldId="1362"/>
        </pc:sldMkLst>
        <pc:spChg chg="add mod">
          <ac:chgData name="Fung, Lloyd" userId="5beb95b9-2d4c-4790-a383-88105408be75" providerId="ADAL" clId="{AAF57D06-9A6B-5B2F-A816-D7705ED4136C}" dt="2026-01-14T13:12:10.321" v="5101" actId="1076"/>
          <ac:spMkLst>
            <pc:docMk/>
            <pc:sldMk cId="2045569997" sldId="1362"/>
            <ac:spMk id="4" creationId="{FCE81E72-92DF-2F72-CB10-CAA18FE0FCC9}"/>
          </ac:spMkLst>
        </pc:spChg>
        <pc:spChg chg="add mod">
          <ac:chgData name="Fung, Lloyd" userId="5beb95b9-2d4c-4790-a383-88105408be75" providerId="ADAL" clId="{AAF57D06-9A6B-5B2F-A816-D7705ED4136C}" dt="2026-01-14T13:21:26.152" v="5170" actId="1076"/>
          <ac:spMkLst>
            <pc:docMk/>
            <pc:sldMk cId="2045569997" sldId="1362"/>
            <ac:spMk id="8" creationId="{266B9F7A-F52B-3841-89BC-1132988C8ED9}"/>
          </ac:spMkLst>
        </pc:spChg>
        <pc:spChg chg="add mod">
          <ac:chgData name="Fung, Lloyd" userId="5beb95b9-2d4c-4790-a383-88105408be75" providerId="ADAL" clId="{AAF57D06-9A6B-5B2F-A816-D7705ED4136C}" dt="2026-01-14T13:20:19.574" v="5122" actId="208"/>
          <ac:spMkLst>
            <pc:docMk/>
            <pc:sldMk cId="2045569997" sldId="1362"/>
            <ac:spMk id="9" creationId="{5691696E-F755-0665-BCAF-DC1F6A4D35BD}"/>
          </ac:spMkLst>
        </pc:spChg>
        <pc:spChg chg="add mod">
          <ac:chgData name="Fung, Lloyd" userId="5beb95b9-2d4c-4790-a383-88105408be75" providerId="ADAL" clId="{AAF57D06-9A6B-5B2F-A816-D7705ED4136C}" dt="2026-01-14T13:20:29.200" v="5123" actId="208"/>
          <ac:spMkLst>
            <pc:docMk/>
            <pc:sldMk cId="2045569997" sldId="1362"/>
            <ac:spMk id="10" creationId="{C8C7738C-1EE8-22D7-1F46-BC0882E7DBE5}"/>
          </ac:spMkLst>
        </pc:spChg>
        <pc:spChg chg="add mod">
          <ac:chgData name="Fung, Lloyd" userId="5beb95b9-2d4c-4790-a383-88105408be75" providerId="ADAL" clId="{AAF57D06-9A6B-5B2F-A816-D7705ED4136C}" dt="2026-01-14T13:21:58.105" v="5184" actId="207"/>
          <ac:spMkLst>
            <pc:docMk/>
            <pc:sldMk cId="2045569997" sldId="1362"/>
            <ac:spMk id="11" creationId="{5B9C3C02-B4F2-D022-5F72-734B4A989AA8}"/>
          </ac:spMkLst>
        </pc:spChg>
        <pc:spChg chg="add mod">
          <ac:chgData name="Fung, Lloyd" userId="5beb95b9-2d4c-4790-a383-88105408be75" providerId="ADAL" clId="{AAF57D06-9A6B-5B2F-A816-D7705ED4136C}" dt="2026-01-14T13:22:25.805" v="5187" actId="14100"/>
          <ac:spMkLst>
            <pc:docMk/>
            <pc:sldMk cId="2045569997" sldId="1362"/>
            <ac:spMk id="12" creationId="{8C4D0B13-C304-A390-C76A-A03AF02AFF01}"/>
          </ac:spMkLst>
        </pc:spChg>
        <pc:spChg chg="mod">
          <ac:chgData name="Fung, Lloyd" userId="5beb95b9-2d4c-4790-a383-88105408be75" providerId="ADAL" clId="{AAF57D06-9A6B-5B2F-A816-D7705ED4136C}" dt="2026-01-14T13:21:46.554" v="5179" actId="1076"/>
          <ac:spMkLst>
            <pc:docMk/>
            <pc:sldMk cId="2045569997" sldId="1362"/>
            <ac:spMk id="15" creationId="{C5253169-EF94-6C37-5EF0-BB836F65C604}"/>
          </ac:spMkLst>
        </pc:spChg>
        <pc:spChg chg="del mod">
          <ac:chgData name="Fung, Lloyd" userId="5beb95b9-2d4c-4790-a383-88105408be75" providerId="ADAL" clId="{AAF57D06-9A6B-5B2F-A816-D7705ED4136C}" dt="2026-01-14T13:21:33.935" v="5172" actId="478"/>
          <ac:spMkLst>
            <pc:docMk/>
            <pc:sldMk cId="2045569997" sldId="1362"/>
            <ac:spMk id="16" creationId="{3B0F702C-2E51-77ED-7E8E-BDCCC880975D}"/>
          </ac:spMkLst>
        </pc:spChg>
        <pc:picChg chg="del">
          <ac:chgData name="Fung, Lloyd" userId="5beb95b9-2d4c-4790-a383-88105408be75" providerId="ADAL" clId="{AAF57D06-9A6B-5B2F-A816-D7705ED4136C}" dt="2026-01-14T13:11:39.950" v="5096" actId="478"/>
          <ac:picMkLst>
            <pc:docMk/>
            <pc:sldMk cId="2045569997" sldId="1362"/>
            <ac:picMk id="13" creationId="{7DDEC889-12BC-A720-3FE3-5E4ADF1294A3}"/>
          </ac:picMkLst>
        </pc:picChg>
        <pc:cxnChg chg="add mod">
          <ac:chgData name="Fung, Lloyd" userId="5beb95b9-2d4c-4790-a383-88105408be75" providerId="ADAL" clId="{AAF57D06-9A6B-5B2F-A816-D7705ED4136C}" dt="2026-01-14T13:12:06.662" v="5100" actId="14100"/>
          <ac:cxnSpMkLst>
            <pc:docMk/>
            <pc:sldMk cId="2045569997" sldId="1362"/>
            <ac:cxnSpMk id="3" creationId="{04F85567-1CB3-438F-3EDD-C0D7DDA74A83}"/>
          </ac:cxnSpMkLst>
        </pc:cxnChg>
        <pc:cxnChg chg="add mod">
          <ac:chgData name="Fung, Lloyd" userId="5beb95b9-2d4c-4790-a383-88105408be75" providerId="ADAL" clId="{AAF57D06-9A6B-5B2F-A816-D7705ED4136C}" dt="2026-01-14T13:12:19.341" v="5103" actId="1076"/>
          <ac:cxnSpMkLst>
            <pc:docMk/>
            <pc:sldMk cId="2045569997" sldId="1362"/>
            <ac:cxnSpMk id="6" creationId="{F31ED071-6C35-EEB3-9E7E-22EDAE8DD705}"/>
          </ac:cxnSpMkLst>
        </pc:cxnChg>
      </pc:sldChg>
      <pc:sldChg chg="addSp delSp modSp add mod">
        <pc:chgData name="Fung, Lloyd" userId="5beb95b9-2d4c-4790-a383-88105408be75" providerId="ADAL" clId="{AAF57D06-9A6B-5B2F-A816-D7705ED4136C}" dt="2026-01-14T14:05:12.895" v="5807"/>
        <pc:sldMkLst>
          <pc:docMk/>
          <pc:sldMk cId="2531778706" sldId="1363"/>
        </pc:sldMkLst>
        <pc:spChg chg="add mod">
          <ac:chgData name="Fung, Lloyd" userId="5beb95b9-2d4c-4790-a383-88105408be75" providerId="ADAL" clId="{AAF57D06-9A6B-5B2F-A816-D7705ED4136C}" dt="2026-01-14T13:23:58.523" v="5198" actId="692"/>
          <ac:spMkLst>
            <pc:docMk/>
            <pc:sldMk cId="2531778706" sldId="1363"/>
            <ac:spMk id="5" creationId="{A9106975-3A2B-D81F-3C7C-7A561DB0CFD8}"/>
          </ac:spMkLst>
        </pc:spChg>
        <pc:spChg chg="mod">
          <ac:chgData name="Fung, Lloyd" userId="5beb95b9-2d4c-4790-a383-88105408be75" providerId="ADAL" clId="{AAF57D06-9A6B-5B2F-A816-D7705ED4136C}" dt="2026-01-14T14:00:42.410" v="5593" actId="20577"/>
          <ac:spMkLst>
            <pc:docMk/>
            <pc:sldMk cId="2531778706" sldId="1363"/>
            <ac:spMk id="8" creationId="{0DD72466-6263-ECCB-DF88-407D88F61A53}"/>
          </ac:spMkLst>
        </pc:spChg>
        <pc:spChg chg="add mod">
          <ac:chgData name="Fung, Lloyd" userId="5beb95b9-2d4c-4790-a383-88105408be75" providerId="ADAL" clId="{AAF57D06-9A6B-5B2F-A816-D7705ED4136C}" dt="2026-01-14T13:24:51.850" v="5236" actId="207"/>
          <ac:spMkLst>
            <pc:docMk/>
            <pc:sldMk cId="2531778706" sldId="1363"/>
            <ac:spMk id="17" creationId="{BFDE8B23-0025-1D26-C0C7-D0468C939F98}"/>
          </ac:spMkLst>
        </pc:spChg>
        <pc:spChg chg="add mod">
          <ac:chgData name="Fung, Lloyd" userId="5beb95b9-2d4c-4790-a383-88105408be75" providerId="ADAL" clId="{AAF57D06-9A6B-5B2F-A816-D7705ED4136C}" dt="2026-01-14T13:26:41.831" v="5277" actId="20577"/>
          <ac:spMkLst>
            <pc:docMk/>
            <pc:sldMk cId="2531778706" sldId="1363"/>
            <ac:spMk id="18" creationId="{464DE8A1-ECB9-746F-D7F4-2F00C70C91E5}"/>
          </ac:spMkLst>
        </pc:spChg>
        <pc:spChg chg="add del mod">
          <ac:chgData name="Fung, Lloyd" userId="5beb95b9-2d4c-4790-a383-88105408be75" providerId="ADAL" clId="{AAF57D06-9A6B-5B2F-A816-D7705ED4136C}" dt="2026-01-14T13:27:13.269" v="5281" actId="478"/>
          <ac:spMkLst>
            <pc:docMk/>
            <pc:sldMk cId="2531778706" sldId="1363"/>
            <ac:spMk id="20" creationId="{B23E7733-21DD-2335-C5D1-EB18F6E71704}"/>
          </ac:spMkLst>
        </pc:spChg>
        <pc:spChg chg="add mod">
          <ac:chgData name="Fung, Lloyd" userId="5beb95b9-2d4c-4790-a383-88105408be75" providerId="ADAL" clId="{AAF57D06-9A6B-5B2F-A816-D7705ED4136C}" dt="2026-01-14T14:05:12.895" v="5807"/>
          <ac:spMkLst>
            <pc:docMk/>
            <pc:sldMk cId="2531778706" sldId="1363"/>
            <ac:spMk id="21" creationId="{4F99EA01-6A6A-639E-AA9B-832C94AEAD2B}"/>
          </ac:spMkLst>
        </pc:spChg>
        <pc:cxnChg chg="add mod">
          <ac:chgData name="Fung, Lloyd" userId="5beb95b9-2d4c-4790-a383-88105408be75" providerId="ADAL" clId="{AAF57D06-9A6B-5B2F-A816-D7705ED4136C}" dt="2026-01-14T13:24:27.441" v="5211" actId="1038"/>
          <ac:cxnSpMkLst>
            <pc:docMk/>
            <pc:sldMk cId="2531778706" sldId="1363"/>
            <ac:cxnSpMk id="13" creationId="{C485169E-A016-E826-388F-0EFF12C9AA7F}"/>
          </ac:cxnSpMkLst>
        </pc:cxnChg>
      </pc:sldChg>
      <pc:sldChg chg="addSp delSp modSp add mod">
        <pc:chgData name="Fung, Lloyd" userId="5beb95b9-2d4c-4790-a383-88105408be75" providerId="ADAL" clId="{AAF57D06-9A6B-5B2F-A816-D7705ED4136C}" dt="2026-01-14T14:05:05.943" v="5806" actId="20577"/>
        <pc:sldMkLst>
          <pc:docMk/>
          <pc:sldMk cId="1488885315" sldId="1364"/>
        </pc:sldMkLst>
        <pc:spChg chg="mod">
          <ac:chgData name="Fung, Lloyd" userId="5beb95b9-2d4c-4790-a383-88105408be75" providerId="ADAL" clId="{AAF57D06-9A6B-5B2F-A816-D7705ED4136C}" dt="2026-01-14T13:25:31.935" v="5241" actId="1076"/>
          <ac:spMkLst>
            <pc:docMk/>
            <pc:sldMk cId="1488885315" sldId="1364"/>
            <ac:spMk id="5" creationId="{D98E7ED9-3D82-BC6D-9178-48CC10F25955}"/>
          </ac:spMkLst>
        </pc:spChg>
        <pc:spChg chg="add mod">
          <ac:chgData name="Fung, Lloyd" userId="5beb95b9-2d4c-4790-a383-88105408be75" providerId="ADAL" clId="{AAF57D06-9A6B-5B2F-A816-D7705ED4136C}" dt="2026-01-14T13:27:37.337" v="5300" actId="1076"/>
          <ac:spMkLst>
            <pc:docMk/>
            <pc:sldMk cId="1488885315" sldId="1364"/>
            <ac:spMk id="7" creationId="{FCB6830C-28D4-BBB2-5064-0113692F4B93}"/>
          </ac:spMkLst>
        </pc:spChg>
        <pc:spChg chg="mod">
          <ac:chgData name="Fung, Lloyd" userId="5beb95b9-2d4c-4790-a383-88105408be75" providerId="ADAL" clId="{AAF57D06-9A6B-5B2F-A816-D7705ED4136C}" dt="2026-01-14T14:00:35.696" v="5589" actId="20577"/>
          <ac:spMkLst>
            <pc:docMk/>
            <pc:sldMk cId="1488885315" sldId="1364"/>
            <ac:spMk id="8" creationId="{9460B75A-D51B-ACD9-A6DC-D28142ED17B2}"/>
          </ac:spMkLst>
        </pc:spChg>
        <pc:spChg chg="add mod">
          <ac:chgData name="Fung, Lloyd" userId="5beb95b9-2d4c-4790-a383-88105408be75" providerId="ADAL" clId="{AAF57D06-9A6B-5B2F-A816-D7705ED4136C}" dt="2026-01-14T14:05:05.943" v="5806" actId="20577"/>
          <ac:spMkLst>
            <pc:docMk/>
            <pc:sldMk cId="1488885315" sldId="1364"/>
            <ac:spMk id="14" creationId="{E9640BE3-A138-353A-1303-0E7804D2950C}"/>
          </ac:spMkLst>
        </pc:spChg>
        <pc:spChg chg="mod">
          <ac:chgData name="Fung, Lloyd" userId="5beb95b9-2d4c-4790-a383-88105408be75" providerId="ADAL" clId="{AAF57D06-9A6B-5B2F-A816-D7705ED4136C}" dt="2026-01-14T13:25:47.569" v="5245" actId="1076"/>
          <ac:spMkLst>
            <pc:docMk/>
            <pc:sldMk cId="1488885315" sldId="1364"/>
            <ac:spMk id="17" creationId="{E096BC1F-1DBC-9CEC-82A0-DF0F733C2809}"/>
          </ac:spMkLst>
        </pc:spChg>
        <pc:cxnChg chg="del">
          <ac:chgData name="Fung, Lloyd" userId="5beb95b9-2d4c-4790-a383-88105408be75" providerId="ADAL" clId="{AAF57D06-9A6B-5B2F-A816-D7705ED4136C}" dt="2026-01-14T13:25:35.014" v="5242" actId="478"/>
          <ac:cxnSpMkLst>
            <pc:docMk/>
            <pc:sldMk cId="1488885315" sldId="1364"/>
            <ac:cxnSpMk id="13" creationId="{C8FAAFD3-2578-F3EE-A2FD-61513C063BE3}"/>
          </ac:cxnSpMkLst>
        </pc:cxnChg>
      </pc:sldChg>
      <pc:sldChg chg="addSp modSp add mod">
        <pc:chgData name="Fung, Lloyd" userId="5beb95b9-2d4c-4790-a383-88105408be75" providerId="ADAL" clId="{AAF57D06-9A6B-5B2F-A816-D7705ED4136C}" dt="2026-01-14T14:04:52.247" v="5795" actId="20577"/>
        <pc:sldMkLst>
          <pc:docMk/>
          <pc:sldMk cId="3203481948" sldId="1365"/>
        </pc:sldMkLst>
        <pc:spChg chg="add mod">
          <ac:chgData name="Fung, Lloyd" userId="5beb95b9-2d4c-4790-a383-88105408be75" providerId="ADAL" clId="{AAF57D06-9A6B-5B2F-A816-D7705ED4136C}" dt="2026-01-14T13:55:29.515" v="5456"/>
          <ac:spMkLst>
            <pc:docMk/>
            <pc:sldMk cId="3203481948" sldId="1365"/>
            <ac:spMk id="7" creationId="{054B4A18-8089-D772-2FC4-5FAE5F6A4554}"/>
          </ac:spMkLst>
        </pc:spChg>
        <pc:spChg chg="mod">
          <ac:chgData name="Fung, Lloyd" userId="5beb95b9-2d4c-4790-a383-88105408be75" providerId="ADAL" clId="{AAF57D06-9A6B-5B2F-A816-D7705ED4136C}" dt="2026-01-14T14:00:28.561" v="5585" actId="20577"/>
          <ac:spMkLst>
            <pc:docMk/>
            <pc:sldMk cId="3203481948" sldId="1365"/>
            <ac:spMk id="8" creationId="{630A7E09-A057-F989-8382-D2BD3BC5058B}"/>
          </ac:spMkLst>
        </pc:spChg>
        <pc:spChg chg="mod">
          <ac:chgData name="Fung, Lloyd" userId="5beb95b9-2d4c-4790-a383-88105408be75" providerId="ADAL" clId="{AAF57D06-9A6B-5B2F-A816-D7705ED4136C}" dt="2026-01-14T13:48:27.936" v="5390" actId="207"/>
          <ac:spMkLst>
            <pc:docMk/>
            <pc:sldMk cId="3203481948" sldId="1365"/>
            <ac:spMk id="11" creationId="{0B56EF70-2871-C48C-A126-46F125320759}"/>
          </ac:spMkLst>
        </pc:spChg>
        <pc:spChg chg="mod">
          <ac:chgData name="Fung, Lloyd" userId="5beb95b9-2d4c-4790-a383-88105408be75" providerId="ADAL" clId="{AAF57D06-9A6B-5B2F-A816-D7705ED4136C}" dt="2026-01-14T13:48:31.835" v="5391" actId="1076"/>
          <ac:spMkLst>
            <pc:docMk/>
            <pc:sldMk cId="3203481948" sldId="1365"/>
            <ac:spMk id="15" creationId="{2E8ED532-5AAA-C6D1-5DE7-C8A37D2B00EE}"/>
          </ac:spMkLst>
        </pc:spChg>
        <pc:spChg chg="mod">
          <ac:chgData name="Fung, Lloyd" userId="5beb95b9-2d4c-4790-a383-88105408be75" providerId="ADAL" clId="{AAF57D06-9A6B-5B2F-A816-D7705ED4136C}" dt="2026-01-14T14:04:52.247" v="5795" actId="20577"/>
          <ac:spMkLst>
            <pc:docMk/>
            <pc:sldMk cId="3203481948" sldId="1365"/>
            <ac:spMk id="21" creationId="{EB062B62-CF17-90E7-1660-96E9A5DB51A6}"/>
          </ac:spMkLst>
        </pc:spChg>
      </pc:sldChg>
      <pc:sldChg chg="addSp delSp modSp add mod">
        <pc:chgData name="Fung, Lloyd" userId="5beb95b9-2d4c-4790-a383-88105408be75" providerId="ADAL" clId="{AAF57D06-9A6B-5B2F-A816-D7705ED4136C}" dt="2026-01-14T14:04:42.050" v="5782" actId="20577"/>
        <pc:sldMkLst>
          <pc:docMk/>
          <pc:sldMk cId="2238075259" sldId="1366"/>
        </pc:sldMkLst>
        <pc:spChg chg="del">
          <ac:chgData name="Fung, Lloyd" userId="5beb95b9-2d4c-4790-a383-88105408be75" providerId="ADAL" clId="{AAF57D06-9A6B-5B2F-A816-D7705ED4136C}" dt="2026-01-14T13:53:52.206" v="5426" actId="478"/>
          <ac:spMkLst>
            <pc:docMk/>
            <pc:sldMk cId="2238075259" sldId="1366"/>
            <ac:spMk id="8" creationId="{CD287521-F8B7-CCAC-E7A9-600BF0CA533A}"/>
          </ac:spMkLst>
        </pc:spChg>
        <pc:spChg chg="del">
          <ac:chgData name="Fung, Lloyd" userId="5beb95b9-2d4c-4790-a383-88105408be75" providerId="ADAL" clId="{AAF57D06-9A6B-5B2F-A816-D7705ED4136C}" dt="2026-01-14T13:55:21.441" v="5454" actId="478"/>
          <ac:spMkLst>
            <pc:docMk/>
            <pc:sldMk cId="2238075259" sldId="1366"/>
            <ac:spMk id="11" creationId="{0EC8FCFD-CC92-1CCC-C25A-AFF1DD24B971}"/>
          </ac:spMkLst>
        </pc:spChg>
        <pc:spChg chg="add mod">
          <ac:chgData name="Fung, Lloyd" userId="5beb95b9-2d4c-4790-a383-88105408be75" providerId="ADAL" clId="{AAF57D06-9A6B-5B2F-A816-D7705ED4136C}" dt="2026-01-14T14:00:20.925" v="5581" actId="20577"/>
          <ac:spMkLst>
            <pc:docMk/>
            <pc:sldMk cId="2238075259" sldId="1366"/>
            <ac:spMk id="13" creationId="{3D0FA0DD-64CA-B608-E8FD-9937720B5903}"/>
          </ac:spMkLst>
        </pc:spChg>
        <pc:spChg chg="mod">
          <ac:chgData name="Fung, Lloyd" userId="5beb95b9-2d4c-4790-a383-88105408be75" providerId="ADAL" clId="{AAF57D06-9A6B-5B2F-A816-D7705ED4136C}" dt="2026-01-14T14:04:42.050" v="5782" actId="20577"/>
          <ac:spMkLst>
            <pc:docMk/>
            <pc:sldMk cId="2238075259" sldId="1366"/>
            <ac:spMk id="14" creationId="{992D6786-14B8-665E-7DF7-A170B417646D}"/>
          </ac:spMkLst>
        </pc:spChg>
        <pc:spChg chg="del">
          <ac:chgData name="Fung, Lloyd" userId="5beb95b9-2d4c-4790-a383-88105408be75" providerId="ADAL" clId="{AAF57D06-9A6B-5B2F-A816-D7705ED4136C}" dt="2026-01-14T13:55:21.441" v="5454" actId="478"/>
          <ac:spMkLst>
            <pc:docMk/>
            <pc:sldMk cId="2238075259" sldId="1366"/>
            <ac:spMk id="15" creationId="{43310A94-082C-1E50-B002-746A00C4C9CB}"/>
          </ac:spMkLst>
        </pc:spChg>
        <pc:spChg chg="add mod">
          <ac:chgData name="Fung, Lloyd" userId="5beb95b9-2d4c-4790-a383-88105408be75" providerId="ADAL" clId="{AAF57D06-9A6B-5B2F-A816-D7705ED4136C}" dt="2026-01-14T13:55:07.752" v="5453" actId="207"/>
          <ac:spMkLst>
            <pc:docMk/>
            <pc:sldMk cId="2238075259" sldId="1366"/>
            <ac:spMk id="16" creationId="{DF5F7E6A-D224-EB08-B6EC-068D416BCE72}"/>
          </ac:spMkLst>
        </pc:spChg>
        <pc:spChg chg="add mod">
          <ac:chgData name="Fung, Lloyd" userId="5beb95b9-2d4c-4790-a383-88105408be75" providerId="ADAL" clId="{AAF57D06-9A6B-5B2F-A816-D7705ED4136C}" dt="2026-01-14T13:55:22.006" v="5455"/>
          <ac:spMkLst>
            <pc:docMk/>
            <pc:sldMk cId="2238075259" sldId="1366"/>
            <ac:spMk id="18" creationId="{33415876-4F28-E96E-B3E6-682AAB596246}"/>
          </ac:spMkLst>
        </pc:spChg>
        <pc:spChg chg="add mod">
          <ac:chgData name="Fung, Lloyd" userId="5beb95b9-2d4c-4790-a383-88105408be75" providerId="ADAL" clId="{AAF57D06-9A6B-5B2F-A816-D7705ED4136C}" dt="2026-01-14T13:55:22.006" v="5455"/>
          <ac:spMkLst>
            <pc:docMk/>
            <pc:sldMk cId="2238075259" sldId="1366"/>
            <ac:spMk id="19" creationId="{085B8D1D-5706-5437-3BCE-74DBBB2E2B6D}"/>
          </ac:spMkLst>
        </pc:spChg>
      </pc:sldChg>
      <pc:sldChg chg="addSp delSp modSp add mod">
        <pc:chgData name="Fung, Lloyd" userId="5beb95b9-2d4c-4790-a383-88105408be75" providerId="ADAL" clId="{AAF57D06-9A6B-5B2F-A816-D7705ED4136C}" dt="2026-01-14T14:03:06.492" v="5670" actId="20577"/>
        <pc:sldMkLst>
          <pc:docMk/>
          <pc:sldMk cId="261910193" sldId="1367"/>
        </pc:sldMkLst>
        <pc:spChg chg="del">
          <ac:chgData name="Fung, Lloyd" userId="5beb95b9-2d4c-4790-a383-88105408be75" providerId="ADAL" clId="{AAF57D06-9A6B-5B2F-A816-D7705ED4136C}" dt="2026-01-14T13:57:03.249" v="5474" actId="478"/>
          <ac:spMkLst>
            <pc:docMk/>
            <pc:sldMk cId="261910193" sldId="1367"/>
            <ac:spMk id="5" creationId="{5C92A82D-6AE9-5720-F706-B891C6D539A0}"/>
          </ac:spMkLst>
        </pc:spChg>
        <pc:spChg chg="del">
          <ac:chgData name="Fung, Lloyd" userId="5beb95b9-2d4c-4790-a383-88105408be75" providerId="ADAL" clId="{AAF57D06-9A6B-5B2F-A816-D7705ED4136C}" dt="2026-01-14T13:56:51.319" v="5473" actId="478"/>
          <ac:spMkLst>
            <pc:docMk/>
            <pc:sldMk cId="261910193" sldId="1367"/>
            <ac:spMk id="7" creationId="{114A96D0-45A8-F5D3-CD9F-774C492DBABF}"/>
          </ac:spMkLst>
        </pc:spChg>
        <pc:spChg chg="mod">
          <ac:chgData name="Fung, Lloyd" userId="5beb95b9-2d4c-4790-a383-88105408be75" providerId="ADAL" clId="{AAF57D06-9A6B-5B2F-A816-D7705ED4136C}" dt="2026-01-14T14:02:38.851" v="5661" actId="1076"/>
          <ac:spMkLst>
            <pc:docMk/>
            <pc:sldMk cId="261910193" sldId="1367"/>
            <ac:spMk id="13" creationId="{AA9A8C69-7AEE-75FD-9EB4-35342D80BF07}"/>
          </ac:spMkLst>
        </pc:spChg>
        <pc:spChg chg="del">
          <ac:chgData name="Fung, Lloyd" userId="5beb95b9-2d4c-4790-a383-88105408be75" providerId="ADAL" clId="{AAF57D06-9A6B-5B2F-A816-D7705ED4136C}" dt="2026-01-14T13:56:51.319" v="5473" actId="478"/>
          <ac:spMkLst>
            <pc:docMk/>
            <pc:sldMk cId="261910193" sldId="1367"/>
            <ac:spMk id="14" creationId="{062D85C3-F1A1-8079-7BC6-A24EF8695D18}"/>
          </ac:spMkLst>
        </pc:spChg>
        <pc:spChg chg="del">
          <ac:chgData name="Fung, Lloyd" userId="5beb95b9-2d4c-4790-a383-88105408be75" providerId="ADAL" clId="{AAF57D06-9A6B-5B2F-A816-D7705ED4136C}" dt="2026-01-14T13:56:49.240" v="5472" actId="478"/>
          <ac:spMkLst>
            <pc:docMk/>
            <pc:sldMk cId="261910193" sldId="1367"/>
            <ac:spMk id="16" creationId="{00C9673F-55DD-B03F-F632-CDBF5290F826}"/>
          </ac:spMkLst>
        </pc:spChg>
        <pc:spChg chg="del">
          <ac:chgData name="Fung, Lloyd" userId="5beb95b9-2d4c-4790-a383-88105408be75" providerId="ADAL" clId="{AAF57D06-9A6B-5B2F-A816-D7705ED4136C}" dt="2026-01-14T13:57:06.816" v="5475" actId="478"/>
          <ac:spMkLst>
            <pc:docMk/>
            <pc:sldMk cId="261910193" sldId="1367"/>
            <ac:spMk id="17" creationId="{883D9086-45B8-227D-A65E-034B95349EB1}"/>
          </ac:spMkLst>
        </pc:spChg>
        <pc:spChg chg="add mod">
          <ac:chgData name="Fung, Lloyd" userId="5beb95b9-2d4c-4790-a383-88105408be75" providerId="ADAL" clId="{AAF57D06-9A6B-5B2F-A816-D7705ED4136C}" dt="2026-01-14T13:59:32.084" v="5543" actId="1076"/>
          <ac:spMkLst>
            <pc:docMk/>
            <pc:sldMk cId="261910193" sldId="1367"/>
            <ac:spMk id="21" creationId="{8A6E465B-F110-ED6E-9877-EE4F0CD55017}"/>
          </ac:spMkLst>
        </pc:spChg>
        <pc:spChg chg="add mod">
          <ac:chgData name="Fung, Lloyd" userId="5beb95b9-2d4c-4790-a383-88105408be75" providerId="ADAL" clId="{AAF57D06-9A6B-5B2F-A816-D7705ED4136C}" dt="2026-01-14T14:03:06.492" v="5670" actId="20577"/>
          <ac:spMkLst>
            <pc:docMk/>
            <pc:sldMk cId="261910193" sldId="1367"/>
            <ac:spMk id="22" creationId="{6E654574-E0D0-31F3-7332-63F7E7038A1A}"/>
          </ac:spMkLst>
        </pc:spChg>
        <pc:picChg chg="add mod">
          <ac:chgData name="Fung, Lloyd" userId="5beb95b9-2d4c-4790-a383-88105408be75" providerId="ADAL" clId="{AAF57D06-9A6B-5B2F-A816-D7705ED4136C}" dt="2026-01-14T14:01:43.401" v="5630" actId="1076"/>
          <ac:picMkLst>
            <pc:docMk/>
            <pc:sldMk cId="261910193" sldId="1367"/>
            <ac:picMk id="11" creationId="{36FEDB11-F801-784F-E166-A80FC1D0CFB5}"/>
          </ac:picMkLst>
        </pc:picChg>
        <pc:cxnChg chg="add mod">
          <ac:chgData name="Fung, Lloyd" userId="5beb95b9-2d4c-4790-a383-88105408be75" providerId="ADAL" clId="{AAF57D06-9A6B-5B2F-A816-D7705ED4136C}" dt="2026-01-14T13:58:50.165" v="5492" actId="692"/>
          <ac:cxnSpMkLst>
            <pc:docMk/>
            <pc:sldMk cId="261910193" sldId="1367"/>
            <ac:cxnSpMk id="20" creationId="{2E1AB449-F72E-6CC9-4B68-021F38D53B79}"/>
          </ac:cxnSpMkLst>
        </pc:cxnChg>
      </pc:sldChg>
      <pc:sldChg chg="modSp new mod">
        <pc:chgData name="Fung, Lloyd" userId="5beb95b9-2d4c-4790-a383-88105408be75" providerId="ADAL" clId="{AAF57D06-9A6B-5B2F-A816-D7705ED4136C}" dt="2026-01-15T14:32:40.868" v="7256" actId="20577"/>
        <pc:sldMkLst>
          <pc:docMk/>
          <pc:sldMk cId="2209014398" sldId="1368"/>
        </pc:sldMkLst>
        <pc:spChg chg="mod">
          <ac:chgData name="Fung, Lloyd" userId="5beb95b9-2d4c-4790-a383-88105408be75" providerId="ADAL" clId="{AAF57D06-9A6B-5B2F-A816-D7705ED4136C}" dt="2026-01-15T14:32:32.976" v="7252" actId="20577"/>
          <ac:spMkLst>
            <pc:docMk/>
            <pc:sldMk cId="2209014398" sldId="1368"/>
            <ac:spMk id="2" creationId="{620F16C8-BA67-060E-1220-E8D3CE28AF24}"/>
          </ac:spMkLst>
        </pc:spChg>
        <pc:spChg chg="mod">
          <ac:chgData name="Fung, Lloyd" userId="5beb95b9-2d4c-4790-a383-88105408be75" providerId="ADAL" clId="{AAF57D06-9A6B-5B2F-A816-D7705ED4136C}" dt="2026-01-15T14:32:40.868" v="7256" actId="20577"/>
          <ac:spMkLst>
            <pc:docMk/>
            <pc:sldMk cId="2209014398" sldId="1368"/>
            <ac:spMk id="3" creationId="{BACBED31-144C-0F72-AAC1-E18E0F47F8A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b="1">
                <a:solidFill>
                  <a:srgbClr val="003E74"/>
                </a:solidFill>
              </a:rPr>
              <a:t>Name of presentation</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6B0EE2D-335A-3546-9D75-E17F32E16FE9}" type="datetime3">
              <a:rPr lang="en-GB" smtClean="0">
                <a:solidFill>
                  <a:srgbClr val="003E74"/>
                </a:solidFill>
              </a:rPr>
              <a:t>15 January, 2026</a:t>
            </a:fld>
            <a:endParaRPr lang="en-US">
              <a:solidFill>
                <a:srgbClr val="003E74"/>
              </a:solidFill>
            </a:endParaRPr>
          </a:p>
        </p:txBody>
      </p:sp>
    </p:spTree>
    <p:extLst>
      <p:ext uri="{BB962C8B-B14F-4D97-AF65-F5344CB8AC3E}">
        <p14:creationId xmlns:p14="http://schemas.microsoft.com/office/powerpoint/2010/main" val="3306949037"/>
      </p:ext>
    </p:extLst>
  </p:cSld>
  <p:clrMap bg1="lt1" tx1="dk1" bg2="lt2" tx2="dk2" accent1="accent1" accent2="accent2" accent3="accent3" accent4="accent4" accent5="accent5" accent6="accent6" hlink="hlink" folHlink="folHlink"/>
  <p:hf sldNum="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1">
                <a:solidFill>
                  <a:srgbClr val="003E74"/>
                </a:solidFill>
              </a:defRPr>
            </a:lvl1pPr>
          </a:lstStyle>
          <a:p>
            <a:r>
              <a:rPr lang="en-US"/>
              <a:t>Name of presentation</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rgbClr val="003E74"/>
                </a:solidFill>
              </a:defRPr>
            </a:lvl1pPr>
          </a:lstStyle>
          <a:p>
            <a:fld id="{8D35C32B-10D1-1447-A35B-280119DE9D12}" type="datetime3">
              <a:rPr lang="en-GB" smtClean="0"/>
              <a:pPr/>
              <a:t>15 January, 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133265648"/>
      </p:ext>
    </p:extLst>
  </p:cSld>
  <p:clrMap bg1="lt1" tx1="dk1" bg2="lt2" tx2="dk2" accent1="accent1" accent2="accent2" accent3="accent3" accent4="accent4" accent5="accent5" accent6="accent6" hlink="hlink" folHlink="folHlink"/>
  <p:hf sldNum="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946778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The challenge: </a:t>
            </a:r>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3894596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b="0" i="0" u="none" strike="noStrike" dirty="0">
                <a:solidFill>
                  <a:srgbClr val="B8BFC6"/>
                </a:solidFill>
                <a:effectLst/>
                <a:latin typeface="Helvetica Neue" panose="02000503000000020004" pitchFamily="2" charset="0"/>
              </a:rPr>
              <a:t>Usually, the computation of Bayesian statistic would involve some very expensive sampling. In particular, the computation of evidence involve marginalising the whole parameter space, which is very expensive. Instead, in this work, we are going to a regression-based approach to the whole computation. </a:t>
            </a:r>
          </a:p>
          <a:p>
            <a:endParaRPr lang="en-GB" b="0" i="0" u="none" strike="noStrike" dirty="0">
              <a:solidFill>
                <a:srgbClr val="B8BFC6"/>
              </a:solidFill>
              <a:effectLst/>
              <a:latin typeface="Helvetica Neue" panose="02000503000000020004" pitchFamily="2" charset="0"/>
            </a:endParaRPr>
          </a:p>
          <a:p>
            <a:r>
              <a:rPr lang="en-GB" b="0" i="0" u="none" strike="noStrike" dirty="0">
                <a:solidFill>
                  <a:srgbClr val="B8BFC6"/>
                </a:solidFill>
                <a:effectLst/>
                <a:latin typeface="Helvetica Neue" panose="02000503000000020004" pitchFamily="2" charset="0"/>
              </a:rPr>
              <a:t>To turn this into a regression problem, all we have to do is to the negative log of the Bayes Rule, which if the noise model for the data is not too terribly complicated, like for example, if the measurement noise is just Gaussian, which is what those error bar represents, what comes out is practically the same as the loss function of your usual least square regression. Meanwhile, the prior will give you the regularisation. For example, a Gaussian prior would be equivalent to having a L2 norm in the regularisation, or ridge regression.</a:t>
            </a:r>
          </a:p>
          <a:p>
            <a:r>
              <a:rPr lang="en-GB" b="0" i="0" u="none" strike="noStrike" dirty="0">
                <a:solidFill>
                  <a:srgbClr val="B8BFC6"/>
                </a:solidFill>
                <a:effectLst/>
                <a:latin typeface="Helvetica Neue" panose="02000503000000020004" pitchFamily="2" charset="0"/>
              </a:rPr>
              <a:t>So if I do a regression on this problem, the parameter value I would be find would be equivalent to the Maximum a Posteriori  </a:t>
            </a:r>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3595264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0152B-00A0-DCA4-7E54-346FF4929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8CF93-4B71-1377-02C0-0CD701910044}"/>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00AE1BFE-0C2F-7196-0952-5DC01E2BC2FA}"/>
              </a:ext>
            </a:extLst>
          </p:cNvPr>
          <p:cNvSpPr>
            <a:spLocks noGrp="1"/>
          </p:cNvSpPr>
          <p:nvPr>
            <p:ph type="body" idx="1"/>
          </p:nvPr>
        </p:nvSpPr>
        <p:spPr>
          <a:xfrm>
            <a:off x="685800" y="4400550"/>
            <a:ext cx="5486400" cy="3600450"/>
          </a:xfrm>
          <a:prstGeom prst="rect">
            <a:avLst/>
          </a:prstGeom>
        </p:spPr>
        <p:txBody>
          <a:bodyPr/>
          <a:lstStyle/>
          <a:p>
            <a:pPr algn="l"/>
            <a:r>
              <a:rPr lang="en-GB" b="0" i="0" u="none" strike="noStrike" dirty="0">
                <a:solidFill>
                  <a:srgbClr val="B8BFC6"/>
                </a:solidFill>
                <a:effectLst/>
                <a:latin typeface="Helvetica Neue" panose="02000503000000020004" pitchFamily="2" charset="0"/>
              </a:rPr>
              <a:t>But the regression not gives us the MAP point, it also gives us the uncertainty of the parameter, or the parameter covariance, which we are going to use to compute the evidence by a Laplace approximation. </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If we assume a Gaussian likelihood and prior, it also happens that the matrix is exactly the one you'd invert to get the MAP approximation to your parameter. So, at almost no extra computational cost, you can obtain an approximation of the evidence, which you can then use to compare different models and select the most parsimonious.</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Now, here's an important point. The maximum posterior probability, which tells you how well the model fits the data, scales with the number of data. The covariance contribution to the evidence, which penalises models with too many parameters or with parameters too uncertain, scales with the number of terms in your model. This means that if you have a lot of data with low noise, the relative contribution of the last term is small. This is why vanilla SINDy works well in those data regimes. However, if the number of data is of similar order as the number of basis functions in your model or if the noise in the data is large, then the uncertainty in parameters plays an important role. This is why we expect the Bayesian framework, which accounts for this contribution, to work better than the ordinary SINDy when the data environment is difficult.</a:t>
            </a:r>
          </a:p>
        </p:txBody>
      </p:sp>
      <p:sp>
        <p:nvSpPr>
          <p:cNvPr id="4" name="Header Placeholder 3">
            <a:extLst>
              <a:ext uri="{FF2B5EF4-FFF2-40B4-BE49-F238E27FC236}">
                <a16:creationId xmlns:a16="http://schemas.microsoft.com/office/drawing/2014/main" id="{1FC95C9D-6105-0127-3D34-B27990AA2CA3}"/>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a:extLst>
              <a:ext uri="{FF2B5EF4-FFF2-40B4-BE49-F238E27FC236}">
                <a16:creationId xmlns:a16="http://schemas.microsoft.com/office/drawing/2014/main" id="{26B977E7-C8FC-3BFD-505D-4BE2F210B0E8}"/>
              </a:ext>
            </a:extLst>
          </p:cNvPr>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1475240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01046-0B49-C12D-7C4E-F490B8E29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F0137-FEF2-1015-9B8A-3C46DEDFB8FD}"/>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FDA09DD0-E097-346D-5EB0-89EF9837C14B}"/>
              </a:ext>
            </a:extLst>
          </p:cNvPr>
          <p:cNvSpPr>
            <a:spLocks noGrp="1"/>
          </p:cNvSpPr>
          <p:nvPr>
            <p:ph type="body" idx="1"/>
          </p:nvPr>
        </p:nvSpPr>
        <p:spPr>
          <a:xfrm>
            <a:off x="685800" y="4400550"/>
            <a:ext cx="5486400" cy="3600450"/>
          </a:xfrm>
          <a:prstGeom prst="rect">
            <a:avLst/>
          </a:prstGeom>
        </p:spPr>
        <p:txBody>
          <a:bodyPr/>
          <a:lstStyle/>
          <a:p>
            <a:pPr algn="l"/>
            <a:r>
              <a:rPr lang="en-GB" b="0" i="0" u="none" strike="noStrike" dirty="0">
                <a:solidFill>
                  <a:srgbClr val="B8BFC6"/>
                </a:solidFill>
                <a:effectLst/>
                <a:latin typeface="Helvetica Neue" panose="02000503000000020004" pitchFamily="2" charset="0"/>
              </a:rPr>
              <a:t>But the regression not gives us the MAP point, it also gives us the uncertainty of the parameter, or the parameter covariance, which we are going to use to compute the evidence by a Laplace approximation. </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If we assume a Gaussian likelihood and prior, it also happens that the matrix is exactly the one you'd invert to get the MAP approximation to your parameter. So, at almost no extra computational cost, you can obtain an approximation of the evidence, which you can then use to compare different models and select the most parsimonious.</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Now, here's an important point. The maximum posterior probability, which tells you how well the model fits the data, scales with the number of data. The covariance contribution to the evidence, which penalises models with too many parameters or with parameters too uncertain, scales with the number of terms in your model. This means that if you have a lot of data with low noise, the relative contribution of the last term is small. This is why vanilla SINDy works well in those data regimes. However, if the number of data is of similar order as the number of basis functions in your model or if the noise in the data is large, then the uncertainty in parameters plays an important role. This is why we expect the Bayesian framework, which accounts for this contribution, to work better than the ordinary SINDy when the data environment is difficult.</a:t>
            </a:r>
          </a:p>
        </p:txBody>
      </p:sp>
      <p:sp>
        <p:nvSpPr>
          <p:cNvPr id="4" name="Header Placeholder 3">
            <a:extLst>
              <a:ext uri="{FF2B5EF4-FFF2-40B4-BE49-F238E27FC236}">
                <a16:creationId xmlns:a16="http://schemas.microsoft.com/office/drawing/2014/main" id="{96074D96-6B9D-8670-EC68-952E3D848869}"/>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a:extLst>
              <a:ext uri="{FF2B5EF4-FFF2-40B4-BE49-F238E27FC236}">
                <a16:creationId xmlns:a16="http://schemas.microsoft.com/office/drawing/2014/main" id="{B3768A7A-1951-CCA3-32B1-D1E4551DDEC8}"/>
              </a:ext>
            </a:extLst>
          </p:cNvPr>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655901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8982E-E645-51EC-4AD3-E8B325846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A830B-C959-BD27-11E9-1F4FDAB7192F}"/>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E755FB47-CB0C-1732-6EFA-46BB2B94E911}"/>
              </a:ext>
            </a:extLst>
          </p:cNvPr>
          <p:cNvSpPr>
            <a:spLocks noGrp="1"/>
          </p:cNvSpPr>
          <p:nvPr>
            <p:ph type="body" idx="1"/>
          </p:nvPr>
        </p:nvSpPr>
        <p:spPr>
          <a:xfrm>
            <a:off x="685800" y="4400550"/>
            <a:ext cx="5486400" cy="3600450"/>
          </a:xfrm>
          <a:prstGeom prst="rect">
            <a:avLst/>
          </a:prstGeom>
        </p:spPr>
        <p:txBody>
          <a:bodyPr/>
          <a:lstStyle/>
          <a:p>
            <a:pPr algn="l"/>
            <a:r>
              <a:rPr lang="en-GB" b="0" i="0" u="none" strike="noStrike" dirty="0">
                <a:solidFill>
                  <a:srgbClr val="B8BFC6"/>
                </a:solidFill>
                <a:effectLst/>
                <a:latin typeface="Helvetica Neue" panose="02000503000000020004" pitchFamily="2" charset="0"/>
              </a:rPr>
              <a:t>But the regression not gives us the MAP point, it also gives us the uncertainty of the parameter, or the parameter covariance, which we are going to use to compute the evidence by a Laplace approximation. </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If we assume a Gaussian likelihood and prior, it also happens that the matrix is exactly the one you'd invert to get the MAP approximation to your parameter. So, at almost no extra computational cost, you can obtain an approximation of the evidence, which you can then use to compare different models and select the most parsimonious.</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Now, here's an important point. The maximum posterior probability, which tells you how well the model fits the data, scales with the number of data. The covariance contribution to the evidence, which penalises models with too many parameters or with parameters too uncertain, scales with the number of terms in your model. This means that if you have a lot of data with low noise, the relative contribution of the last term is small. This is why vanilla SINDy works well in those data regimes. However, if the number of data is of similar order as the number of basis functions in your model or if the noise in the data is large, then the uncertainty in parameters plays an important role. This is why we expect the Bayesian framework, which accounts for this contribution, to work better than the ordinary SINDy when the data environment is difficult.</a:t>
            </a:r>
          </a:p>
        </p:txBody>
      </p:sp>
      <p:sp>
        <p:nvSpPr>
          <p:cNvPr id="4" name="Header Placeholder 3">
            <a:extLst>
              <a:ext uri="{FF2B5EF4-FFF2-40B4-BE49-F238E27FC236}">
                <a16:creationId xmlns:a16="http://schemas.microsoft.com/office/drawing/2014/main" id="{12DB9891-5C2C-B034-58C1-61808090328F}"/>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a:extLst>
              <a:ext uri="{FF2B5EF4-FFF2-40B4-BE49-F238E27FC236}">
                <a16:creationId xmlns:a16="http://schemas.microsoft.com/office/drawing/2014/main" id="{22401270-336E-5053-B195-50F4DAFFBC46}"/>
              </a:ext>
            </a:extLst>
          </p:cNvPr>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3732329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45E6F-FB42-819D-F430-F98CA9284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CE73B-989B-DE81-C992-2E7D70F1DC8A}"/>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166FDA35-16DA-EA39-84B6-6D011CC1096E}"/>
              </a:ext>
            </a:extLst>
          </p:cNvPr>
          <p:cNvSpPr>
            <a:spLocks noGrp="1"/>
          </p:cNvSpPr>
          <p:nvPr>
            <p:ph type="body" idx="1"/>
          </p:nvPr>
        </p:nvSpPr>
        <p:spPr>
          <a:xfrm>
            <a:off x="685800" y="4400550"/>
            <a:ext cx="5486400" cy="3600450"/>
          </a:xfrm>
          <a:prstGeom prst="rect">
            <a:avLst/>
          </a:prstGeom>
        </p:spPr>
        <p:txBody>
          <a:bodyPr/>
          <a:lstStyle/>
          <a:p>
            <a:pPr algn="l"/>
            <a:r>
              <a:rPr lang="en-GB" b="0" i="0" u="none" strike="noStrike" dirty="0">
                <a:solidFill>
                  <a:srgbClr val="B8BFC6"/>
                </a:solidFill>
                <a:effectLst/>
                <a:latin typeface="Helvetica Neue" panose="02000503000000020004" pitchFamily="2" charset="0"/>
              </a:rPr>
              <a:t>But the regression not gives us the MAP point, it also gives us the uncertainty of the parameter, or the parameter covariance, which we are going to use to compute the evidence by a Laplace approximation. </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If we assume a Gaussian likelihood and prior, it also happens that the matrix is exactly the one you'd invert to get the MAP approximation to your parameter. So, at almost no extra computational cost, you can obtain an approximation of the evidence, which you can then use to compare different models and select the most parsimonious.</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Now, here's an important point. The maximum posterior probability, which tells you how well the model fits the data, scales with the number of data. The covariance contribution to the evidence, which penalises models with too many parameters or with parameters too uncertain, scales with the number of terms in your model. This means that if you have a lot of data with low noise, the relative contribution of the last term is small. This is why vanilla SINDy works well in those data regimes. However, if the number of data is of similar order as the number of basis functions in your model or if the noise in the data is large, then the uncertainty in parameters plays an important role. This is why we expect the Bayesian framework, which accounts for this contribution, to work better than the ordinary SINDy when the data environment is difficult.</a:t>
            </a:r>
          </a:p>
        </p:txBody>
      </p:sp>
      <p:sp>
        <p:nvSpPr>
          <p:cNvPr id="4" name="Header Placeholder 3">
            <a:extLst>
              <a:ext uri="{FF2B5EF4-FFF2-40B4-BE49-F238E27FC236}">
                <a16:creationId xmlns:a16="http://schemas.microsoft.com/office/drawing/2014/main" id="{D39D069C-CB0E-4802-B7B0-3D1C9B8C489B}"/>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a:extLst>
              <a:ext uri="{FF2B5EF4-FFF2-40B4-BE49-F238E27FC236}">
                <a16:creationId xmlns:a16="http://schemas.microsoft.com/office/drawing/2014/main" id="{ED4BF2FC-40D4-6963-62B8-659818EC246D}"/>
              </a:ext>
            </a:extLst>
          </p:cNvPr>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4233757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EFC08-20C5-2452-24E8-8AD4FA008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4D594-1ABF-3CAA-3802-670E194F4449}"/>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45CE8FBD-1D7D-7AEB-3C05-28F3D58C300C}"/>
              </a:ext>
            </a:extLst>
          </p:cNvPr>
          <p:cNvSpPr>
            <a:spLocks noGrp="1"/>
          </p:cNvSpPr>
          <p:nvPr>
            <p:ph type="body" idx="1"/>
          </p:nvPr>
        </p:nvSpPr>
        <p:spPr>
          <a:xfrm>
            <a:off x="685800" y="4400550"/>
            <a:ext cx="5486400" cy="3600450"/>
          </a:xfrm>
          <a:prstGeom prst="rect">
            <a:avLst/>
          </a:prstGeom>
        </p:spPr>
        <p:txBody>
          <a:bodyPr/>
          <a:lstStyle/>
          <a:p>
            <a:pPr algn="l"/>
            <a:r>
              <a:rPr lang="en-GB" b="0" i="0" u="none" strike="noStrike" dirty="0">
                <a:solidFill>
                  <a:srgbClr val="B8BFC6"/>
                </a:solidFill>
                <a:effectLst/>
                <a:latin typeface="Helvetica Neue" panose="02000503000000020004" pitchFamily="2" charset="0"/>
              </a:rPr>
              <a:t>But the regression not gives us the MAP point, it also gives us the uncertainty of the parameter, or the parameter covariance, which we are going to use to compute the evidence by a Laplace approximation. </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If we assume a Gaussian likelihood and prior, it also happens that the matrix is exactly the one you'd invert to get the MAP approximation to your parameter. So, at almost no extra computational cost, you can obtain an approximation of the evidence, which you can then use to compare different models and select the most parsimonious.</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Now, here's an important point. The maximum posterior probability, which tells you how well the model fits the data, scales with the number of data. The covariance contribution to the evidence, which penalises models with too many parameters or with parameters too uncertain, scales with the number of terms in your model. This means that if you have a lot of data with low noise, the relative contribution of the last term is small. This is why vanilla SINDy works well in those data regimes. However, if the number of data is of similar order as the number of basis functions in your model or if the noise in the data is large, then the uncertainty in parameters plays an important role. This is why we expect the Bayesian framework, which accounts for this contribution, to work better than the ordinary SINDy when the data environment is difficult.</a:t>
            </a:r>
          </a:p>
        </p:txBody>
      </p:sp>
      <p:sp>
        <p:nvSpPr>
          <p:cNvPr id="4" name="Header Placeholder 3">
            <a:extLst>
              <a:ext uri="{FF2B5EF4-FFF2-40B4-BE49-F238E27FC236}">
                <a16:creationId xmlns:a16="http://schemas.microsoft.com/office/drawing/2014/main" id="{8A61ED4F-7BCE-F7C1-7BA0-FF28282271D8}"/>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a:extLst>
              <a:ext uri="{FF2B5EF4-FFF2-40B4-BE49-F238E27FC236}">
                <a16:creationId xmlns:a16="http://schemas.microsoft.com/office/drawing/2014/main" id="{476198B1-2F55-DABC-85BD-84892B0F9F91}"/>
              </a:ext>
            </a:extLst>
          </p:cNvPr>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3514732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a:xfrm>
            <a:off x="685800" y="4400550"/>
            <a:ext cx="5486400" cy="3600450"/>
          </a:xfrm>
          <a:prstGeom prst="rect">
            <a:avLst/>
          </a:prstGeom>
        </p:spPr>
        <p:txBody>
          <a:bodyPr/>
          <a:lstStyle/>
          <a:p>
            <a:pPr algn="l"/>
            <a:r>
              <a:rPr lang="en-GB" b="0" i="0" u="none" strike="noStrike" dirty="0">
                <a:solidFill>
                  <a:srgbClr val="B8BFC6"/>
                </a:solidFill>
                <a:effectLst/>
                <a:latin typeface="Helvetica Neue" panose="02000503000000020004" pitchFamily="2" charset="0"/>
              </a:rPr>
              <a:t>But the regression not gives us the MAP point, it also gives us the uncertainty of the parameter, or the parameter covariance, which we are going to use to compute the evidence by a Laplace approximation. </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If we assume a Gaussian likelihood and prior, it also happens that the matrix is exactly the one you'd invert to get the MAP approximation to your parameter. So, at almost no extra computational cost, you can obtain an approximation of the evidence, which you can then use to compare different models and select the most parsimonious.</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Now, here's an important point. The maximum posterior probability, which tells you how well the model fits the data, scales with the number of data. The covariance contribution to the evidence, which penalises models with too many parameters or with parameters too uncertain, scales with the number of terms in your model. This means that if you have a lot of data with low noise, the relative contribution of the last term is small. This is why vanilla SINDy works well in those data regimes. However, if the number of data is of similar order as the number of basis functions in your model or if the noise in the data is large, then the uncertainty in parameters plays an important role. This is why we expect the Bayesian framework, which accounts for this contribution, to work better than the ordinary SINDy when the data environment is difficult.</a:t>
            </a:r>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2009782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731F7-3736-CFBD-F3B9-2A826BC85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2BB17-0E84-2A4F-42DA-7A1A0B9D1B04}"/>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D21A7243-0F70-96A1-CCF2-8915DDAD76BB}"/>
              </a:ext>
            </a:extLst>
          </p:cNvPr>
          <p:cNvSpPr>
            <a:spLocks noGrp="1"/>
          </p:cNvSpPr>
          <p:nvPr>
            <p:ph type="body" idx="1"/>
          </p:nvPr>
        </p:nvSpPr>
        <p:spPr>
          <a:xfrm>
            <a:off x="685800" y="4400550"/>
            <a:ext cx="5486400" cy="3600450"/>
          </a:xfrm>
          <a:prstGeom prst="rect">
            <a:avLst/>
          </a:prstGeom>
        </p:spPr>
        <p:txBody>
          <a:bodyPr/>
          <a:lstStyle/>
          <a:p>
            <a:pPr algn="l"/>
            <a:r>
              <a:rPr lang="en-GB" b="0" i="0" u="none" strike="noStrike" dirty="0">
                <a:solidFill>
                  <a:srgbClr val="B8BFC6"/>
                </a:solidFill>
                <a:effectLst/>
                <a:latin typeface="Helvetica Neue" panose="02000503000000020004" pitchFamily="2" charset="0"/>
              </a:rPr>
              <a:t>But the regression not gives us the MAP point, it also gives us the uncertainty of the parameter, or the parameter covariance, which we are going to use to compute the evidence by a Laplace approximation. </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If we assume a Gaussian likelihood and prior, it also happens that the matrix is exactly the one you'd invert to get the MAP approximation to your parameter. So, at almost no extra computational cost, you can obtain an approximation of the evidence, which you can then use to compare different models and select the most parsimonious.</a:t>
            </a:r>
          </a:p>
          <a:p>
            <a:pPr algn="l"/>
            <a:endParaRPr lang="en-GB" b="0" i="0" u="none" strike="noStrike" dirty="0">
              <a:solidFill>
                <a:srgbClr val="B8BFC6"/>
              </a:solidFill>
              <a:effectLst/>
              <a:latin typeface="Helvetica Neue" panose="02000503000000020004" pitchFamily="2" charset="0"/>
            </a:endParaRPr>
          </a:p>
          <a:p>
            <a:pPr algn="l"/>
            <a:r>
              <a:rPr lang="en-GB" b="0" i="0" u="none" strike="noStrike" dirty="0">
                <a:solidFill>
                  <a:srgbClr val="B8BFC6"/>
                </a:solidFill>
                <a:effectLst/>
                <a:latin typeface="Helvetica Neue" panose="02000503000000020004" pitchFamily="2" charset="0"/>
              </a:rPr>
              <a:t>Now, here's an important point. The maximum posterior probability, which tells you how well the model fits the data, scales with the number of data. The covariance contribution to the evidence, which penalises models with too many parameters or with parameters too uncertain, scales with the number of terms in your model. This means that if you have a lot of data with low noise, the relative contribution of the last term is small. This is why vanilla SINDy works well in those data regimes. However, if the number of data is of similar order as the number of basis functions in your model or if the noise in the data is large, then the uncertainty in parameters plays an important role. This is why we expect the Bayesian framework, which accounts for this contribution, to work better than the ordinary SINDy when the data environment is difficult.</a:t>
            </a:r>
          </a:p>
        </p:txBody>
      </p:sp>
      <p:sp>
        <p:nvSpPr>
          <p:cNvPr id="4" name="Header Placeholder 3">
            <a:extLst>
              <a:ext uri="{FF2B5EF4-FFF2-40B4-BE49-F238E27FC236}">
                <a16:creationId xmlns:a16="http://schemas.microsoft.com/office/drawing/2014/main" id="{07AA2877-4172-9B67-5319-7DC6A4643FC3}"/>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a:extLst>
              <a:ext uri="{FF2B5EF4-FFF2-40B4-BE49-F238E27FC236}">
                <a16:creationId xmlns:a16="http://schemas.microsoft.com/office/drawing/2014/main" id="{957FE636-581E-8520-775C-4C9A445227FE}"/>
              </a:ext>
            </a:extLst>
          </p:cNvPr>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1306648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173287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5E9E0-D86B-AA87-E020-B5F276D0D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3D2BB-B940-DAA1-FE87-D09295439AE8}"/>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40DC224B-8059-D186-CD9C-7ACB457F6544}"/>
              </a:ext>
            </a:extLst>
          </p:cNvPr>
          <p:cNvSpPr>
            <a:spLocks noGrp="1"/>
          </p:cNvSpPr>
          <p:nvPr>
            <p:ph type="body" idx="1"/>
          </p:nvPr>
        </p:nvSpPr>
        <p:spPr>
          <a:xfrm>
            <a:off x="685800" y="4400550"/>
            <a:ext cx="5486400" cy="3600450"/>
          </a:xfrm>
          <a:prstGeom prst="rect">
            <a:avLst/>
          </a:prstGeom>
        </p:spPr>
        <p:txBody>
          <a:bodyPr/>
          <a:lstStyle/>
          <a:p>
            <a:r>
              <a:rPr lang="en-GB" b="0" i="0" u="none" strike="noStrike" dirty="0">
                <a:solidFill>
                  <a:srgbClr val="B8BFC6"/>
                </a:solidFill>
                <a:effectLst/>
                <a:latin typeface="Helvetica Neue" panose="02000503000000020004" pitchFamily="2" charset="0"/>
              </a:rPr>
              <a:t>Usually, the computation of Bayesian statistic would involve some very expensive sampling. In particular, the computation of evidence involve marginalising the whole parameter space, which is very expensive. Instead, in this work, we are going to a regression-based approach to the whole computation. </a:t>
            </a:r>
          </a:p>
          <a:p>
            <a:endParaRPr lang="en-GB" b="0" i="0" u="none" strike="noStrike" dirty="0">
              <a:solidFill>
                <a:srgbClr val="B8BFC6"/>
              </a:solidFill>
              <a:effectLst/>
              <a:latin typeface="Helvetica Neue" panose="02000503000000020004" pitchFamily="2" charset="0"/>
            </a:endParaRPr>
          </a:p>
          <a:p>
            <a:r>
              <a:rPr lang="en-GB" b="0" i="0" u="none" strike="noStrike" dirty="0">
                <a:solidFill>
                  <a:srgbClr val="B8BFC6"/>
                </a:solidFill>
                <a:effectLst/>
                <a:latin typeface="Helvetica Neue" panose="02000503000000020004" pitchFamily="2" charset="0"/>
              </a:rPr>
              <a:t>To turn this into a regression problem, all we have to do is to the negative log of the Bayes Rule, which if the noise model for the data is not too terribly complicated, like for example, if the measurement noise is just Gaussian, which is what those error bar represents, what comes out is practically the same as the loss function of your usual least square regression. Meanwhile, the prior will give you the regularisation. For example, a Gaussian prior would be equivalent to having a L2 norm in the regularisation, or ridge regression.</a:t>
            </a:r>
          </a:p>
          <a:p>
            <a:r>
              <a:rPr lang="en-GB" b="0" i="0" u="none" strike="noStrike" dirty="0">
                <a:solidFill>
                  <a:srgbClr val="B8BFC6"/>
                </a:solidFill>
                <a:effectLst/>
                <a:latin typeface="Helvetica Neue" panose="02000503000000020004" pitchFamily="2" charset="0"/>
              </a:rPr>
              <a:t>So if I do a regression on this problem, the parameter value I would be find would be equivalent to the Maximum a Posteriori  </a:t>
            </a:r>
          </a:p>
        </p:txBody>
      </p:sp>
      <p:sp>
        <p:nvSpPr>
          <p:cNvPr id="4" name="Header Placeholder 3">
            <a:extLst>
              <a:ext uri="{FF2B5EF4-FFF2-40B4-BE49-F238E27FC236}">
                <a16:creationId xmlns:a16="http://schemas.microsoft.com/office/drawing/2014/main" id="{2A988ADB-3F32-6241-73A8-C6292719749E}"/>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3E74"/>
                </a:solidFill>
                <a:effectLst/>
                <a:uLnTx/>
                <a:uFillTx/>
                <a:latin typeface="Arial"/>
                <a:ea typeface="+mn-ea"/>
                <a:cs typeface="+mn-cs"/>
              </a:rPr>
              <a:t>Name of presentation</a:t>
            </a:r>
          </a:p>
        </p:txBody>
      </p:sp>
      <p:sp>
        <p:nvSpPr>
          <p:cNvPr id="5" name="Date Placeholder 4">
            <a:extLst>
              <a:ext uri="{FF2B5EF4-FFF2-40B4-BE49-F238E27FC236}">
                <a16:creationId xmlns:a16="http://schemas.microsoft.com/office/drawing/2014/main" id="{7C74942F-4957-44F8-6DD6-021D354E8FC4}"/>
              </a:ext>
            </a:extLst>
          </p:cNvPr>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5C32B-10D1-1447-A35B-280119DE9D12}" type="datetime3">
              <a:rPr kumimoji="0" lang="en-GB" sz="1200" b="0" i="0" u="none" strike="noStrike" kern="1200" cap="none" spc="0" normalizeH="0" baseline="0" noProof="0" smtClean="0">
                <a:ln>
                  <a:noFill/>
                </a:ln>
                <a:solidFill>
                  <a:srgbClr val="003E74"/>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 January, 2026</a:t>
            </a:fld>
            <a:endParaRPr kumimoji="0" lang="en-US" sz="1200" b="0" i="0" u="none" strike="noStrike" kern="1200" cap="none" spc="0" normalizeH="0" baseline="0" noProof="0">
              <a:ln>
                <a:noFill/>
              </a:ln>
              <a:solidFill>
                <a:srgbClr val="003E74"/>
              </a:solidFill>
              <a:effectLst/>
              <a:uLnTx/>
              <a:uFillTx/>
              <a:latin typeface="Arial"/>
              <a:ea typeface="+mn-ea"/>
              <a:cs typeface="+mn-cs"/>
            </a:endParaRPr>
          </a:p>
        </p:txBody>
      </p:sp>
    </p:spTree>
    <p:extLst>
      <p:ext uri="{BB962C8B-B14F-4D97-AF65-F5344CB8AC3E}">
        <p14:creationId xmlns:p14="http://schemas.microsoft.com/office/powerpoint/2010/main" val="1226496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629050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0345-45DA-BC6D-8EE9-E118D55ED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1ED80-B62A-20E4-BD1C-4C24978AB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EA4E7-CF23-DC82-99F5-318C8D0AC730}"/>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5CD1C6E9-0781-D969-8BEE-EE7F6E217D33}"/>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5F029A31-CF50-5ADE-0D0B-B517B6671A19}"/>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194831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2990C-D94B-4FEC-BBDF-13A11EF94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B7CE-AA47-68CC-DFC7-C39194EED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115C1-8E44-B9E9-66D4-30CC30639865}"/>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92A1B775-6570-2193-F0C0-89146B10CFB1}"/>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944A4541-2CBE-0732-6D8B-B8E4E7B7D45E}"/>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1740375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8EAE8-AB1D-1191-2923-79E304A18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9BED3-BF69-E92A-A28F-4019E5C58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6C589-DD53-5196-98F3-C7F7DCE437E2}"/>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F0291D07-1FA7-8E4E-AEDB-C832DDD4F0F5}"/>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BAA52FD5-11EA-0A18-4F91-307E3EBC3E1C}"/>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1002650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E504A-CEDE-639B-9B22-25F521764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4B553-C724-BFE3-C133-A2AB7CEBA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E9440-57B4-5249-7E8A-6EF7AB80AD3E}"/>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B808C852-D7F5-2B23-A125-9BCB02CB05B9}"/>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29151523-EBAE-1E1B-1D96-8F6D6E21B3CD}"/>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1610989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D7724-B577-E1C4-4A05-C44DA8C4F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423C7-3D19-C1B9-DBF6-EC20D021A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5C106-4A14-54B8-6147-7CA59E67BF98}"/>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7A735E9B-ED40-8B05-BCBC-3517771A5574}"/>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D3FEC1B4-E440-B37C-49F4-F186A202F587}"/>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6429530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230F-F66C-75AD-09C3-9DE01A53C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52D5A-06E1-9094-FA50-2AF1389E0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91693-5244-2AC0-E35D-F45ED18658AE}"/>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0268C777-7EEE-2797-B007-6C57E57CE3F4}"/>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0017AAE9-E065-9655-E576-2E4ABB963AA4}"/>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4117023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656D4-DA1C-0F96-7365-69D1C2380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50017-CD5A-7EFA-A7A7-8817F325D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7F692-2722-41D6-DC94-3C4510BB5837}"/>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6920CDC0-3565-E3DC-071E-5983C6A2A8D0}"/>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5D713E84-AC45-0635-469F-62D65040D25B}"/>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1099384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63929-A157-7592-EB16-EFC2F1226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BC0DB-426D-BCE1-62ED-BDDE50682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E9959B-13D7-37C1-4EA6-EC7E2754FD29}"/>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0EBF8D3F-D296-6DDB-FC0E-C7DC5C7C6237}"/>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4C9BA3A1-8134-A476-CDDE-EF437F228CCE}"/>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7526953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DAD64-86F9-6A3A-75C5-2DB094C8B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E1106-8FDE-21A3-5757-936A1E96A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15E4C-EB02-07AA-8382-2F5391E42B5D}"/>
              </a:ext>
            </a:extLst>
          </p:cNvPr>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a:extLst>
              <a:ext uri="{FF2B5EF4-FFF2-40B4-BE49-F238E27FC236}">
                <a16:creationId xmlns:a16="http://schemas.microsoft.com/office/drawing/2014/main" id="{E543461D-9FED-0439-C1A2-EB2EE7A45A55}"/>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354D55E9-B01F-5EF7-2A1C-2FA5B329AFFD}"/>
              </a:ext>
            </a:extLst>
          </p:cNvPr>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262012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This page needs more work</a:t>
            </a:r>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3197077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15 January, 2026</a:t>
            </a:fld>
            <a:endParaRPr lang="en-US"/>
          </a:p>
        </p:txBody>
      </p:sp>
    </p:spTree>
    <p:extLst>
      <p:ext uri="{BB962C8B-B14F-4D97-AF65-F5344CB8AC3E}">
        <p14:creationId xmlns:p14="http://schemas.microsoft.com/office/powerpoint/2010/main" val="3821589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2957124"/>
            <a:ext cx="6400800" cy="453385"/>
          </a:xfrm>
        </p:spPr>
        <p:txBody>
          <a:bodyPr/>
          <a:lstStyle>
            <a:lvl1pPr marL="0" indent="0" algn="l">
              <a:buNone/>
              <a:defRPr sz="24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13" name="Title 12"/>
          <p:cNvSpPr>
            <a:spLocks noGrp="1"/>
          </p:cNvSpPr>
          <p:nvPr>
            <p:ph type="title"/>
          </p:nvPr>
        </p:nvSpPr>
        <p:spPr>
          <a:xfrm>
            <a:off x="457200" y="200578"/>
            <a:ext cx="8229600" cy="2229189"/>
          </a:xfrm>
        </p:spPr>
        <p:txBody>
          <a:bodyPr/>
          <a:lstStyle>
            <a:lvl1pPr algn="l">
              <a:defRPr sz="4000" b="0">
                <a:solidFill>
                  <a:srgbClr val="003E74"/>
                </a:solidFill>
              </a:defRPr>
            </a:lvl1pPr>
          </a:lstStyle>
          <a:p>
            <a:r>
              <a:rPr lang="en-GB"/>
              <a:t>Click to edit Master title style</a:t>
            </a:r>
            <a:endParaRPr lang="en-US"/>
          </a:p>
        </p:txBody>
      </p:sp>
      <p:sp>
        <p:nvSpPr>
          <p:cNvPr id="10" name="Text Placeholder 9"/>
          <p:cNvSpPr>
            <a:spLocks noGrp="1"/>
          </p:cNvSpPr>
          <p:nvPr>
            <p:ph type="body" sz="quarter" idx="11" hasCustomPrompt="1"/>
          </p:nvPr>
        </p:nvSpPr>
        <p:spPr>
          <a:xfrm>
            <a:off x="457200" y="3955186"/>
            <a:ext cx="6400800" cy="254858"/>
          </a:xfrm>
        </p:spPr>
        <p:txBody>
          <a:bodyPr/>
          <a:lstStyle>
            <a:lvl1pPr marL="0" indent="0" algn="l">
              <a:buNone/>
              <a:defRPr sz="1200" baseline="0">
                <a:solidFill>
                  <a:srgbClr val="002548"/>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author name</a:t>
            </a:r>
            <a:endParaRPr lang="en-US"/>
          </a:p>
        </p:txBody>
      </p:sp>
    </p:spTree>
    <p:extLst>
      <p:ext uri="{BB962C8B-B14F-4D97-AF65-F5344CB8AC3E}">
        <p14:creationId xmlns:p14="http://schemas.microsoft.com/office/powerpoint/2010/main" val="37180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082581"/>
            <a:ext cx="3711608" cy="718386"/>
          </a:xfrm>
        </p:spPr>
        <p:txBody>
          <a:bodyPr/>
          <a:lstStyle>
            <a:lvl1pPr marL="0" indent="0" algn="l">
              <a:buNone/>
              <a:defRPr sz="24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Title 12"/>
          <p:cNvSpPr>
            <a:spLocks noGrp="1"/>
          </p:cNvSpPr>
          <p:nvPr>
            <p:ph type="title"/>
          </p:nvPr>
        </p:nvSpPr>
        <p:spPr>
          <a:xfrm>
            <a:off x="457200" y="206477"/>
            <a:ext cx="3711608" cy="2568011"/>
          </a:xfrm>
        </p:spPr>
        <p:txBody>
          <a:bodyPr/>
          <a:lstStyle>
            <a:lvl1pPr>
              <a:defRPr sz="4000" b="0">
                <a:solidFill>
                  <a:srgbClr val="003E74"/>
                </a:solidFill>
              </a:defRPr>
            </a:lvl1pPr>
          </a:lstStyle>
          <a:p>
            <a:r>
              <a:rPr lang="en-GB"/>
              <a:t>Click to edit Master title style</a:t>
            </a:r>
            <a:endParaRPr lang="en-US"/>
          </a:p>
        </p:txBody>
      </p:sp>
      <p:sp>
        <p:nvSpPr>
          <p:cNvPr id="5" name="Text Placeholder 9"/>
          <p:cNvSpPr>
            <a:spLocks noGrp="1"/>
          </p:cNvSpPr>
          <p:nvPr>
            <p:ph type="body" sz="quarter" idx="11" hasCustomPrompt="1"/>
          </p:nvPr>
        </p:nvSpPr>
        <p:spPr>
          <a:xfrm>
            <a:off x="457200" y="4118513"/>
            <a:ext cx="3601176" cy="254858"/>
          </a:xfrm>
        </p:spPr>
        <p:txBody>
          <a:bodyPr/>
          <a:lstStyle>
            <a:lvl1pPr marL="0" indent="0" algn="l">
              <a:buNone/>
              <a:defRPr sz="1200" baseline="0">
                <a:solidFill>
                  <a:srgbClr val="002548"/>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author name</a:t>
            </a:r>
            <a:endParaRPr lang="en-US"/>
          </a:p>
        </p:txBody>
      </p:sp>
      <p:sp>
        <p:nvSpPr>
          <p:cNvPr id="7" name="Picture Placeholder 6"/>
          <p:cNvSpPr>
            <a:spLocks noGrp="1"/>
          </p:cNvSpPr>
          <p:nvPr>
            <p:ph type="pic" sz="quarter" idx="12"/>
          </p:nvPr>
        </p:nvSpPr>
        <p:spPr>
          <a:xfrm>
            <a:off x="4756151" y="206477"/>
            <a:ext cx="3930650" cy="4166894"/>
          </a:xfrm>
        </p:spPr>
        <p:txBody>
          <a:bodyPr/>
          <a:lstStyle>
            <a:lvl1pPr>
              <a:buClr>
                <a:srgbClr val="002548"/>
              </a:buClr>
              <a:defRPr/>
            </a:lvl1pPr>
          </a:lstStyle>
          <a:p>
            <a:r>
              <a:rPr lang="en-GB"/>
              <a:t>Click icon to add picture</a:t>
            </a:r>
            <a:endParaRPr lang="en-US"/>
          </a:p>
        </p:txBody>
      </p:sp>
    </p:spTree>
    <p:extLst>
      <p:ext uri="{BB962C8B-B14F-4D97-AF65-F5344CB8AC3E}">
        <p14:creationId xmlns:p14="http://schemas.microsoft.com/office/powerpoint/2010/main" val="1372030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GB"/>
              <a:t>Click to edit Master title style</a:t>
            </a:r>
            <a:endParaRPr lang="en-US"/>
          </a:p>
        </p:txBody>
      </p:sp>
      <p:sp>
        <p:nvSpPr>
          <p:cNvPr id="3" name="Content Placeholder 2"/>
          <p:cNvSpPr>
            <a:spLocks noGrp="1"/>
          </p:cNvSpPr>
          <p:nvPr>
            <p:ph idx="1"/>
          </p:nvPr>
        </p:nvSpPr>
        <p:spPr>
          <a:xfrm>
            <a:off x="147484" y="738262"/>
            <a:ext cx="8884428" cy="3839637"/>
          </a:xfrm>
        </p:spPr>
        <p:txBody>
          <a:bodyPr/>
          <a:lstStyle>
            <a:lvl1pPr>
              <a:buClr>
                <a:srgbClr val="002548"/>
              </a:buClr>
              <a:defRPr/>
            </a:lvl1pPr>
            <a:lvl2pPr>
              <a:buClr>
                <a:srgbClr val="002548"/>
              </a:buClr>
              <a:defRPr/>
            </a:lvl2pPr>
            <a:lvl3pPr>
              <a:buClr>
                <a:srgbClr val="002548"/>
              </a:buClr>
              <a:defRPr sz="1200"/>
            </a:lvl3pPr>
            <a:lvl4pPr>
              <a:buClr>
                <a:srgbClr val="002548"/>
              </a:buClr>
              <a:defRPr sz="1200"/>
            </a:lvl4pPr>
            <a:lvl5pPr>
              <a:buClr>
                <a:srgbClr val="002548"/>
              </a:buClr>
              <a:defRPr sz="1200">
                <a:latin typeface="+mn-lt"/>
              </a:defRPr>
            </a:lvl5pPr>
            <a:lvl6pPr marL="2286000" indent="0">
              <a:buNone/>
              <a:defRPr sz="1400" baseline="0">
                <a:latin typeface="+mn-lt"/>
              </a:defRPr>
            </a:lvl6pPr>
            <a:lvl7pPr>
              <a:defRPr/>
            </a:lvl7pPr>
            <a:lvl8pPr>
              <a:defRPr/>
            </a:lvl8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064984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10" name="Content Placeholder 2"/>
          <p:cNvSpPr>
            <a:spLocks noGrp="1"/>
          </p:cNvSpPr>
          <p:nvPr>
            <p:ph idx="11"/>
          </p:nvPr>
        </p:nvSpPr>
        <p:spPr>
          <a:xfrm>
            <a:off x="147484" y="737999"/>
            <a:ext cx="4262400" cy="3841200"/>
          </a:xfrm>
        </p:spPr>
        <p:txBody>
          <a:bodyPr/>
          <a:lstStyle>
            <a:lvl1pPr>
              <a:buClr>
                <a:srgbClr val="002548"/>
              </a:buClr>
              <a:defRPr/>
            </a:lvl1pPr>
            <a:lvl2pPr>
              <a:buClr>
                <a:srgbClr val="002548"/>
              </a:buClr>
              <a:defRPr/>
            </a:lvl2pPr>
            <a:lvl3pPr>
              <a:buClr>
                <a:srgbClr val="002548"/>
              </a:buClr>
              <a:defRPr/>
            </a:lvl3pPr>
            <a:lvl4pPr>
              <a:buClr>
                <a:srgbClr val="002548"/>
              </a:buClr>
              <a:defRPr/>
            </a:lvl4pPr>
            <a:lvl5pPr>
              <a:buClr>
                <a:srgbClr val="002548"/>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p:cNvSpPr>
            <a:spLocks noGrp="1"/>
          </p:cNvSpPr>
          <p:nvPr>
            <p:ph type="title"/>
          </p:nvPr>
        </p:nvSpPr>
        <p:spPr/>
        <p:txBody>
          <a:bodyPr/>
          <a:lstStyle>
            <a:lvl1pPr>
              <a:defRPr sz="2400"/>
            </a:lvl1pPr>
          </a:lstStyle>
          <a:p>
            <a:r>
              <a:rPr lang="en-GB"/>
              <a:t>Click to edit Master title style</a:t>
            </a:r>
            <a:endParaRPr lang="en-US"/>
          </a:p>
        </p:txBody>
      </p:sp>
      <p:sp>
        <p:nvSpPr>
          <p:cNvPr id="12" name="Content Placeholder 2"/>
          <p:cNvSpPr>
            <a:spLocks noGrp="1"/>
          </p:cNvSpPr>
          <p:nvPr>
            <p:ph idx="12"/>
          </p:nvPr>
        </p:nvSpPr>
        <p:spPr>
          <a:xfrm>
            <a:off x="4607396" y="738000"/>
            <a:ext cx="4424515" cy="3841200"/>
          </a:xfrm>
        </p:spPr>
        <p:txBody>
          <a:bodyPr/>
          <a:lstStyle>
            <a:lvl1pPr>
              <a:buClr>
                <a:srgbClr val="002548"/>
              </a:buClr>
              <a:defRPr/>
            </a:lvl1pPr>
            <a:lvl2pPr>
              <a:buClr>
                <a:srgbClr val="002548"/>
              </a:buClr>
              <a:defRPr/>
            </a:lvl2pPr>
            <a:lvl3pPr>
              <a:buClr>
                <a:srgbClr val="002548"/>
              </a:buClr>
              <a:defRPr/>
            </a:lvl3pPr>
            <a:lvl4pPr>
              <a:buClr>
                <a:srgbClr val="002548"/>
              </a:buClr>
              <a:defRPr/>
            </a:lvl4pPr>
            <a:lvl5pPr>
              <a:buClr>
                <a:srgbClr val="002548"/>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95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e column) w 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GB"/>
              <a:t>Click to edit Master title style</a:t>
            </a:r>
            <a:endParaRPr lang="en-US"/>
          </a:p>
        </p:txBody>
      </p:sp>
      <p:sp>
        <p:nvSpPr>
          <p:cNvPr id="3" name="Content Placeholder 2"/>
          <p:cNvSpPr>
            <a:spLocks noGrp="1"/>
          </p:cNvSpPr>
          <p:nvPr>
            <p:ph idx="1"/>
          </p:nvPr>
        </p:nvSpPr>
        <p:spPr>
          <a:xfrm>
            <a:off x="147484" y="738262"/>
            <a:ext cx="8884428" cy="3839637"/>
          </a:xfrm>
        </p:spPr>
        <p:txBody>
          <a:bodyPr/>
          <a:lstStyle>
            <a:lvl1pPr>
              <a:buClr>
                <a:srgbClr val="002548"/>
              </a:buClr>
              <a:defRPr/>
            </a:lvl1pPr>
            <a:lvl2pPr>
              <a:buClr>
                <a:srgbClr val="002548"/>
              </a:buClr>
              <a:defRPr/>
            </a:lvl2pPr>
            <a:lvl3pPr>
              <a:buClr>
                <a:srgbClr val="002548"/>
              </a:buClr>
              <a:defRPr sz="1200"/>
            </a:lvl3pPr>
            <a:lvl4pPr>
              <a:buClr>
                <a:srgbClr val="002548"/>
              </a:buClr>
              <a:defRPr sz="1200"/>
            </a:lvl4pPr>
            <a:lvl5pPr>
              <a:buClr>
                <a:srgbClr val="002548"/>
              </a:buClr>
              <a:defRPr sz="1200">
                <a:latin typeface="+mn-lt"/>
              </a:defRPr>
            </a:lvl5pPr>
            <a:lvl6pPr marL="2286000" indent="0">
              <a:buNone/>
              <a:defRPr sz="1400" baseline="0">
                <a:latin typeface="+mn-lt"/>
              </a:defRPr>
            </a:lvl6pPr>
            <a:lvl7pPr>
              <a:defRPr/>
            </a:lvl7pPr>
            <a:lvl8pPr>
              <a:defRPr/>
            </a:lvl8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7"/>
          <p:cNvSpPr>
            <a:spLocks noGrp="1"/>
          </p:cNvSpPr>
          <p:nvPr>
            <p:ph type="body" sz="quarter" idx="10" hasCustomPrompt="1"/>
          </p:nvPr>
        </p:nvSpPr>
        <p:spPr>
          <a:xfrm>
            <a:off x="6899037" y="206063"/>
            <a:ext cx="2132875" cy="435757"/>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9" name="Text Placeholder 3"/>
          <p:cNvSpPr>
            <a:spLocks noGrp="1"/>
          </p:cNvSpPr>
          <p:nvPr>
            <p:ph type="body" sz="quarter" idx="12" hasCustomPrompt="1"/>
          </p:nvPr>
        </p:nvSpPr>
        <p:spPr>
          <a:xfrm>
            <a:off x="7585053" y="641821"/>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1569259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two columns) w title">
    <p:spTree>
      <p:nvGrpSpPr>
        <p:cNvPr id="1" name=""/>
        <p:cNvGrpSpPr/>
        <p:nvPr/>
      </p:nvGrpSpPr>
      <p:grpSpPr>
        <a:xfrm>
          <a:off x="0" y="0"/>
          <a:ext cx="0" cy="0"/>
          <a:chOff x="0" y="0"/>
          <a:chExt cx="0" cy="0"/>
        </a:xfrm>
      </p:grpSpPr>
      <p:sp>
        <p:nvSpPr>
          <p:cNvPr id="10" name="Content Placeholder 2"/>
          <p:cNvSpPr>
            <a:spLocks noGrp="1"/>
          </p:cNvSpPr>
          <p:nvPr>
            <p:ph idx="11"/>
          </p:nvPr>
        </p:nvSpPr>
        <p:spPr>
          <a:xfrm>
            <a:off x="147484" y="737999"/>
            <a:ext cx="4262400" cy="3841200"/>
          </a:xfrm>
        </p:spPr>
        <p:txBody>
          <a:bodyPr/>
          <a:lstStyle>
            <a:lvl1pPr>
              <a:buClr>
                <a:srgbClr val="002548"/>
              </a:buClr>
              <a:defRPr/>
            </a:lvl1pPr>
            <a:lvl2pPr>
              <a:buClr>
                <a:srgbClr val="002548"/>
              </a:buClr>
              <a:defRPr/>
            </a:lvl2pPr>
            <a:lvl3pPr>
              <a:buClr>
                <a:srgbClr val="002548"/>
              </a:buClr>
              <a:defRPr/>
            </a:lvl3pPr>
            <a:lvl4pPr>
              <a:buClr>
                <a:srgbClr val="002548"/>
              </a:buClr>
              <a:defRPr/>
            </a:lvl4pPr>
            <a:lvl5pPr>
              <a:buClr>
                <a:srgbClr val="002548"/>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p:cNvSpPr>
            <a:spLocks noGrp="1"/>
          </p:cNvSpPr>
          <p:nvPr>
            <p:ph type="title"/>
          </p:nvPr>
        </p:nvSpPr>
        <p:spPr/>
        <p:txBody>
          <a:bodyPr/>
          <a:lstStyle>
            <a:lvl1pPr>
              <a:defRPr sz="2400"/>
            </a:lvl1pPr>
          </a:lstStyle>
          <a:p>
            <a:r>
              <a:rPr lang="en-GB"/>
              <a:t>Click to edit Master title style</a:t>
            </a:r>
            <a:endParaRPr lang="en-US"/>
          </a:p>
        </p:txBody>
      </p:sp>
      <p:sp>
        <p:nvSpPr>
          <p:cNvPr id="12" name="Content Placeholder 2"/>
          <p:cNvSpPr>
            <a:spLocks noGrp="1"/>
          </p:cNvSpPr>
          <p:nvPr>
            <p:ph idx="12"/>
          </p:nvPr>
        </p:nvSpPr>
        <p:spPr>
          <a:xfrm>
            <a:off x="4607396" y="738000"/>
            <a:ext cx="4424515" cy="3841200"/>
          </a:xfrm>
        </p:spPr>
        <p:txBody>
          <a:bodyPr/>
          <a:lstStyle>
            <a:lvl1pPr>
              <a:buClr>
                <a:srgbClr val="002548"/>
              </a:buClr>
              <a:defRPr/>
            </a:lvl1pPr>
            <a:lvl2pPr>
              <a:buClr>
                <a:srgbClr val="002548"/>
              </a:buClr>
              <a:defRPr/>
            </a:lvl2pPr>
            <a:lvl3pPr>
              <a:buClr>
                <a:srgbClr val="002548"/>
              </a:buClr>
              <a:defRPr/>
            </a:lvl3pPr>
            <a:lvl4pPr>
              <a:buClr>
                <a:srgbClr val="002548"/>
              </a:buClr>
              <a:defRPr/>
            </a:lvl4pPr>
            <a:lvl5pPr>
              <a:buClr>
                <a:srgbClr val="002548"/>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7">
            <a:extLst>
              <a:ext uri="{FF2B5EF4-FFF2-40B4-BE49-F238E27FC236}">
                <a16:creationId xmlns:a16="http://schemas.microsoft.com/office/drawing/2014/main" id="{385376EE-F9CE-4CBB-9462-A107D23CEA50}"/>
              </a:ext>
            </a:extLst>
          </p:cNvPr>
          <p:cNvSpPr>
            <a:spLocks noGrp="1"/>
          </p:cNvSpPr>
          <p:nvPr>
            <p:ph type="body" sz="quarter" idx="10" hasCustomPrompt="1"/>
          </p:nvPr>
        </p:nvSpPr>
        <p:spPr>
          <a:xfrm>
            <a:off x="6899037" y="206063"/>
            <a:ext cx="2132875" cy="435757"/>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8" name="Text Placeholder 3">
            <a:extLst>
              <a:ext uri="{FF2B5EF4-FFF2-40B4-BE49-F238E27FC236}">
                <a16:creationId xmlns:a16="http://schemas.microsoft.com/office/drawing/2014/main" id="{467838B2-CA42-4156-891B-1372A11A17FA}"/>
              </a:ext>
            </a:extLst>
          </p:cNvPr>
          <p:cNvSpPr>
            <a:spLocks noGrp="1"/>
          </p:cNvSpPr>
          <p:nvPr>
            <p:ph type="body" sz="quarter" idx="13" hasCustomPrompt="1"/>
          </p:nvPr>
        </p:nvSpPr>
        <p:spPr>
          <a:xfrm>
            <a:off x="7585053" y="641821"/>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2622752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quote)">
    <p:spTree>
      <p:nvGrpSpPr>
        <p:cNvPr id="1" name=""/>
        <p:cNvGrpSpPr/>
        <p:nvPr/>
      </p:nvGrpSpPr>
      <p:grpSpPr>
        <a:xfrm>
          <a:off x="0" y="0"/>
          <a:ext cx="0" cy="0"/>
          <a:chOff x="0" y="0"/>
          <a:chExt cx="0" cy="0"/>
        </a:xfrm>
      </p:grpSpPr>
      <p:sp>
        <p:nvSpPr>
          <p:cNvPr id="3" name="Content Placeholder 2"/>
          <p:cNvSpPr>
            <a:spLocks noGrp="1"/>
          </p:cNvSpPr>
          <p:nvPr>
            <p:ph idx="11"/>
          </p:nvPr>
        </p:nvSpPr>
        <p:spPr>
          <a:xfrm>
            <a:off x="147484" y="738000"/>
            <a:ext cx="4260593" cy="3652935"/>
          </a:xfrm>
        </p:spPr>
        <p:txBody>
          <a:bodyPr/>
          <a:lstStyle>
            <a:lvl1pPr>
              <a:buClr>
                <a:srgbClr val="002548"/>
              </a:buClr>
              <a:defRPr/>
            </a:lvl1pPr>
            <a:lvl2pPr>
              <a:buClr>
                <a:srgbClr val="002548"/>
              </a:buClr>
              <a:defRPr/>
            </a:lvl2pPr>
            <a:lvl3pPr>
              <a:buClr>
                <a:srgbClr val="002548"/>
              </a:buClr>
              <a:defRPr/>
            </a:lvl3pPr>
            <a:lvl4pPr>
              <a:buClr>
                <a:srgbClr val="002548"/>
              </a:buClr>
              <a:defRPr/>
            </a:lvl4pPr>
            <a:lvl5pPr>
              <a:buClr>
                <a:srgbClr val="002548"/>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2"/>
          <p:cNvSpPr>
            <a:spLocks noGrp="1"/>
          </p:cNvSpPr>
          <p:nvPr>
            <p:ph idx="12" hasCustomPrompt="1"/>
          </p:nvPr>
        </p:nvSpPr>
        <p:spPr>
          <a:xfrm>
            <a:off x="4735922" y="738000"/>
            <a:ext cx="4295989" cy="2988497"/>
          </a:xfrm>
        </p:spPr>
        <p:txBody>
          <a:bodyPr/>
          <a:lstStyle>
            <a:lvl1pPr marL="0" indent="0">
              <a:buClr>
                <a:srgbClr val="0085CA"/>
              </a:buClr>
              <a:buNone/>
              <a:defRPr sz="2800" b="0" i="1" baseline="0">
                <a:solidFill>
                  <a:srgbClr val="003E74"/>
                </a:solidFill>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add a quote”</a:t>
            </a:r>
            <a:endParaRPr lang="en-US"/>
          </a:p>
        </p:txBody>
      </p:sp>
      <p:sp>
        <p:nvSpPr>
          <p:cNvPr id="8" name="Text Placeholder 12"/>
          <p:cNvSpPr>
            <a:spLocks noGrp="1"/>
          </p:cNvSpPr>
          <p:nvPr>
            <p:ph type="body" sz="quarter" idx="14" hasCustomPrompt="1"/>
          </p:nvPr>
        </p:nvSpPr>
        <p:spPr>
          <a:xfrm>
            <a:off x="4735514" y="3890251"/>
            <a:ext cx="4296398" cy="483120"/>
          </a:xfrm>
        </p:spPr>
        <p:txBody>
          <a:bodyPr/>
          <a:lstStyle>
            <a:lvl1pPr marL="0" marR="0" indent="0" algn="l" defTabSz="457200" rtl="0" eaLnBrk="1" fontAlgn="auto" latinLnBrk="0" hangingPunct="1">
              <a:lnSpc>
                <a:spcPct val="100000"/>
              </a:lnSpc>
              <a:spcBef>
                <a:spcPct val="20000"/>
              </a:spcBef>
              <a:spcAft>
                <a:spcPts val="0"/>
              </a:spcAft>
              <a:buClr>
                <a:srgbClr val="0085CA"/>
              </a:buClr>
              <a:buSzTx/>
              <a:buFont typeface="Arial"/>
              <a:buNone/>
              <a:tabLst/>
              <a:defRPr sz="1200" baseline="0">
                <a:solidFill>
                  <a:srgbClr val="002548"/>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457200" rtl="0" eaLnBrk="1" fontAlgn="auto" latinLnBrk="0" hangingPunct="1">
              <a:lnSpc>
                <a:spcPct val="100000"/>
              </a:lnSpc>
              <a:spcBef>
                <a:spcPct val="20000"/>
              </a:spcBef>
              <a:spcAft>
                <a:spcPts val="0"/>
              </a:spcAft>
              <a:buClr>
                <a:srgbClr val="0085CA"/>
              </a:buClr>
              <a:buSzTx/>
              <a:buFont typeface="Arial"/>
              <a:buNone/>
              <a:tabLst/>
              <a:defRPr/>
            </a:pPr>
            <a:r>
              <a:rPr lang="en-GB"/>
              <a:t>Click to add quote attribution</a:t>
            </a:r>
            <a:endParaRPr lang="en-US"/>
          </a:p>
        </p:txBody>
      </p:sp>
      <p:sp>
        <p:nvSpPr>
          <p:cNvPr id="9" name="Title 1">
            <a:extLst>
              <a:ext uri="{FF2B5EF4-FFF2-40B4-BE49-F238E27FC236}">
                <a16:creationId xmlns:a16="http://schemas.microsoft.com/office/drawing/2014/main" id="{2B2CBFF9-7FBB-4ADE-87A4-7AE7F81E7AC5}"/>
              </a:ext>
            </a:extLst>
          </p:cNvPr>
          <p:cNvSpPr>
            <a:spLocks noGrp="1"/>
          </p:cNvSpPr>
          <p:nvPr>
            <p:ph type="title"/>
          </p:nvPr>
        </p:nvSpPr>
        <p:spPr>
          <a:xfrm>
            <a:off x="147484" y="195634"/>
            <a:ext cx="8884428" cy="380667"/>
          </a:xfrm>
        </p:spPr>
        <p:txBody>
          <a:bodyPr/>
          <a:lstStyle>
            <a:lvl1pPr>
              <a:defRPr sz="2400"/>
            </a:lvl1pPr>
          </a:lstStyle>
          <a:p>
            <a:r>
              <a:rPr lang="en-GB"/>
              <a:t>Click to edit Master title style</a:t>
            </a:r>
            <a:endParaRPr lang="en-US"/>
          </a:p>
        </p:txBody>
      </p:sp>
    </p:spTree>
    <p:extLst>
      <p:ext uri="{BB962C8B-B14F-4D97-AF65-F5344CB8AC3E}">
        <p14:creationId xmlns:p14="http://schemas.microsoft.com/office/powerpoint/2010/main" val="3128024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with image)">
    <p:spTree>
      <p:nvGrpSpPr>
        <p:cNvPr id="1" name=""/>
        <p:cNvGrpSpPr/>
        <p:nvPr/>
      </p:nvGrpSpPr>
      <p:grpSpPr>
        <a:xfrm>
          <a:off x="0" y="0"/>
          <a:ext cx="0" cy="0"/>
          <a:chOff x="0" y="0"/>
          <a:chExt cx="0" cy="0"/>
        </a:xfrm>
      </p:grpSpPr>
      <p:sp>
        <p:nvSpPr>
          <p:cNvPr id="3" name="Content Placeholder 2"/>
          <p:cNvSpPr>
            <a:spLocks noGrp="1"/>
          </p:cNvSpPr>
          <p:nvPr>
            <p:ph idx="11"/>
          </p:nvPr>
        </p:nvSpPr>
        <p:spPr>
          <a:xfrm>
            <a:off x="147484" y="738000"/>
            <a:ext cx="4260593" cy="3652935"/>
          </a:xfrm>
        </p:spPr>
        <p:txBody>
          <a:bodyPr/>
          <a:lstStyle>
            <a:lvl1pPr>
              <a:buClr>
                <a:srgbClr val="002548"/>
              </a:buClr>
              <a:defRPr/>
            </a:lvl1pPr>
            <a:lvl2pPr>
              <a:buClr>
                <a:srgbClr val="002548"/>
              </a:buClr>
              <a:defRPr/>
            </a:lvl2pPr>
            <a:lvl3pPr>
              <a:buClr>
                <a:srgbClr val="002548"/>
              </a:buClr>
              <a:defRPr/>
            </a:lvl3pPr>
            <a:lvl4pPr>
              <a:buClr>
                <a:srgbClr val="002548"/>
              </a:buClr>
              <a:defRPr/>
            </a:lvl4pPr>
            <a:lvl5pPr>
              <a:buClr>
                <a:srgbClr val="002548"/>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Picture Placeholder 8"/>
          <p:cNvSpPr>
            <a:spLocks noGrp="1"/>
          </p:cNvSpPr>
          <p:nvPr>
            <p:ph type="pic" sz="quarter" idx="13"/>
          </p:nvPr>
        </p:nvSpPr>
        <p:spPr>
          <a:xfrm>
            <a:off x="4735514" y="738000"/>
            <a:ext cx="4296398" cy="2998545"/>
          </a:xfrm>
        </p:spPr>
        <p:txBody>
          <a:bodyPr/>
          <a:lstStyle>
            <a:lvl1pPr>
              <a:buClr>
                <a:srgbClr val="002548"/>
              </a:buClr>
              <a:defRPr/>
            </a:lvl1pPr>
          </a:lstStyle>
          <a:p>
            <a:r>
              <a:rPr lang="en-GB"/>
              <a:t>Click icon to add picture</a:t>
            </a:r>
            <a:endParaRPr lang="en-US"/>
          </a:p>
        </p:txBody>
      </p:sp>
      <p:sp>
        <p:nvSpPr>
          <p:cNvPr id="13" name="Text Placeholder 12"/>
          <p:cNvSpPr>
            <a:spLocks noGrp="1"/>
          </p:cNvSpPr>
          <p:nvPr>
            <p:ph type="body" sz="quarter" idx="14" hasCustomPrompt="1"/>
          </p:nvPr>
        </p:nvSpPr>
        <p:spPr>
          <a:xfrm>
            <a:off x="4735514" y="3942710"/>
            <a:ext cx="4296398" cy="427906"/>
          </a:xfrm>
        </p:spPr>
        <p:txBody>
          <a:bodyPr/>
          <a:lstStyle>
            <a:lvl1pPr marL="0" indent="0">
              <a:buNone/>
              <a:defRPr sz="1000">
                <a:solidFill>
                  <a:srgbClr val="00254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caption</a:t>
            </a:r>
            <a:endParaRPr lang="en-US"/>
          </a:p>
        </p:txBody>
      </p:sp>
      <p:sp>
        <p:nvSpPr>
          <p:cNvPr id="10" name="Title 1">
            <a:extLst>
              <a:ext uri="{FF2B5EF4-FFF2-40B4-BE49-F238E27FC236}">
                <a16:creationId xmlns:a16="http://schemas.microsoft.com/office/drawing/2014/main" id="{C4C886E3-F87B-4D43-9C8F-4C1A6BC84E8B}"/>
              </a:ext>
            </a:extLst>
          </p:cNvPr>
          <p:cNvSpPr>
            <a:spLocks noGrp="1"/>
          </p:cNvSpPr>
          <p:nvPr>
            <p:ph type="title"/>
          </p:nvPr>
        </p:nvSpPr>
        <p:spPr>
          <a:xfrm>
            <a:off x="147484" y="195634"/>
            <a:ext cx="8884428" cy="380667"/>
          </a:xfrm>
        </p:spPr>
        <p:txBody>
          <a:bodyPr/>
          <a:lstStyle>
            <a:lvl1pPr>
              <a:defRPr sz="2400"/>
            </a:lvl1pPr>
          </a:lstStyle>
          <a:p>
            <a:r>
              <a:rPr lang="en-GB"/>
              <a:t>Click to edit Master title style</a:t>
            </a:r>
            <a:endParaRPr lang="en-US"/>
          </a:p>
        </p:txBody>
      </p:sp>
    </p:spTree>
    <p:extLst>
      <p:ext uri="{BB962C8B-B14F-4D97-AF65-F5344CB8AC3E}">
        <p14:creationId xmlns:p14="http://schemas.microsoft.com/office/powerpoint/2010/main" val="84725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ngle image/media and caption">
    <p:spTree>
      <p:nvGrpSpPr>
        <p:cNvPr id="1" name=""/>
        <p:cNvGrpSpPr/>
        <p:nvPr/>
      </p:nvGrpSpPr>
      <p:grpSpPr>
        <a:xfrm>
          <a:off x="0" y="0"/>
          <a:ext cx="0" cy="0"/>
          <a:chOff x="0" y="0"/>
          <a:chExt cx="0" cy="0"/>
        </a:xfrm>
      </p:grpSpPr>
      <p:sp>
        <p:nvSpPr>
          <p:cNvPr id="7" name="Picture Placeholder 8"/>
          <p:cNvSpPr>
            <a:spLocks noGrp="1"/>
          </p:cNvSpPr>
          <p:nvPr>
            <p:ph type="pic" sz="quarter" idx="13"/>
          </p:nvPr>
        </p:nvSpPr>
        <p:spPr>
          <a:xfrm>
            <a:off x="457200" y="159326"/>
            <a:ext cx="8229601" cy="3906983"/>
          </a:xfrm>
        </p:spPr>
        <p:txBody>
          <a:bodyPr/>
          <a:lstStyle>
            <a:lvl1pPr>
              <a:buClr>
                <a:srgbClr val="002548"/>
              </a:buClr>
              <a:defRPr/>
            </a:lvl1pPr>
          </a:lstStyle>
          <a:p>
            <a:r>
              <a:rPr lang="en-GB"/>
              <a:t>Click icon to add picture</a:t>
            </a:r>
            <a:endParaRPr lang="en-US"/>
          </a:p>
        </p:txBody>
      </p:sp>
      <p:sp>
        <p:nvSpPr>
          <p:cNvPr id="12" name="Text Placeholder 12"/>
          <p:cNvSpPr>
            <a:spLocks noGrp="1"/>
          </p:cNvSpPr>
          <p:nvPr>
            <p:ph type="body" sz="quarter" idx="14" hasCustomPrompt="1"/>
          </p:nvPr>
        </p:nvSpPr>
        <p:spPr>
          <a:xfrm>
            <a:off x="457200" y="4159418"/>
            <a:ext cx="3951287" cy="427906"/>
          </a:xfrm>
        </p:spPr>
        <p:txBody>
          <a:bodyPr/>
          <a:lstStyle>
            <a:lvl1pPr marL="0" indent="0">
              <a:buNone/>
              <a:defRPr sz="1000">
                <a:solidFill>
                  <a:srgbClr val="00254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caption</a:t>
            </a:r>
            <a:endParaRPr lang="en-US"/>
          </a:p>
        </p:txBody>
      </p:sp>
    </p:spTree>
    <p:extLst>
      <p:ext uri="{BB962C8B-B14F-4D97-AF65-F5344CB8AC3E}">
        <p14:creationId xmlns:p14="http://schemas.microsoft.com/office/powerpoint/2010/main" val="3929557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ultiple images/media and caption">
    <p:spTree>
      <p:nvGrpSpPr>
        <p:cNvPr id="1" name=""/>
        <p:cNvGrpSpPr/>
        <p:nvPr/>
      </p:nvGrpSpPr>
      <p:grpSpPr>
        <a:xfrm>
          <a:off x="0" y="0"/>
          <a:ext cx="0" cy="0"/>
          <a:chOff x="0" y="0"/>
          <a:chExt cx="0" cy="0"/>
        </a:xfrm>
      </p:grpSpPr>
      <p:sp>
        <p:nvSpPr>
          <p:cNvPr id="5" name="Picture Placeholder 8"/>
          <p:cNvSpPr>
            <a:spLocks noGrp="1"/>
          </p:cNvSpPr>
          <p:nvPr>
            <p:ph type="pic" sz="quarter" idx="13"/>
          </p:nvPr>
        </p:nvSpPr>
        <p:spPr>
          <a:xfrm>
            <a:off x="147600" y="145472"/>
            <a:ext cx="4235305" cy="3934691"/>
          </a:xfrm>
        </p:spPr>
        <p:txBody>
          <a:bodyPr/>
          <a:lstStyle>
            <a:lvl1pPr>
              <a:buClr>
                <a:srgbClr val="002548"/>
              </a:buClr>
              <a:defRPr/>
            </a:lvl1pPr>
          </a:lstStyle>
          <a:p>
            <a:r>
              <a:rPr lang="en-GB"/>
              <a:t>Click icon to add picture</a:t>
            </a:r>
            <a:endParaRPr lang="en-US"/>
          </a:p>
        </p:txBody>
      </p:sp>
      <p:sp>
        <p:nvSpPr>
          <p:cNvPr id="6" name="Text Placeholder 12"/>
          <p:cNvSpPr>
            <a:spLocks noGrp="1"/>
          </p:cNvSpPr>
          <p:nvPr>
            <p:ph type="body" sz="quarter" idx="14" hasCustomPrompt="1"/>
          </p:nvPr>
        </p:nvSpPr>
        <p:spPr>
          <a:xfrm>
            <a:off x="147600" y="4181669"/>
            <a:ext cx="4235305" cy="427906"/>
          </a:xfrm>
        </p:spPr>
        <p:txBody>
          <a:bodyPr/>
          <a:lstStyle>
            <a:lvl1pPr marL="0" indent="0">
              <a:buNone/>
              <a:defRPr sz="1000">
                <a:solidFill>
                  <a:srgbClr val="00254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caption</a:t>
            </a:r>
            <a:endParaRPr lang="en-US"/>
          </a:p>
        </p:txBody>
      </p:sp>
      <p:sp>
        <p:nvSpPr>
          <p:cNvPr id="7" name="Picture Placeholder 8"/>
          <p:cNvSpPr>
            <a:spLocks noGrp="1"/>
          </p:cNvSpPr>
          <p:nvPr>
            <p:ph type="pic" sz="quarter" idx="15"/>
          </p:nvPr>
        </p:nvSpPr>
        <p:spPr>
          <a:xfrm>
            <a:off x="4572000" y="145474"/>
            <a:ext cx="4398819" cy="2597726"/>
          </a:xfrm>
        </p:spPr>
        <p:txBody>
          <a:bodyPr/>
          <a:lstStyle>
            <a:lvl1pPr>
              <a:buClr>
                <a:srgbClr val="002548"/>
              </a:buClr>
              <a:defRPr/>
            </a:lvl1pPr>
          </a:lstStyle>
          <a:p>
            <a:r>
              <a:rPr lang="en-GB"/>
              <a:t>Click icon to add picture</a:t>
            </a:r>
            <a:endParaRPr lang="en-US"/>
          </a:p>
        </p:txBody>
      </p:sp>
      <p:sp>
        <p:nvSpPr>
          <p:cNvPr id="9" name="Picture Placeholder 8"/>
          <p:cNvSpPr>
            <a:spLocks noGrp="1"/>
          </p:cNvSpPr>
          <p:nvPr>
            <p:ph type="pic" sz="quarter" idx="16"/>
          </p:nvPr>
        </p:nvSpPr>
        <p:spPr>
          <a:xfrm>
            <a:off x="4572000" y="2816213"/>
            <a:ext cx="4398819" cy="1793361"/>
          </a:xfrm>
        </p:spPr>
        <p:txBody>
          <a:bodyPr/>
          <a:lstStyle>
            <a:lvl1pPr>
              <a:buClr>
                <a:srgbClr val="002548"/>
              </a:buClr>
              <a:defRPr/>
            </a:lvl1pPr>
          </a:lstStyle>
          <a:p>
            <a:r>
              <a:rPr lang="en-GB"/>
              <a:t>Click icon to add picture</a:t>
            </a:r>
            <a:endParaRPr lang="en-US"/>
          </a:p>
        </p:txBody>
      </p:sp>
    </p:spTree>
    <p:extLst>
      <p:ext uri="{BB962C8B-B14F-4D97-AF65-F5344CB8AC3E}">
        <p14:creationId xmlns:p14="http://schemas.microsoft.com/office/powerpoint/2010/main" val="1250341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25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DF0"/>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7484" y="738000"/>
            <a:ext cx="8884428" cy="3841200"/>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147484" y="195634"/>
            <a:ext cx="8884428" cy="380667"/>
          </a:xfrm>
          <a:prstGeom prst="rect">
            <a:avLst/>
          </a:prstGeom>
        </p:spPr>
        <p:txBody>
          <a:bodyPr vert="horz" lIns="0" tIns="45720" rIns="0" bIns="0" rtlCol="0" anchor="ctr">
            <a:noAutofit/>
          </a:bodyPr>
          <a:lstStyle/>
          <a:p>
            <a:r>
              <a:rPr lang="en-GB"/>
              <a:t>Click to edit Master title style</a:t>
            </a:r>
            <a:endParaRPr lang="en-US"/>
          </a:p>
        </p:txBody>
      </p:sp>
    </p:spTree>
    <p:extLst>
      <p:ext uri="{BB962C8B-B14F-4D97-AF65-F5344CB8AC3E}">
        <p14:creationId xmlns:p14="http://schemas.microsoft.com/office/powerpoint/2010/main" val="2585372813"/>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1" r:id="rId3"/>
    <p:sldLayoutId id="2147483662" r:id="rId4"/>
    <p:sldLayoutId id="2147483650" r:id="rId5"/>
    <p:sldLayoutId id="2147483652" r:id="rId6"/>
    <p:sldLayoutId id="2147483660" r:id="rId7"/>
    <p:sldLayoutId id="2147483657" r:id="rId8"/>
    <p:sldLayoutId id="2147483658" r:id="rId9"/>
    <p:sldLayoutId id="2147483659" r:id="rId10"/>
    <p:sldLayoutId id="2147483655" r:id="rId11"/>
  </p:sldLayoutIdLst>
  <p:hf hdr="0"/>
  <p:txStyles>
    <p:titleStyle>
      <a:lvl1pPr algn="l" defTabSz="457200" rtl="0" eaLnBrk="1" latinLnBrk="0" hangingPunct="1">
        <a:spcBef>
          <a:spcPct val="0"/>
        </a:spcBef>
        <a:buNone/>
        <a:defRPr sz="2400" b="1" kern="1200">
          <a:solidFill>
            <a:srgbClr val="003E74"/>
          </a:solidFill>
          <a:latin typeface="Arial"/>
          <a:ea typeface="+mj-ea"/>
          <a:cs typeface="Arial"/>
        </a:defRPr>
      </a:lvl1pPr>
    </p:titleStyle>
    <p:bodyStyle>
      <a:lvl1pPr marL="342900" indent="-342900" algn="l" defTabSz="457200" rtl="0" eaLnBrk="1" latinLnBrk="0" hangingPunct="1">
        <a:spcBef>
          <a:spcPct val="20000"/>
        </a:spcBef>
        <a:buClr>
          <a:srgbClr val="002548"/>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2548"/>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2548"/>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2548"/>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2548"/>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90.png"/><Relationship Id="rId3" Type="http://schemas.openxmlformats.org/officeDocument/2006/relationships/image" Target="../media/image940.png"/><Relationship Id="rId7" Type="http://schemas.openxmlformats.org/officeDocument/2006/relationships/image" Target="../media/image98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70.png"/><Relationship Id="rId5" Type="http://schemas.openxmlformats.org/officeDocument/2006/relationships/image" Target="../media/image2.png"/><Relationship Id="rId4" Type="http://schemas.openxmlformats.org/officeDocument/2006/relationships/image" Target="../media/image950.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14.png"/></Relationships>
</file>

<file path=ppt/slides/_rels/slide5.xml.rels><?xml version="1.0" encoding="UTF-8" standalone="yes"?>
<Relationships xmlns="http://schemas.openxmlformats.org/package/2006/relationships"><Relationship Id="rId13" Type="http://schemas.openxmlformats.org/officeDocument/2006/relationships/image" Target="../media/image15.png"/><Relationship Id="rId3" Type="http://schemas.openxmlformats.org/officeDocument/2006/relationships/image" Target="../media/image10.png"/><Relationship Id="rId21" Type="http://schemas.openxmlformats.org/officeDocument/2006/relationships/image" Target="../media/image23.png"/><Relationship Id="rId12" Type="http://schemas.openxmlformats.org/officeDocument/2006/relationships/image" Target="../media/image14.png"/><Relationship Id="rId2" Type="http://schemas.openxmlformats.org/officeDocument/2006/relationships/notesSlide" Target="../notesSlides/notesSlide4.xml"/><Relationship Id="rId20" Type="http://schemas.openxmlformats.org/officeDocument/2006/relationships/image" Target="../media/image22.png"/><Relationship Id="rId1" Type="http://schemas.openxmlformats.org/officeDocument/2006/relationships/slideLayout" Target="../slideLayouts/slideLayout3.xml"/><Relationship Id="rId11" Type="http://schemas.openxmlformats.org/officeDocument/2006/relationships/image" Target="../media/image125.png"/><Relationship Id="rId5" Type="http://schemas.openxmlformats.org/officeDocument/2006/relationships/image" Target="../media/image12.png"/><Relationship Id="rId10" Type="http://schemas.openxmlformats.org/officeDocument/2006/relationships/image" Target="../media/image124.png"/><Relationship Id="rId4" Type="http://schemas.openxmlformats.org/officeDocument/2006/relationships/image" Target="../media/image11.png"/><Relationship Id="rId9" Type="http://schemas.openxmlformats.org/officeDocument/2006/relationships/image" Target="../media/image123.png"/><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10.png"/><Relationship Id="rId21" Type="http://schemas.openxmlformats.org/officeDocument/2006/relationships/image" Target="../media/image23.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5.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25.png"/><Relationship Id="rId5" Type="http://schemas.openxmlformats.org/officeDocument/2006/relationships/image" Target="../media/image120.png"/><Relationship Id="rId15" Type="http://schemas.openxmlformats.org/officeDocument/2006/relationships/image" Target="../media/image17.png"/><Relationship Id="rId10" Type="http://schemas.openxmlformats.org/officeDocument/2006/relationships/image" Target="../media/image124.png"/><Relationship Id="rId19"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123.pn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3" Type="http://schemas.openxmlformats.org/officeDocument/2006/relationships/image" Target="../media/image31.png"/><Relationship Id="rId18" Type="http://schemas.openxmlformats.org/officeDocument/2006/relationships/image" Target="../media/image35.png"/><Relationship Id="rId3" Type="http://schemas.openxmlformats.org/officeDocument/2006/relationships/image" Target="../media/image27.png"/><Relationship Id="rId12" Type="http://schemas.openxmlformats.org/officeDocument/2006/relationships/image" Target="../media/image30.png"/><Relationship Id="rId17" Type="http://schemas.openxmlformats.org/officeDocument/2006/relationships/image" Target="../media/image21.png"/><Relationship Id="rId2" Type="http://schemas.openxmlformats.org/officeDocument/2006/relationships/notesSlide" Target="../notesSlides/notesSlide6.xml"/><Relationship Id="rId16"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25.png"/><Relationship Id="rId5" Type="http://schemas.openxmlformats.org/officeDocument/2006/relationships/image" Target="../media/image29.png"/><Relationship Id="rId15" Type="http://schemas.openxmlformats.org/officeDocument/2006/relationships/image" Target="../media/image32.png"/><Relationship Id="rId10" Type="http://schemas.openxmlformats.org/officeDocument/2006/relationships/image" Target="../media/image124.png"/><Relationship Id="rId4" Type="http://schemas.openxmlformats.org/officeDocument/2006/relationships/image" Target="../media/image28.png"/><Relationship Id="rId9" Type="http://schemas.openxmlformats.org/officeDocument/2006/relationships/image" Target="../media/image123.png"/><Relationship Id="rId14" Type="http://schemas.openxmlformats.org/officeDocument/2006/relationships/image" Target="../media/image13.png"/></Relationships>
</file>

<file path=ppt/slides/_rels/slide9.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35.png"/><Relationship Id="rId3" Type="http://schemas.openxmlformats.org/officeDocument/2006/relationships/image" Target="../media/image24.png"/><Relationship Id="rId7" Type="http://schemas.openxmlformats.org/officeDocument/2006/relationships/image" Target="../media/image12.png"/><Relationship Id="rId12" Type="http://schemas.openxmlformats.org/officeDocument/2006/relationships/image" Target="../media/image30.png"/><Relationship Id="rId17" Type="http://schemas.openxmlformats.org/officeDocument/2006/relationships/image" Target="../media/image43.png"/><Relationship Id="rId2" Type="http://schemas.openxmlformats.org/officeDocument/2006/relationships/notesSlide" Target="../notesSlides/notesSlide7.xml"/><Relationship Id="rId16" Type="http://schemas.openxmlformats.org/officeDocument/2006/relationships/image" Target="../media/image42.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125.png"/><Relationship Id="rId5" Type="http://schemas.openxmlformats.org/officeDocument/2006/relationships/image" Target="../media/image37.png"/><Relationship Id="rId15" Type="http://schemas.openxmlformats.org/officeDocument/2006/relationships/image" Target="../media/image41.png"/><Relationship Id="rId10" Type="http://schemas.openxmlformats.org/officeDocument/2006/relationships/image" Target="../media/image124.png"/><Relationship Id="rId19" Type="http://schemas.openxmlformats.org/officeDocument/2006/relationships/image" Target="../media/image25.png"/><Relationship Id="rId4" Type="http://schemas.openxmlformats.org/officeDocument/2006/relationships/image" Target="../media/image27.png"/><Relationship Id="rId9" Type="http://schemas.openxmlformats.org/officeDocument/2006/relationships/image" Target="../media/image123.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26.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8.xml"/><Relationship Id="rId16" Type="http://schemas.openxmlformats.org/officeDocument/2006/relationships/image" Target="../media/image53.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8.png"/><Relationship Id="rId5" Type="http://schemas.openxmlformats.org/officeDocument/2006/relationships/image" Target="../media/image36.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34.png"/><Relationship Id="rId9" Type="http://schemas.openxmlformats.org/officeDocument/2006/relationships/image" Target="../media/image46.png"/><Relationship Id="rId14" Type="http://schemas.openxmlformats.org/officeDocument/2006/relationships/image" Target="../media/image51.png"/></Relationships>
</file>

<file path=ppt/slides/_rels/slide11.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58.png"/><Relationship Id="rId3" Type="http://schemas.openxmlformats.org/officeDocument/2006/relationships/image" Target="../media/image270.png"/><Relationship Id="rId21" Type="http://schemas.openxmlformats.org/officeDocument/2006/relationships/image" Target="../media/image62.png"/><Relationship Id="rId7" Type="http://schemas.openxmlformats.org/officeDocument/2006/relationships/image" Target="../media/image121.png"/><Relationship Id="rId12" Type="http://schemas.openxmlformats.org/officeDocument/2006/relationships/image" Target="../media/image57.png"/><Relationship Id="rId17" Type="http://schemas.openxmlformats.org/officeDocument/2006/relationships/image" Target="../media/image130.png"/><Relationship Id="rId2" Type="http://schemas.openxmlformats.org/officeDocument/2006/relationships/notesSlide" Target="../notesSlides/notesSlide9.xml"/><Relationship Id="rId16" Type="http://schemas.openxmlformats.org/officeDocument/2006/relationships/image" Target="../media/image61.png"/><Relationship Id="rId20" Type="http://schemas.openxmlformats.org/officeDocument/2006/relationships/image" Target="../media/image134.png"/><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5.png"/><Relationship Id="rId5" Type="http://schemas.openxmlformats.org/officeDocument/2006/relationships/image" Target="../media/image119.png"/><Relationship Id="rId15" Type="http://schemas.openxmlformats.org/officeDocument/2006/relationships/image" Target="../media/image60.png"/><Relationship Id="rId10" Type="http://schemas.openxmlformats.org/officeDocument/2006/relationships/image" Target="../media/image124.png"/><Relationship Id="rId19" Type="http://schemas.openxmlformats.org/officeDocument/2006/relationships/image" Target="../media/image131.png"/><Relationship Id="rId4" Type="http://schemas.openxmlformats.org/officeDocument/2006/relationships/image" Target="../media/image116.png"/><Relationship Id="rId9" Type="http://schemas.openxmlformats.org/officeDocument/2006/relationships/image" Target="../media/image123.png"/><Relationship Id="rId14" Type="http://schemas.openxmlformats.org/officeDocument/2006/relationships/image" Target="../media/image59.png"/></Relationships>
</file>

<file path=ppt/slides/_rels/slide12.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63.png"/><Relationship Id="rId21" Type="http://schemas.openxmlformats.org/officeDocument/2006/relationships/image" Target="../media/image74.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notesSlide" Target="../notesSlides/notesSlide10.xml"/><Relationship Id="rId16" Type="http://schemas.openxmlformats.org/officeDocument/2006/relationships/image" Target="../media/image69.png"/><Relationship Id="rId20" Type="http://schemas.openxmlformats.org/officeDocument/2006/relationships/image" Target="../media/image73.png"/><Relationship Id="rId1" Type="http://schemas.openxmlformats.org/officeDocument/2006/relationships/slideLayout" Target="../slideLayouts/slideLayout3.xml"/><Relationship Id="rId11" Type="http://schemas.openxmlformats.org/officeDocument/2006/relationships/image" Target="../media/image125.png"/><Relationship Id="rId15" Type="http://schemas.openxmlformats.org/officeDocument/2006/relationships/image" Target="../media/image68.png"/><Relationship Id="rId10" Type="http://schemas.openxmlformats.org/officeDocument/2006/relationships/image" Target="../media/image124.png"/><Relationship Id="rId19" Type="http://schemas.openxmlformats.org/officeDocument/2006/relationships/image" Target="../media/image72.png"/><Relationship Id="rId4" Type="http://schemas.openxmlformats.org/officeDocument/2006/relationships/image" Target="../media/image64.png"/><Relationship Id="rId9" Type="http://schemas.openxmlformats.org/officeDocument/2006/relationships/image" Target="../media/image123.png"/><Relationship Id="rId14" Type="http://schemas.openxmlformats.org/officeDocument/2006/relationships/image" Target="../media/image67.png"/><Relationship Id="rId22" Type="http://schemas.openxmlformats.org/officeDocument/2006/relationships/image" Target="../media/image75.png"/></Relationships>
</file>

<file path=ppt/slides/_rels/slide1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77.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14.png"/></Relationships>
</file>

<file path=ppt/slides/_rels/slide1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86.png"/></Relationships>
</file>

<file path=ppt/slides/_rels/slide21.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9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22.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93.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87.png"/></Relationships>
</file>

<file path=ppt/slides/_rels/slide23.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94.png"/><Relationship Id="rId7" Type="http://schemas.openxmlformats.org/officeDocument/2006/relationships/image" Target="../media/image88.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85.png"/><Relationship Id="rId9" Type="http://schemas.openxmlformats.org/officeDocument/2006/relationships/image" Target="../media/image97.png"/></Relationships>
</file>

<file path=ppt/slides/_rels/slide2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5.png"/><Relationship Id="rId7" Type="http://schemas.openxmlformats.org/officeDocument/2006/relationships/image" Target="../media/image95.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98.png"/><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6.png"/></Relationships>
</file>

<file path=ppt/slides/_rels/slide25.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85.png"/><Relationship Id="rId7" Type="http://schemas.openxmlformats.org/officeDocument/2006/relationships/image" Target="../media/image99.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96.png"/><Relationship Id="rId5" Type="http://schemas.openxmlformats.org/officeDocument/2006/relationships/image" Target="../media/image94.png"/><Relationship Id="rId4" Type="http://schemas.openxmlformats.org/officeDocument/2006/relationships/image" Target="../media/image95.png"/></Relationships>
</file>

<file path=ppt/slides/_rels/slide26.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2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676FE31-8093-499A-8F00-ECA992E039F4}"/>
              </a:ext>
            </a:extLst>
          </p:cNvPr>
          <p:cNvSpPr>
            <a:spLocks noGrp="1"/>
          </p:cNvSpPr>
          <p:nvPr>
            <p:ph type="subTitle" idx="1"/>
          </p:nvPr>
        </p:nvSpPr>
        <p:spPr>
          <a:xfrm>
            <a:off x="457200" y="2620230"/>
            <a:ext cx="3711608" cy="745822"/>
          </a:xfrm>
        </p:spPr>
        <p:txBody>
          <a:bodyPr/>
          <a:lstStyle/>
          <a:p>
            <a:r>
              <a:rPr lang="en-US" sz="1800" dirty="0"/>
              <a:t>SA AIMS</a:t>
            </a:r>
          </a:p>
          <a:p>
            <a:r>
              <a:rPr lang="en-US" sz="1800" dirty="0"/>
              <a:t>18</a:t>
            </a:r>
            <a:r>
              <a:rPr lang="en-US" sz="1800" baseline="30000" dirty="0"/>
              <a:t>th</a:t>
            </a:r>
            <a:r>
              <a:rPr lang="en-US" sz="1800" dirty="0"/>
              <a:t> Feb, 2026</a:t>
            </a:r>
            <a:endParaRPr lang="en-GB" sz="1800" dirty="0"/>
          </a:p>
        </p:txBody>
      </p:sp>
      <p:sp>
        <p:nvSpPr>
          <p:cNvPr id="3" name="Title 2">
            <a:extLst>
              <a:ext uri="{FF2B5EF4-FFF2-40B4-BE49-F238E27FC236}">
                <a16:creationId xmlns:a16="http://schemas.microsoft.com/office/drawing/2014/main" id="{FE1257B4-C716-41FD-8C2A-84D1E1C67BCD}"/>
              </a:ext>
            </a:extLst>
          </p:cNvPr>
          <p:cNvSpPr>
            <a:spLocks noGrp="1"/>
          </p:cNvSpPr>
          <p:nvPr>
            <p:ph type="title"/>
          </p:nvPr>
        </p:nvSpPr>
        <p:spPr>
          <a:xfrm>
            <a:off x="457200" y="206478"/>
            <a:ext cx="8229600" cy="1686978"/>
          </a:xfrm>
          <a:noFill/>
        </p:spPr>
        <p:txBody>
          <a:bodyPr/>
          <a:lstStyle/>
          <a:p>
            <a:r>
              <a:rPr lang="en-GB" dirty="0"/>
              <a:t>Bayesian Model Selection:</a:t>
            </a:r>
            <a:br>
              <a:rPr lang="en-GB" dirty="0"/>
            </a:br>
            <a:r>
              <a:rPr lang="en-GB" sz="2800" dirty="0"/>
              <a:t>Testing and selecting model in a systematic way</a:t>
            </a:r>
          </a:p>
        </p:txBody>
      </p:sp>
      <p:sp>
        <p:nvSpPr>
          <p:cNvPr id="4" name="Text Placeholder 3">
            <a:extLst>
              <a:ext uri="{FF2B5EF4-FFF2-40B4-BE49-F238E27FC236}">
                <a16:creationId xmlns:a16="http://schemas.microsoft.com/office/drawing/2014/main" id="{69335BCC-ECF7-4E50-9FAC-27C268D31DDC}"/>
              </a:ext>
            </a:extLst>
          </p:cNvPr>
          <p:cNvSpPr>
            <a:spLocks noGrp="1"/>
          </p:cNvSpPr>
          <p:nvPr>
            <p:ph type="body" sz="quarter" idx="11"/>
          </p:nvPr>
        </p:nvSpPr>
        <p:spPr>
          <a:xfrm>
            <a:off x="457200" y="3736673"/>
            <a:ext cx="4419600" cy="1047763"/>
          </a:xfrm>
        </p:spPr>
        <p:txBody>
          <a:bodyPr/>
          <a:lstStyle/>
          <a:p>
            <a:r>
              <a:rPr lang="en-US" sz="2400" u="sng" dirty="0"/>
              <a:t>Lloyd Fung</a:t>
            </a:r>
          </a:p>
          <a:p>
            <a:r>
              <a:rPr lang="en-US" sz="1800" i="1" dirty="0"/>
              <a:t>Research Fellow</a:t>
            </a:r>
          </a:p>
          <a:p>
            <a:r>
              <a:rPr lang="en-US" sz="1800" i="1" dirty="0"/>
              <a:t>Imperial College London</a:t>
            </a:r>
            <a:endParaRPr lang="en-GB" sz="1800" i="1" dirty="0"/>
          </a:p>
        </p:txBody>
      </p:sp>
    </p:spTree>
    <p:extLst>
      <p:ext uri="{BB962C8B-B14F-4D97-AF65-F5344CB8AC3E}">
        <p14:creationId xmlns:p14="http://schemas.microsoft.com/office/powerpoint/2010/main" val="1499481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427D87-AB82-5417-7105-58089AC5935F}"/>
              </a:ext>
            </a:extLst>
          </p:cNvPr>
          <p:cNvSpPr>
            <a:spLocks noGrp="1"/>
          </p:cNvSpPr>
          <p:nvPr>
            <p:ph idx="12"/>
          </p:nvPr>
        </p:nvSpPr>
        <p:spPr>
          <a:xfrm>
            <a:off x="4333462" y="738000"/>
            <a:ext cx="4698450" cy="2988497"/>
          </a:xfrm>
        </p:spPr>
        <p:txBody>
          <a:bodyPr/>
          <a:lstStyle/>
          <a:p>
            <a:r>
              <a:rPr lang="en-GB" dirty="0"/>
              <a:t>“When faced with two (or more) possible explanations, </a:t>
            </a:r>
            <a:br>
              <a:rPr lang="en-GB" dirty="0"/>
            </a:br>
            <a:r>
              <a:rPr lang="en-GB" dirty="0"/>
              <a:t>the simpler one is the one most likely to be true.”</a:t>
            </a:r>
          </a:p>
          <a:p>
            <a:endParaRPr lang="en-GB" dirty="0"/>
          </a:p>
        </p:txBody>
      </p:sp>
      <p:sp>
        <p:nvSpPr>
          <p:cNvPr id="4" name="Text Placeholder 3">
            <a:extLst>
              <a:ext uri="{FF2B5EF4-FFF2-40B4-BE49-F238E27FC236}">
                <a16:creationId xmlns:a16="http://schemas.microsoft.com/office/drawing/2014/main" id="{756715A8-0053-0B96-A810-3DF7C4B3FCC2}"/>
              </a:ext>
            </a:extLst>
          </p:cNvPr>
          <p:cNvSpPr>
            <a:spLocks noGrp="1"/>
          </p:cNvSpPr>
          <p:nvPr>
            <p:ph type="body" sz="quarter" idx="14"/>
          </p:nvPr>
        </p:nvSpPr>
        <p:spPr>
          <a:xfrm>
            <a:off x="4735514" y="3243377"/>
            <a:ext cx="4296398" cy="483120"/>
          </a:xfrm>
        </p:spPr>
        <p:txBody>
          <a:bodyPr/>
          <a:lstStyle/>
          <a:p>
            <a:pPr algn="r"/>
            <a:r>
              <a:rPr lang="en-GB" sz="2000" dirty="0"/>
              <a:t> (Paraphrasing) </a:t>
            </a:r>
            <a:r>
              <a:rPr lang="en-GB" sz="2000" b="1" dirty="0"/>
              <a:t>William of Ockham</a:t>
            </a:r>
            <a:endParaRPr lang="en-GB" sz="2000" dirty="0"/>
          </a:p>
        </p:txBody>
      </p:sp>
      <p:sp>
        <p:nvSpPr>
          <p:cNvPr id="5" name="Title 4">
            <a:extLst>
              <a:ext uri="{FF2B5EF4-FFF2-40B4-BE49-F238E27FC236}">
                <a16:creationId xmlns:a16="http://schemas.microsoft.com/office/drawing/2014/main" id="{086B1D60-DAF7-B046-125F-4163DD1A44C0}"/>
              </a:ext>
            </a:extLst>
          </p:cNvPr>
          <p:cNvSpPr>
            <a:spLocks noGrp="1"/>
          </p:cNvSpPr>
          <p:nvPr>
            <p:ph type="title"/>
          </p:nvPr>
        </p:nvSpPr>
        <p:spPr/>
        <p:txBody>
          <a:bodyPr/>
          <a:lstStyle/>
          <a:p>
            <a:r>
              <a:rPr lang="en-GB" dirty="0"/>
              <a:t>Occam Razor / Principle of parsimony</a:t>
            </a:r>
          </a:p>
        </p:txBody>
      </p:sp>
      <p:pic>
        <p:nvPicPr>
          <p:cNvPr id="1026" name="Picture 2" descr="undefined">
            <a:extLst>
              <a:ext uri="{FF2B5EF4-FFF2-40B4-BE49-F238E27FC236}">
                <a16:creationId xmlns:a16="http://schemas.microsoft.com/office/drawing/2014/main" id="{AF30B8C1-B5CB-53FF-3C5A-D60F3F6CDEE2}"/>
              </a:ext>
            </a:extLst>
          </p:cNvPr>
          <p:cNvPicPr>
            <a:picLocks noGrp="1" noChangeAspect="1" noChangeArrowheads="1"/>
          </p:cNvPicPr>
          <p:nvPr>
            <p:ph idx="11"/>
          </p:nvPr>
        </p:nvPicPr>
        <p:blipFill rotWithShape="1">
          <a:blip r:embed="rId2">
            <a:extLst>
              <a:ext uri="{28A0092B-C50C-407E-A947-70E740481C1C}">
                <a14:useLocalDpi xmlns:a14="http://schemas.microsoft.com/office/drawing/2010/main" val="0"/>
              </a:ext>
            </a:extLst>
          </a:blip>
          <a:srcRect t="1" b="23089"/>
          <a:stretch>
            <a:fillRect/>
          </a:stretch>
        </p:blipFill>
        <p:spPr bwMode="auto">
          <a:xfrm>
            <a:off x="303143" y="738000"/>
            <a:ext cx="3842195" cy="3940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548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96A9C-145E-B20A-EEED-24921B1D6DCF}"/>
              </a:ext>
            </a:extLst>
          </p:cNvPr>
          <p:cNvSpPr>
            <a:spLocks noGrp="1"/>
          </p:cNvSpPr>
          <p:nvPr>
            <p:ph type="title"/>
          </p:nvPr>
        </p:nvSpPr>
        <p:spPr/>
        <p:txBody>
          <a:bodyPr vert="horz" lIns="0" tIns="45720" rIns="0" bIns="0" rtlCol="0" anchor="ctr">
            <a:noAutofit/>
          </a:bodyPr>
          <a:lstStyle/>
          <a:p>
            <a:pPr defTabSz="457200"/>
            <a:r>
              <a:rPr lang="en-GB" b="1">
                <a:solidFill>
                  <a:srgbClr val="003E74"/>
                </a:solidFill>
                <a:latin typeface="Arial"/>
                <a:cs typeface="Arial"/>
              </a:rPr>
              <a:t>Bayes’ Theorem</a:t>
            </a:r>
            <a:endParaRPr lang="en-GB" b="1" dirty="0">
              <a:solidFill>
                <a:srgbClr val="003E74"/>
              </a:solidFill>
              <a:latin typeface="Arial"/>
              <a:cs typeface="Arial"/>
            </a:endParaRPr>
          </a:p>
        </p:txBody>
      </p:sp>
      <p:sp>
        <p:nvSpPr>
          <p:cNvPr id="9" name="Title 1">
            <a:extLst>
              <a:ext uri="{FF2B5EF4-FFF2-40B4-BE49-F238E27FC236}">
                <a16:creationId xmlns:a16="http://schemas.microsoft.com/office/drawing/2014/main" id="{E7FB36EA-2183-43C6-0F65-0379FEC13C3B}"/>
              </a:ext>
            </a:extLst>
          </p:cNvPr>
          <p:cNvSpPr txBox="1">
            <a:spLocks/>
          </p:cNvSpPr>
          <p:nvPr/>
        </p:nvSpPr>
        <p:spPr>
          <a:xfrm>
            <a:off x="129785" y="2935386"/>
            <a:ext cx="8884428" cy="380667"/>
          </a:xfrm>
          <a:prstGeom prst="rect">
            <a:avLst/>
          </a:prstGeom>
        </p:spPr>
        <p:txBody>
          <a:bodyPr vert="horz" lIns="0" tIns="45720" rIns="0" bIns="0" rtlCol="0" anchor="ctr">
            <a:noAutofit/>
          </a:bodyPr>
          <a:lstStyle>
            <a:lvl1pPr algn="l" defTabSz="457200" rtl="0" eaLnBrk="1" latinLnBrk="0" hangingPunct="1">
              <a:spcBef>
                <a:spcPct val="0"/>
              </a:spcBef>
              <a:buNone/>
              <a:defRPr sz="2400" b="1" kern="1200">
                <a:solidFill>
                  <a:srgbClr val="003E74"/>
                </a:solidFill>
                <a:latin typeface="Arial"/>
                <a:ea typeface="+mj-ea"/>
                <a:cs typeface="Arial"/>
              </a:defRPr>
            </a:lvl1pPr>
          </a:lstStyle>
          <a:p>
            <a:r>
              <a:rPr lang="en-GB" dirty="0"/>
              <a:t>Model selection under Bayes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FA25F9F-214D-3F9B-4179-ECE595A244CB}"/>
                  </a:ext>
                </a:extLst>
              </p:cNvPr>
              <p:cNvSpPr txBox="1"/>
              <p:nvPr/>
            </p:nvSpPr>
            <p:spPr>
              <a:xfrm>
                <a:off x="-138516" y="4548666"/>
                <a:ext cx="459889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𝑃</m:t>
                      </m:r>
                      <m:r>
                        <a:rPr lang="en-GB" sz="2400" b="0" i="1" smtClean="0">
                          <a:latin typeface="Cambria Math" panose="02040503050406030204" pitchFamily="18" charset="0"/>
                        </a:rPr>
                        <m:t>(</m:t>
                      </m:r>
                      <m:sSub>
                        <m:sSubPr>
                          <m:ctrlPr>
                            <a:rPr lang="en-GB" sz="2400" b="0" i="1" smtClean="0">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ℳ</m:t>
                          </m:r>
                        </m:e>
                        <m:sub>
                          <m:r>
                            <a:rPr lang="en-GB" sz="2400" b="0" i="1" smtClean="0">
                              <a:latin typeface="Cambria Math" panose="02040503050406030204" pitchFamily="18" charset="0"/>
                              <a:ea typeface="Cambria Math" panose="02040503050406030204" pitchFamily="18" charset="0"/>
                            </a:rPr>
                            <m:t>𝑖</m:t>
                          </m:r>
                        </m:sub>
                      </m:sSub>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𝐷</m:t>
                      </m:r>
                      <m:r>
                        <a:rPr lang="en-GB" sz="2400" b="0" i="1" smtClean="0">
                          <a:latin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m:t>
                      </m:r>
                      <m:r>
                        <a:rPr lang="en-GB" sz="2400" i="1">
                          <a:latin typeface="Cambria Math" panose="02040503050406030204" pitchFamily="18" charset="0"/>
                        </a:rPr>
                        <m:t>𝑃</m:t>
                      </m:r>
                      <m:d>
                        <m:dPr>
                          <m:ctrlPr>
                            <a:rPr lang="en-GB" sz="2400" i="1">
                              <a:latin typeface="Cambria Math" panose="02040503050406030204" pitchFamily="18" charset="0"/>
                            </a:rPr>
                          </m:ctrlPr>
                        </m:dPr>
                        <m:e>
                          <m:r>
                            <a:rPr lang="en-GB" sz="2400" i="1">
                              <a:latin typeface="Cambria Math" panose="02040503050406030204" pitchFamily="18" charset="0"/>
                            </a:rPr>
                            <m:t>𝐷</m:t>
                          </m:r>
                        </m:e>
                        <m:e>
                          <m:sSub>
                            <m:sSubPr>
                              <m:ctrlPr>
                                <a:rPr lang="en-GB" sz="2400" b="0" i="1" smtClean="0">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ℳ</m:t>
                              </m:r>
                            </m:e>
                            <m:sub>
                              <m:r>
                                <a:rPr lang="en-GB" sz="2400" b="0" i="1" smtClean="0">
                                  <a:latin typeface="Cambria Math" panose="02040503050406030204" pitchFamily="18" charset="0"/>
                                  <a:ea typeface="Cambria Math" panose="02040503050406030204" pitchFamily="18" charset="0"/>
                                </a:rPr>
                                <m:t>𝑖</m:t>
                              </m:r>
                            </m:sub>
                          </m:sSub>
                        </m:e>
                      </m:d>
                      <m:r>
                        <a:rPr lang="en-GB" sz="2400" b="0" i="1" smtClean="0">
                          <a:latin typeface="Cambria Math" panose="02040503050406030204" pitchFamily="18" charset="0"/>
                        </a:rPr>
                        <m:t>𝑃</m:t>
                      </m:r>
                      <m:r>
                        <a:rPr lang="en-GB" sz="2400" b="0" i="1" smtClean="0">
                          <a:latin typeface="Cambria Math" panose="02040503050406030204" pitchFamily="18" charset="0"/>
                        </a:rPr>
                        <m:t>(</m:t>
                      </m:r>
                      <m:sSub>
                        <m:sSubPr>
                          <m:ctrlPr>
                            <a:rPr lang="en-GB" sz="2400" b="0" i="1" smtClean="0">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ℳ</m:t>
                          </m:r>
                        </m:e>
                        <m:sub>
                          <m:r>
                            <a:rPr lang="en-GB" sz="2400" b="0" i="1" smtClean="0">
                              <a:latin typeface="Cambria Math" panose="02040503050406030204" pitchFamily="18" charset="0"/>
                              <a:ea typeface="Cambria Math" panose="02040503050406030204" pitchFamily="18" charset="0"/>
                            </a:rPr>
                            <m:t>𝑖</m:t>
                          </m:r>
                        </m:sub>
                      </m:sSub>
                      <m:r>
                        <a:rPr lang="en-GB" sz="2400" b="0" i="1" smtClean="0">
                          <a:latin typeface="Cambria Math" panose="02040503050406030204" pitchFamily="18" charset="0"/>
                          <a:ea typeface="Cambria Math" panose="02040503050406030204" pitchFamily="18" charset="0"/>
                        </a:rPr>
                        <m:t>)</m:t>
                      </m:r>
                    </m:oMath>
                  </m:oMathPara>
                </a14:m>
                <a:endParaRPr lang="en-GB" sz="2400" dirty="0"/>
              </a:p>
            </p:txBody>
          </p:sp>
        </mc:Choice>
        <mc:Fallback xmlns="">
          <p:sp>
            <p:nvSpPr>
              <p:cNvPr id="11" name="TextBox 10">
                <a:extLst>
                  <a:ext uri="{FF2B5EF4-FFF2-40B4-BE49-F238E27FC236}">
                    <a16:creationId xmlns:a16="http://schemas.microsoft.com/office/drawing/2014/main" id="{3FA25F9F-214D-3F9B-4179-ECE595A244CB}"/>
                  </a:ext>
                </a:extLst>
              </p:cNvPr>
              <p:cNvSpPr txBox="1">
                <a:spLocks noRot="1" noChangeAspect="1" noMove="1" noResize="1" noEditPoints="1" noAdjustHandles="1" noChangeArrowheads="1" noChangeShapeType="1" noTextEdit="1"/>
              </p:cNvSpPr>
              <p:nvPr/>
            </p:nvSpPr>
            <p:spPr>
              <a:xfrm>
                <a:off x="-138516" y="4548666"/>
                <a:ext cx="4598894" cy="461665"/>
              </a:xfrm>
              <a:prstGeom prst="rect">
                <a:avLst/>
              </a:prstGeom>
              <a:blipFill>
                <a:blip r:embed="rId3"/>
                <a:stretch>
                  <a:fillRect b="-162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705FAC1-4C37-E9D5-BF48-0B2112517C5C}"/>
                  </a:ext>
                </a:extLst>
              </p:cNvPr>
              <p:cNvSpPr txBox="1"/>
              <p:nvPr/>
            </p:nvSpPr>
            <p:spPr>
              <a:xfrm>
                <a:off x="-279458" y="3394131"/>
                <a:ext cx="4598894" cy="7956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GB" sz="2800" b="0" i="1" smtClean="0">
                              <a:latin typeface="Cambria Math" panose="02040503050406030204" pitchFamily="18" charset="0"/>
                            </a:rPr>
                          </m:ctrlPr>
                        </m:funcPr>
                        <m:fName>
                          <m:limLow>
                            <m:limLowPr>
                              <m:ctrlPr>
                                <a:rPr lang="en-GB" sz="2800" b="0" i="1" smtClean="0">
                                  <a:latin typeface="Cambria Math" panose="02040503050406030204" pitchFamily="18" charset="0"/>
                                </a:rPr>
                              </m:ctrlPr>
                            </m:limLowPr>
                            <m:e>
                              <m:r>
                                <m:rPr>
                                  <m:sty m:val="p"/>
                                </m:rPr>
                                <a:rPr lang="en-GB" sz="2800" b="0" i="0" smtClean="0">
                                  <a:latin typeface="Cambria Math" panose="02040503050406030204" pitchFamily="18" charset="0"/>
                                </a:rPr>
                                <m:t>argmax</m:t>
                              </m:r>
                            </m:e>
                            <m:lim>
                              <m:sSub>
                                <m:sSubPr>
                                  <m:ctrlPr>
                                    <a:rPr lang="en-GB" sz="2800" b="0" i="1" smtClean="0">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ℳ</m:t>
                                  </m:r>
                                </m:e>
                                <m:sub>
                                  <m:r>
                                    <a:rPr lang="en-GB" sz="2800" b="0" i="1" smtClean="0">
                                      <a:latin typeface="Cambria Math" panose="02040503050406030204" pitchFamily="18" charset="0"/>
                                    </a:rPr>
                                    <m:t>𝑖</m:t>
                                  </m:r>
                                </m:sub>
                              </m:sSub>
                            </m:lim>
                          </m:limLow>
                        </m:fName>
                        <m:e>
                          <m:r>
                            <a:rPr lang="en-GB" sz="2800" i="1">
                              <a:latin typeface="Cambria Math" panose="02040503050406030204" pitchFamily="18" charset="0"/>
                            </a:rPr>
                            <m:t>𝑃</m:t>
                          </m:r>
                          <m:r>
                            <a:rPr lang="en-GB" sz="2800" i="1">
                              <a:latin typeface="Cambria Math" panose="02040503050406030204" pitchFamily="18" charset="0"/>
                            </a:rPr>
                            <m:t>(</m:t>
                          </m:r>
                          <m:sSub>
                            <m:sSubPr>
                              <m:ctrlPr>
                                <a:rPr lang="en-GB" sz="2800" b="0" i="1" smtClean="0">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ℳ</m:t>
                              </m:r>
                            </m:e>
                            <m:sub>
                              <m:r>
                                <a:rPr lang="en-GB" sz="2800" b="0" i="1" smtClean="0">
                                  <a:latin typeface="Cambria Math" panose="02040503050406030204" pitchFamily="18" charset="0"/>
                                  <a:ea typeface="Cambria Math" panose="02040503050406030204" pitchFamily="18" charset="0"/>
                                </a:rPr>
                                <m:t>𝑖</m:t>
                              </m:r>
                            </m:sub>
                          </m:sSub>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𝐷</m:t>
                          </m:r>
                          <m:r>
                            <a:rPr lang="en-GB" sz="2800" i="1">
                              <a:latin typeface="Cambria Math" panose="02040503050406030204" pitchFamily="18" charset="0"/>
                            </a:rPr>
                            <m:t>)</m:t>
                          </m:r>
                        </m:e>
                      </m:func>
                    </m:oMath>
                  </m:oMathPara>
                </a14:m>
                <a:endParaRPr lang="en-GB" sz="2800" dirty="0"/>
              </a:p>
            </p:txBody>
          </p:sp>
        </mc:Choice>
        <mc:Fallback xmlns="">
          <p:sp>
            <p:nvSpPr>
              <p:cNvPr id="14" name="TextBox 13">
                <a:extLst>
                  <a:ext uri="{FF2B5EF4-FFF2-40B4-BE49-F238E27FC236}">
                    <a16:creationId xmlns:a16="http://schemas.microsoft.com/office/drawing/2014/main" id="{2705FAC1-4C37-E9D5-BF48-0B2112517C5C}"/>
                  </a:ext>
                </a:extLst>
              </p:cNvPr>
              <p:cNvSpPr txBox="1">
                <a:spLocks noRot="1" noChangeAspect="1" noMove="1" noResize="1" noEditPoints="1" noAdjustHandles="1" noChangeArrowheads="1" noChangeShapeType="1" noTextEdit="1"/>
              </p:cNvSpPr>
              <p:nvPr/>
            </p:nvSpPr>
            <p:spPr>
              <a:xfrm>
                <a:off x="-279458" y="3394131"/>
                <a:ext cx="4598894" cy="795667"/>
              </a:xfrm>
              <a:prstGeom prst="rect">
                <a:avLst/>
              </a:prstGeom>
              <a:blipFill>
                <a:blip r:embed="rId4"/>
                <a:stretch>
                  <a:fillRect b="-3175"/>
                </a:stretch>
              </a:blipFill>
            </p:spPr>
            <p:txBody>
              <a:bodyPr/>
              <a:lstStyle/>
              <a:p>
                <a:r>
                  <a:rPr lang="en-GB">
                    <a:noFill/>
                  </a:rPr>
                  <a:t> </a:t>
                </a:r>
              </a:p>
            </p:txBody>
          </p:sp>
        </mc:Fallback>
      </mc:AlternateContent>
      <p:sp>
        <p:nvSpPr>
          <p:cNvPr id="15" name="TextBox 14">
            <a:extLst>
              <a:ext uri="{FF2B5EF4-FFF2-40B4-BE49-F238E27FC236}">
                <a16:creationId xmlns:a16="http://schemas.microsoft.com/office/drawing/2014/main" id="{54A68AE7-1987-8725-6129-7CCFEF964DFF}"/>
              </a:ext>
            </a:extLst>
          </p:cNvPr>
          <p:cNvSpPr txBox="1"/>
          <p:nvPr/>
        </p:nvSpPr>
        <p:spPr>
          <a:xfrm>
            <a:off x="129785" y="4179334"/>
            <a:ext cx="813043" cy="369332"/>
          </a:xfrm>
          <a:prstGeom prst="rect">
            <a:avLst/>
          </a:prstGeom>
          <a:noFill/>
        </p:spPr>
        <p:txBody>
          <a:bodyPr wrap="none" rtlCol="0">
            <a:spAutoFit/>
          </a:bodyPr>
          <a:lstStyle/>
          <a:p>
            <a:r>
              <a:rPr lang="en-GB"/>
              <a:t>where</a:t>
            </a:r>
          </a:p>
        </p:txBody>
      </p:sp>
      <p:grpSp>
        <p:nvGrpSpPr>
          <p:cNvPr id="25" name="Group 24">
            <a:extLst>
              <a:ext uri="{FF2B5EF4-FFF2-40B4-BE49-F238E27FC236}">
                <a16:creationId xmlns:a16="http://schemas.microsoft.com/office/drawing/2014/main" id="{EA7A90A5-C4D6-EBC6-5A10-30EC4E6827C2}"/>
              </a:ext>
            </a:extLst>
          </p:cNvPr>
          <p:cNvGrpSpPr/>
          <p:nvPr/>
        </p:nvGrpSpPr>
        <p:grpSpPr>
          <a:xfrm>
            <a:off x="5268148" y="3006891"/>
            <a:ext cx="3746065" cy="1954221"/>
            <a:chOff x="5293481" y="2823318"/>
            <a:chExt cx="3746065" cy="1954221"/>
          </a:xfrm>
        </p:grpSpPr>
        <p:sp>
          <p:nvSpPr>
            <p:cNvPr id="21" name="Rectangle 20">
              <a:extLst>
                <a:ext uri="{FF2B5EF4-FFF2-40B4-BE49-F238E27FC236}">
                  <a16:creationId xmlns:a16="http://schemas.microsoft.com/office/drawing/2014/main" id="{5C28C690-18D7-0177-2FCF-D9EEFCA71A7E}"/>
                </a:ext>
              </a:extLst>
            </p:cNvPr>
            <p:cNvSpPr/>
            <p:nvPr/>
          </p:nvSpPr>
          <p:spPr>
            <a:xfrm>
              <a:off x="5336921" y="2823318"/>
              <a:ext cx="3702625" cy="1954221"/>
            </a:xfrm>
            <a:prstGeom prst="rect">
              <a:avLst/>
            </a:prstGeom>
            <a:ln w="28575">
              <a:solidFill>
                <a:schemeClr val="tx1"/>
              </a:solid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E65F974-B05B-5C72-4A3E-24CDB7DDCC3A}"/>
                    </a:ext>
                  </a:extLst>
                </p:cNvPr>
                <p:cNvSpPr txBox="1"/>
                <p:nvPr/>
              </p:nvSpPr>
              <p:spPr>
                <a:xfrm>
                  <a:off x="5311587" y="2870911"/>
                  <a:ext cx="209732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𝐷</m:t>
                        </m:r>
                        <m:r>
                          <a:rPr lang="en-GB" sz="2800" b="0" i="1" smtClean="0">
                            <a:latin typeface="Cambria Math" panose="02040503050406030204" pitchFamily="18" charset="0"/>
                          </a:rPr>
                          <m:t>={</m:t>
                        </m:r>
                        <m:r>
                          <a:rPr lang="en-GB" sz="2800" b="1" i="1" smtClean="0">
                            <a:latin typeface="Cambria Math" panose="02040503050406030204" pitchFamily="18" charset="0"/>
                          </a:rPr>
                          <m:t>𝒙</m:t>
                        </m:r>
                        <m:r>
                          <a:rPr lang="en-GB" sz="2800" b="0" i="1" smtClean="0">
                            <a:latin typeface="Cambria Math" panose="02040503050406030204" pitchFamily="18" charset="0"/>
                          </a:rPr>
                          <m:t>,</m:t>
                        </m:r>
                        <m:r>
                          <a:rPr lang="en-GB" sz="2800" b="1" i="1" smtClean="0">
                            <a:latin typeface="Cambria Math" panose="02040503050406030204" pitchFamily="18" charset="0"/>
                          </a:rPr>
                          <m:t>𝒚</m:t>
                        </m:r>
                        <m:r>
                          <a:rPr lang="en-GB" sz="2800" b="0" i="1" smtClean="0">
                            <a:latin typeface="Cambria Math" panose="02040503050406030204" pitchFamily="18" charset="0"/>
                          </a:rPr>
                          <m:t>}</m:t>
                        </m:r>
                      </m:oMath>
                    </m:oMathPara>
                  </a14:m>
                  <a:endParaRPr lang="en-GB" sz="2800" dirty="0"/>
                </a:p>
              </p:txBody>
            </p:sp>
          </mc:Choice>
          <mc:Fallback xmlns="">
            <p:sp>
              <p:nvSpPr>
                <p:cNvPr id="17" name="TextBox 16">
                  <a:extLst>
                    <a:ext uri="{FF2B5EF4-FFF2-40B4-BE49-F238E27FC236}">
                      <a16:creationId xmlns:a16="http://schemas.microsoft.com/office/drawing/2014/main" id="{3E65F974-B05B-5C72-4A3E-24CDB7DDCC3A}"/>
                    </a:ext>
                  </a:extLst>
                </p:cNvPr>
                <p:cNvSpPr txBox="1">
                  <a:spLocks noRot="1" noChangeAspect="1" noMove="1" noResize="1" noEditPoints="1" noAdjustHandles="1" noChangeArrowheads="1" noChangeShapeType="1" noTextEdit="1"/>
                </p:cNvSpPr>
                <p:nvPr/>
              </p:nvSpPr>
              <p:spPr>
                <a:xfrm>
                  <a:off x="5311587" y="2870911"/>
                  <a:ext cx="2097325" cy="523220"/>
                </a:xfrm>
                <a:prstGeom prst="rect">
                  <a:avLst/>
                </a:prstGeom>
                <a:blipFill>
                  <a:blip r:embed="rId5"/>
                  <a:stretch>
                    <a:fillRect b="-2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EA9FA72-8E02-F21F-2FB8-90B16ED67D01}"/>
                    </a:ext>
                  </a:extLst>
                </p:cNvPr>
                <p:cNvSpPr txBox="1"/>
                <p:nvPr/>
              </p:nvSpPr>
              <p:spPr>
                <a:xfrm>
                  <a:off x="5293481" y="3463693"/>
                  <a:ext cx="74241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ℳ</m:t>
                            </m:r>
                          </m:e>
                          <m:sub>
                            <m:r>
                              <a:rPr lang="en-GB" sz="2800" i="1">
                                <a:latin typeface="Cambria Math" panose="02040503050406030204" pitchFamily="18" charset="0"/>
                                <a:ea typeface="Cambria Math" panose="02040503050406030204" pitchFamily="18" charset="0"/>
                              </a:rPr>
                              <m:t>𝑖</m:t>
                            </m:r>
                          </m:sub>
                        </m:sSub>
                      </m:oMath>
                    </m:oMathPara>
                  </a14:m>
                  <a:endParaRPr lang="en-GB" sz="2800" dirty="0"/>
                </a:p>
              </p:txBody>
            </p:sp>
          </mc:Choice>
          <mc:Fallback xmlns="">
            <p:sp>
              <p:nvSpPr>
                <p:cNvPr id="18" name="TextBox 17">
                  <a:extLst>
                    <a:ext uri="{FF2B5EF4-FFF2-40B4-BE49-F238E27FC236}">
                      <a16:creationId xmlns:a16="http://schemas.microsoft.com/office/drawing/2014/main" id="{5EA9FA72-8E02-F21F-2FB8-90B16ED67D01}"/>
                    </a:ext>
                  </a:extLst>
                </p:cNvPr>
                <p:cNvSpPr txBox="1">
                  <a:spLocks noRot="1" noChangeAspect="1" noMove="1" noResize="1" noEditPoints="1" noAdjustHandles="1" noChangeArrowheads="1" noChangeShapeType="1" noTextEdit="1"/>
                </p:cNvSpPr>
                <p:nvPr/>
              </p:nvSpPr>
              <p:spPr>
                <a:xfrm>
                  <a:off x="5293481" y="3463693"/>
                  <a:ext cx="742414" cy="523220"/>
                </a:xfrm>
                <a:prstGeom prst="rect">
                  <a:avLst/>
                </a:prstGeom>
                <a:blipFill>
                  <a:blip r:embed="rId6"/>
                  <a:stretch>
                    <a:fillRect b="-47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9BA0119-DDBF-F871-358D-54827670D226}"/>
                    </a:ext>
                  </a:extLst>
                </p:cNvPr>
                <p:cNvSpPr txBox="1"/>
                <p:nvPr/>
              </p:nvSpPr>
              <p:spPr>
                <a:xfrm>
                  <a:off x="5392917" y="4134553"/>
                  <a:ext cx="55082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800" b="1" i="1" smtClean="0">
                            <a:latin typeface="Cambria Math" panose="02040503050406030204" pitchFamily="18" charset="0"/>
                          </a:rPr>
                          <m:t>𝝃</m:t>
                        </m:r>
                      </m:oMath>
                    </m:oMathPara>
                  </a14:m>
                  <a:endParaRPr lang="en-GB" sz="2800"/>
                </a:p>
              </p:txBody>
            </p:sp>
          </mc:Choice>
          <mc:Fallback xmlns="">
            <p:sp>
              <p:nvSpPr>
                <p:cNvPr id="20" name="TextBox 19">
                  <a:extLst>
                    <a:ext uri="{FF2B5EF4-FFF2-40B4-BE49-F238E27FC236}">
                      <a16:creationId xmlns:a16="http://schemas.microsoft.com/office/drawing/2014/main" id="{D9BA0119-DDBF-F871-358D-54827670D226}"/>
                    </a:ext>
                  </a:extLst>
                </p:cNvPr>
                <p:cNvSpPr txBox="1">
                  <a:spLocks noRot="1" noChangeAspect="1" noMove="1" noResize="1" noEditPoints="1" noAdjustHandles="1" noChangeArrowheads="1" noChangeShapeType="1" noTextEdit="1"/>
                </p:cNvSpPr>
                <p:nvPr/>
              </p:nvSpPr>
              <p:spPr>
                <a:xfrm>
                  <a:off x="5392917" y="4134553"/>
                  <a:ext cx="550824" cy="523220"/>
                </a:xfrm>
                <a:prstGeom prst="rect">
                  <a:avLst/>
                </a:prstGeom>
                <a:blipFill>
                  <a:blip r:embed="rId7"/>
                  <a:stretch>
                    <a:fillRect b="-18605"/>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A1D49D9F-5870-D6FC-EA41-0005E6D7C4E8}"/>
                </a:ext>
              </a:extLst>
            </p:cNvPr>
            <p:cNvSpPr txBox="1"/>
            <p:nvPr/>
          </p:nvSpPr>
          <p:spPr>
            <a:xfrm>
              <a:off x="7533641" y="2954982"/>
              <a:ext cx="726481" cy="400110"/>
            </a:xfrm>
            <a:prstGeom prst="rect">
              <a:avLst/>
            </a:prstGeom>
            <a:noFill/>
          </p:spPr>
          <p:txBody>
            <a:bodyPr wrap="none" rtlCol="0">
              <a:spAutoFit/>
            </a:bodyPr>
            <a:lstStyle/>
            <a:p>
              <a:r>
                <a:rPr lang="en-GB" sz="2000">
                  <a:solidFill>
                    <a:schemeClr val="tx2"/>
                  </a:solidFill>
                </a:rPr>
                <a:t>Data</a:t>
              </a:r>
            </a:p>
          </p:txBody>
        </p:sp>
        <p:sp>
          <p:nvSpPr>
            <p:cNvPr id="23" name="TextBox 22">
              <a:extLst>
                <a:ext uri="{FF2B5EF4-FFF2-40B4-BE49-F238E27FC236}">
                  <a16:creationId xmlns:a16="http://schemas.microsoft.com/office/drawing/2014/main" id="{EF6B4486-508F-B5D7-3D07-717C614BC1C5}"/>
                </a:ext>
              </a:extLst>
            </p:cNvPr>
            <p:cNvSpPr txBox="1"/>
            <p:nvPr/>
          </p:nvSpPr>
          <p:spPr>
            <a:xfrm>
              <a:off x="5959034" y="3541771"/>
              <a:ext cx="3063659" cy="400110"/>
            </a:xfrm>
            <a:prstGeom prst="rect">
              <a:avLst/>
            </a:prstGeom>
            <a:noFill/>
          </p:spPr>
          <p:txBody>
            <a:bodyPr wrap="none" rtlCol="0">
              <a:spAutoFit/>
            </a:bodyPr>
            <a:lstStyle/>
            <a:p>
              <a:r>
                <a:rPr lang="en-GB" sz="2000">
                  <a:solidFill>
                    <a:schemeClr val="tx2"/>
                  </a:solidFill>
                </a:rPr>
                <a:t>Hypothesis (model basis)</a:t>
              </a:r>
            </a:p>
          </p:txBody>
        </p:sp>
        <p:sp>
          <p:nvSpPr>
            <p:cNvPr id="24" name="TextBox 23">
              <a:extLst>
                <a:ext uri="{FF2B5EF4-FFF2-40B4-BE49-F238E27FC236}">
                  <a16:creationId xmlns:a16="http://schemas.microsoft.com/office/drawing/2014/main" id="{94F19843-3141-DC90-76F6-2522FED50848}"/>
                </a:ext>
              </a:extLst>
            </p:cNvPr>
            <p:cNvSpPr txBox="1"/>
            <p:nvPr/>
          </p:nvSpPr>
          <p:spPr>
            <a:xfrm>
              <a:off x="5989558" y="4196108"/>
              <a:ext cx="2249334" cy="400110"/>
            </a:xfrm>
            <a:prstGeom prst="rect">
              <a:avLst/>
            </a:prstGeom>
            <a:noFill/>
          </p:spPr>
          <p:txBody>
            <a:bodyPr wrap="none" rtlCol="0">
              <a:spAutoFit/>
            </a:bodyPr>
            <a:lstStyle/>
            <a:p>
              <a:r>
                <a:rPr lang="en-GB" sz="2000">
                  <a:solidFill>
                    <a:schemeClr val="tx2"/>
                  </a:solidFill>
                </a:rPr>
                <a:t>Fitting parameters</a:t>
              </a:r>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D600C90-4DC9-BABF-9F7C-CF7480832399}"/>
                  </a:ext>
                </a:extLst>
              </p:cNvPr>
              <p:cNvSpPr txBox="1"/>
              <p:nvPr/>
            </p:nvSpPr>
            <p:spPr>
              <a:xfrm>
                <a:off x="1447181" y="1159498"/>
                <a:ext cx="6026393" cy="104304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2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𝑃</m:t>
                      </m:r>
                      <m:d>
                        <m:dPr>
                          <m:ctrlPr>
                            <a:rPr kumimoji="0" lang="en-GB" sz="32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ctrlPr>
                        </m:dPr>
                        <m:e>
                          <m:r>
                            <a:rPr kumimoji="0" lang="en-GB" sz="3200" b="1"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𝝃</m:t>
                          </m:r>
                        </m:e>
                        <m:e>
                          <m:r>
                            <a:rPr kumimoji="0" lang="en-GB" sz="32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𝐷</m:t>
                          </m:r>
                          <m:r>
                            <a:rPr kumimoji="0" lang="en-GB" sz="32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m:t>
                          </m:r>
                          <m:sSub>
                            <m:sSubPr>
                              <m:ctrlPr>
                                <a:rPr kumimoji="0" lang="en-GB" sz="32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ctrlPr>
                            </m:sSubPr>
                            <m:e>
                              <m:r>
                                <a:rPr kumimoji="0" lang="en-GB" sz="32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ℳ</m:t>
                              </m:r>
                            </m:e>
                            <m:sub>
                              <m:r>
                                <a:rPr kumimoji="0" lang="en-GB" sz="32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t>𝑖</m:t>
                              </m:r>
                            </m:sub>
                          </m:sSub>
                        </m:e>
                      </m:d>
                      <m:r>
                        <a:rPr kumimoji="0" lang="en-GB" sz="3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GB" sz="3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GB" sz="3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32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32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32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32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32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32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32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32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r>
                            <a:rPr kumimoji="0" lang="en-GB" sz="32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r>
                            <a:rPr kumimoji="0" lang="en-GB" sz="32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r>
                            <a:rPr kumimoji="0" lang="en-GB" sz="32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sSub>
                            <m:sSubPr>
                              <m:ctrlPr>
                                <a:rPr kumimoji="0" lang="en-GB" sz="32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32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32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r>
                            <a:rPr kumimoji="0" lang="en-GB" sz="32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num>
                        <m:den>
                          <m:r>
                            <a:rPr kumimoji="0" lang="en-GB" sz="3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r>
                            <a:rPr kumimoji="0" lang="en-GB" sz="3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r>
                            <a:rPr kumimoji="0" lang="en-GB" sz="3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𝐷</m:t>
                          </m:r>
                          <m:r>
                            <a:rPr kumimoji="0" lang="en-GB" sz="3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GB" sz="32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32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32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r>
                            <a:rPr kumimoji="0" lang="en-GB" sz="3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den>
                      </m:f>
                    </m:oMath>
                  </m:oMathPara>
                </a14:m>
                <a:endParaRPr kumimoji="0" lang="en-GB" sz="32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 name="TextBox 2">
                <a:extLst>
                  <a:ext uri="{FF2B5EF4-FFF2-40B4-BE49-F238E27FC236}">
                    <a16:creationId xmlns:a16="http://schemas.microsoft.com/office/drawing/2014/main" id="{AD600C90-4DC9-BABF-9F7C-CF7480832399}"/>
                  </a:ext>
                </a:extLst>
              </p:cNvPr>
              <p:cNvSpPr txBox="1">
                <a:spLocks noRot="1" noChangeAspect="1" noMove="1" noResize="1" noEditPoints="1" noAdjustHandles="1" noChangeArrowheads="1" noChangeShapeType="1" noTextEdit="1"/>
              </p:cNvSpPr>
              <p:nvPr/>
            </p:nvSpPr>
            <p:spPr>
              <a:xfrm>
                <a:off x="1447181" y="1159498"/>
                <a:ext cx="6026393" cy="1043042"/>
              </a:xfrm>
              <a:prstGeom prst="rect">
                <a:avLst/>
              </a:prstGeom>
              <a:blipFill>
                <a:blip r:embed="rId8"/>
                <a:stretch>
                  <a:fillRect l="-840" t="-1205" r="-1681" b="-18072"/>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6A48AF71-226E-93CB-6B08-A6FE0F5AC717}"/>
              </a:ext>
            </a:extLst>
          </p:cNvPr>
          <p:cNvSpPr txBox="1"/>
          <p:nvPr/>
        </p:nvSpPr>
        <p:spPr>
          <a:xfrm>
            <a:off x="4416832" y="735255"/>
            <a:ext cx="1257075"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accent1"/>
                </a:solidFill>
                <a:effectLst/>
                <a:uLnTx/>
                <a:uFillTx/>
                <a:latin typeface="Arial"/>
                <a:ea typeface="+mn-ea"/>
                <a:cs typeface="+mn-cs"/>
              </a:rPr>
              <a:t>likelihood</a:t>
            </a:r>
          </a:p>
        </p:txBody>
      </p:sp>
      <p:sp>
        <p:nvSpPr>
          <p:cNvPr id="12" name="TextBox 11">
            <a:extLst>
              <a:ext uri="{FF2B5EF4-FFF2-40B4-BE49-F238E27FC236}">
                <a16:creationId xmlns:a16="http://schemas.microsoft.com/office/drawing/2014/main" id="{44015499-711B-49C1-CF25-A5931B0BE08F}"/>
              </a:ext>
            </a:extLst>
          </p:cNvPr>
          <p:cNvSpPr txBox="1"/>
          <p:nvPr/>
        </p:nvSpPr>
        <p:spPr>
          <a:xfrm>
            <a:off x="5130476" y="2182862"/>
            <a:ext cx="1212191"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B050"/>
                </a:solidFill>
                <a:effectLst/>
                <a:uLnTx/>
                <a:uFillTx/>
                <a:latin typeface="Arial"/>
                <a:ea typeface="+mn-ea"/>
                <a:cs typeface="+mn-cs"/>
              </a:rPr>
              <a:t>evidence</a:t>
            </a:r>
          </a:p>
        </p:txBody>
      </p:sp>
      <p:sp>
        <p:nvSpPr>
          <p:cNvPr id="13" name="TextBox 12">
            <a:extLst>
              <a:ext uri="{FF2B5EF4-FFF2-40B4-BE49-F238E27FC236}">
                <a16:creationId xmlns:a16="http://schemas.microsoft.com/office/drawing/2014/main" id="{268B4679-00BF-F50A-C80B-6FC5C5F59C5F}"/>
              </a:ext>
            </a:extLst>
          </p:cNvPr>
          <p:cNvSpPr txBox="1"/>
          <p:nvPr/>
        </p:nvSpPr>
        <p:spPr>
          <a:xfrm>
            <a:off x="6342667" y="735255"/>
            <a:ext cx="697627"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50000"/>
                  </a:prstClr>
                </a:solidFill>
                <a:effectLst/>
                <a:uLnTx/>
                <a:uFillTx/>
                <a:latin typeface="Arial"/>
                <a:ea typeface="+mn-ea"/>
                <a:cs typeface="+mn-cs"/>
              </a:rPr>
              <a:t>prior</a:t>
            </a:r>
          </a:p>
        </p:txBody>
      </p:sp>
      <p:sp>
        <p:nvSpPr>
          <p:cNvPr id="16" name="TextBox 15">
            <a:extLst>
              <a:ext uri="{FF2B5EF4-FFF2-40B4-BE49-F238E27FC236}">
                <a16:creationId xmlns:a16="http://schemas.microsoft.com/office/drawing/2014/main" id="{2CC6FEBF-D43B-C633-AE37-433A2A8DA310}"/>
              </a:ext>
            </a:extLst>
          </p:cNvPr>
          <p:cNvSpPr txBox="1"/>
          <p:nvPr/>
        </p:nvSpPr>
        <p:spPr>
          <a:xfrm>
            <a:off x="1952053" y="1866078"/>
            <a:ext cx="1181734"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3E74"/>
                </a:solidFill>
                <a:effectLst/>
                <a:uLnTx/>
                <a:uFillTx/>
                <a:latin typeface="Arial"/>
                <a:ea typeface="+mn-ea"/>
                <a:cs typeface="+mn-cs"/>
              </a:rPr>
              <a:t>posterior</a:t>
            </a:r>
          </a:p>
        </p:txBody>
      </p:sp>
      <p:cxnSp>
        <p:nvCxnSpPr>
          <p:cNvPr id="5" name="Straight Arrow Connector 4">
            <a:extLst>
              <a:ext uri="{FF2B5EF4-FFF2-40B4-BE49-F238E27FC236}">
                <a16:creationId xmlns:a16="http://schemas.microsoft.com/office/drawing/2014/main" id="{EE439024-4C30-350F-7BE8-58D430800BA8}"/>
              </a:ext>
            </a:extLst>
          </p:cNvPr>
          <p:cNvCxnSpPr/>
          <p:nvPr/>
        </p:nvCxnSpPr>
        <p:spPr>
          <a:xfrm flipH="1" flipV="1">
            <a:off x="6449826" y="2084646"/>
            <a:ext cx="742121" cy="142027"/>
          </a:xfrm>
          <a:prstGeom prst="straightConnector1">
            <a:avLst/>
          </a:prstGeom>
          <a:ln>
            <a:solidFill>
              <a:srgbClr val="FF0000"/>
            </a:solidFill>
            <a:headEnd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B8F7D0D-8ADB-8EF8-F90D-696089F1F874}"/>
              </a:ext>
            </a:extLst>
          </p:cNvPr>
          <p:cNvSpPr txBox="1"/>
          <p:nvPr/>
        </p:nvSpPr>
        <p:spPr>
          <a:xfrm>
            <a:off x="7191947" y="1963211"/>
            <a:ext cx="2278316" cy="646331"/>
          </a:xfrm>
          <a:prstGeom prst="rect">
            <a:avLst/>
          </a:prstGeom>
          <a:noFill/>
        </p:spPr>
        <p:txBody>
          <a:bodyPr wrap="square" rtlCol="0">
            <a:spAutoFit/>
          </a:bodyPr>
          <a:lstStyle/>
          <a:p>
            <a:r>
              <a:rPr lang="en-GB" dirty="0">
                <a:solidFill>
                  <a:srgbClr val="FF0000"/>
                </a:solidFill>
              </a:rPr>
              <a:t>Difficult to eval. in high dimension!</a:t>
            </a:r>
          </a:p>
        </p:txBody>
      </p:sp>
    </p:spTree>
    <p:extLst>
      <p:ext uri="{BB962C8B-B14F-4D97-AF65-F5344CB8AC3E}">
        <p14:creationId xmlns:p14="http://schemas.microsoft.com/office/powerpoint/2010/main" val="3797263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E5FB90CF-87D3-C9DF-8ED2-5954A3F900A0}"/>
              </a:ext>
            </a:extLst>
          </p:cNvPr>
          <p:cNvSpPr/>
          <p:nvPr/>
        </p:nvSpPr>
        <p:spPr>
          <a:xfrm>
            <a:off x="6344002" y="117419"/>
            <a:ext cx="2618863" cy="170732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5F3BE42-B9CC-7171-4A84-25BE8C44B466}"/>
                  </a:ext>
                </a:extLst>
              </p:cNvPr>
              <p:cNvSpPr txBox="1"/>
              <p:nvPr/>
            </p:nvSpPr>
            <p:spPr>
              <a:xfrm>
                <a:off x="6414725" y="127345"/>
                <a:ext cx="167614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𝒚</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45" name="TextBox 44">
                <a:extLst>
                  <a:ext uri="{FF2B5EF4-FFF2-40B4-BE49-F238E27FC236}">
                    <a16:creationId xmlns:a16="http://schemas.microsoft.com/office/drawing/2014/main" id="{65F3BE42-B9CC-7171-4A84-25BE8C44B466}"/>
                  </a:ext>
                </a:extLst>
              </p:cNvPr>
              <p:cNvSpPr txBox="1">
                <a:spLocks noRot="1" noChangeAspect="1" noMove="1" noResize="1" noEditPoints="1" noAdjustHandles="1" noChangeArrowheads="1" noChangeShapeType="1" noTextEdit="1"/>
              </p:cNvSpPr>
              <p:nvPr/>
            </p:nvSpPr>
            <p:spPr>
              <a:xfrm>
                <a:off x="6414725" y="127345"/>
                <a:ext cx="1676140" cy="461665"/>
              </a:xfrm>
              <a:prstGeom prst="rect">
                <a:avLst/>
              </a:prstGeom>
              <a:blipFill>
                <a:blip r:embed="rId3"/>
                <a:stretch>
                  <a:fillRect b="-162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3386969-C005-B0DD-6696-C9C8EF2B5859}"/>
                  </a:ext>
                </a:extLst>
              </p:cNvPr>
              <p:cNvSpPr txBox="1"/>
              <p:nvPr/>
            </p:nvSpPr>
            <p:spPr>
              <a:xfrm>
                <a:off x="6414725" y="535385"/>
                <a:ext cx="742414"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46" name="TextBox 45">
                <a:extLst>
                  <a:ext uri="{FF2B5EF4-FFF2-40B4-BE49-F238E27FC236}">
                    <a16:creationId xmlns:a16="http://schemas.microsoft.com/office/drawing/2014/main" id="{33386969-C005-B0DD-6696-C9C8EF2B5859}"/>
                  </a:ext>
                </a:extLst>
              </p:cNvPr>
              <p:cNvSpPr txBox="1">
                <a:spLocks noRot="1" noChangeAspect="1" noMove="1" noResize="1" noEditPoints="1" noAdjustHandles="1" noChangeArrowheads="1" noChangeShapeType="1" noTextEdit="1"/>
              </p:cNvSpPr>
              <p:nvPr/>
            </p:nvSpPr>
            <p:spPr>
              <a:xfrm>
                <a:off x="6414725" y="535385"/>
                <a:ext cx="742414" cy="461665"/>
              </a:xfrm>
              <a:prstGeom prst="rect">
                <a:avLst/>
              </a:prstGeom>
              <a:blipFill>
                <a:blip r:embed="rId4"/>
                <a:stretch>
                  <a:fillRect b="-27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87D4651-E6E8-AF01-C06C-A1F67F74345C}"/>
                  </a:ext>
                </a:extLst>
              </p:cNvPr>
              <p:cNvSpPr txBox="1"/>
              <p:nvPr/>
            </p:nvSpPr>
            <p:spPr>
              <a:xfrm>
                <a:off x="6414725" y="1354656"/>
                <a:ext cx="550824"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47" name="TextBox 46">
                <a:extLst>
                  <a:ext uri="{FF2B5EF4-FFF2-40B4-BE49-F238E27FC236}">
                    <a16:creationId xmlns:a16="http://schemas.microsoft.com/office/drawing/2014/main" id="{687D4651-E6E8-AF01-C06C-A1F67F74345C}"/>
                  </a:ext>
                </a:extLst>
              </p:cNvPr>
              <p:cNvSpPr txBox="1">
                <a:spLocks noRot="1" noChangeAspect="1" noMove="1" noResize="1" noEditPoints="1" noAdjustHandles="1" noChangeArrowheads="1" noChangeShapeType="1" noTextEdit="1"/>
              </p:cNvSpPr>
              <p:nvPr/>
            </p:nvSpPr>
            <p:spPr>
              <a:xfrm>
                <a:off x="6414725" y="1354656"/>
                <a:ext cx="550824" cy="461665"/>
              </a:xfrm>
              <a:prstGeom prst="rect">
                <a:avLst/>
              </a:prstGeom>
              <a:blipFill>
                <a:blip r:embed="rId5"/>
                <a:stretch>
                  <a:fillRect l="-6667" b="-15789"/>
                </a:stretch>
              </a:blipFill>
            </p:spPr>
            <p:txBody>
              <a:bodyPr/>
              <a:lstStyle/>
              <a:p>
                <a:r>
                  <a:rPr lang="en-GB">
                    <a:noFill/>
                  </a:rPr>
                  <a:t> </a:t>
                </a:r>
              </a:p>
            </p:txBody>
          </p:sp>
        </mc:Fallback>
      </mc:AlternateContent>
      <p:sp>
        <p:nvSpPr>
          <p:cNvPr id="48" name="TextBox 47">
            <a:extLst>
              <a:ext uri="{FF2B5EF4-FFF2-40B4-BE49-F238E27FC236}">
                <a16:creationId xmlns:a16="http://schemas.microsoft.com/office/drawing/2014/main" id="{B97368F4-B1A9-F9BC-01B6-44A63A7B5C32}"/>
              </a:ext>
            </a:extLst>
          </p:cNvPr>
          <p:cNvSpPr txBox="1"/>
          <p:nvPr/>
        </p:nvSpPr>
        <p:spPr>
          <a:xfrm>
            <a:off x="8233820" y="194981"/>
            <a:ext cx="67197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49" name="TextBox 48">
            <a:extLst>
              <a:ext uri="{FF2B5EF4-FFF2-40B4-BE49-F238E27FC236}">
                <a16:creationId xmlns:a16="http://schemas.microsoft.com/office/drawing/2014/main" id="{01252CD5-EBBA-BF25-4690-AD8BB8DBC6CB}"/>
              </a:ext>
            </a:extLst>
          </p:cNvPr>
          <p:cNvSpPr txBox="1"/>
          <p:nvPr/>
        </p:nvSpPr>
        <p:spPr>
          <a:xfrm>
            <a:off x="8092756" y="621426"/>
            <a:ext cx="81304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50" name="TextBox 49">
            <a:extLst>
              <a:ext uri="{FF2B5EF4-FFF2-40B4-BE49-F238E27FC236}">
                <a16:creationId xmlns:a16="http://schemas.microsoft.com/office/drawing/2014/main" id="{823952FA-E9CD-7DBA-7F1C-1730993A1F89}"/>
              </a:ext>
            </a:extLst>
          </p:cNvPr>
          <p:cNvSpPr txBox="1"/>
          <p:nvPr/>
        </p:nvSpPr>
        <p:spPr>
          <a:xfrm>
            <a:off x="6861650" y="1428729"/>
            <a:ext cx="204414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Fitting parameters</a:t>
            </a:r>
          </a:p>
        </p:txBody>
      </p:sp>
      <p:sp>
        <p:nvSpPr>
          <p:cNvPr id="7" name="Rectangle: Rounded Corners 6">
            <a:extLst>
              <a:ext uri="{FF2B5EF4-FFF2-40B4-BE49-F238E27FC236}">
                <a16:creationId xmlns:a16="http://schemas.microsoft.com/office/drawing/2014/main" id="{87778BE4-2E36-ABCD-026A-EDB5496FD744}"/>
              </a:ext>
            </a:extLst>
          </p:cNvPr>
          <p:cNvSpPr/>
          <p:nvPr/>
        </p:nvSpPr>
        <p:spPr>
          <a:xfrm>
            <a:off x="330965" y="881570"/>
            <a:ext cx="5720211" cy="1704405"/>
          </a:xfrm>
          <a:prstGeom prst="roundRect">
            <a:avLst/>
          </a:prstGeom>
          <a:gradFill>
            <a:gsLst>
              <a:gs pos="0">
                <a:srgbClr val="BBEDFD"/>
              </a:gs>
              <a:gs pos="35000">
                <a:srgbClr val="CAE9FE"/>
              </a:gs>
              <a:gs pos="100000">
                <a:srgbClr val="E0FFFD"/>
              </a:gs>
            </a:gsLst>
          </a:gradFill>
        </p:spPr>
        <p:style>
          <a:lnRef idx="1">
            <a:schemeClr val="accent1"/>
          </a:lnRef>
          <a:fillRef idx="2">
            <a:schemeClr val="accent1"/>
          </a:fillRef>
          <a:effectRef idx="1">
            <a:schemeClr val="accent1"/>
          </a:effectRef>
          <a:fontRef idx="minor">
            <a:schemeClr val="dk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sng" strike="noStrike" kern="1200" cap="none" spc="0" normalizeH="0" baseline="0" noProof="0" dirty="0">
                <a:ln>
                  <a:noFill/>
                </a:ln>
                <a:solidFill>
                  <a:srgbClr val="000000"/>
                </a:solidFill>
                <a:effectLst/>
                <a:uLnTx/>
                <a:uFillTx/>
                <a:latin typeface="Arial"/>
                <a:ea typeface="+mn-ea"/>
                <a:cs typeface="+mn-cs"/>
              </a:rPr>
              <a:t>Bayes’ rule</a:t>
            </a:r>
          </a:p>
        </p:txBody>
      </p:sp>
      <p:sp>
        <p:nvSpPr>
          <p:cNvPr id="2" name="Title 1">
            <a:extLst>
              <a:ext uri="{FF2B5EF4-FFF2-40B4-BE49-F238E27FC236}">
                <a16:creationId xmlns:a16="http://schemas.microsoft.com/office/drawing/2014/main" id="{A5ABC8F6-1E5B-7280-5097-68081B06C37F}"/>
              </a:ext>
            </a:extLst>
          </p:cNvPr>
          <p:cNvSpPr>
            <a:spLocks noGrp="1"/>
          </p:cNvSpPr>
          <p:nvPr>
            <p:ph type="title"/>
          </p:nvPr>
        </p:nvSpPr>
        <p:spPr>
          <a:xfrm>
            <a:off x="147484" y="94781"/>
            <a:ext cx="5852528" cy="612487"/>
          </a:xfrm>
        </p:spPr>
        <p:txBody>
          <a:bodyPr/>
          <a:lstStyle/>
          <a:p>
            <a:r>
              <a:rPr lang="en-GB" dirty="0"/>
              <a:t>Why is max. evidence = Occam Razor? An example with linear regression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C54D159-D510-63DB-D229-FDA00C4AB5F1}"/>
                  </a:ext>
                </a:extLst>
              </p:cNvPr>
              <p:cNvSpPr txBox="1"/>
              <p:nvPr/>
            </p:nvSpPr>
            <p:spPr>
              <a:xfrm>
                <a:off x="679067" y="1261175"/>
                <a:ext cx="5267724" cy="91262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𝑃</m:t>
                      </m:r>
                      <m:d>
                        <m:dPr>
                          <m:ctrlP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ctrlPr>
                        </m:dPr>
                        <m:e>
                          <m:r>
                            <a:rPr kumimoji="0" lang="en-GB" sz="2800" b="1"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𝝃</m:t>
                          </m:r>
                        </m:e>
                        <m:e>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𝐷</m:t>
                          </m:r>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m:t>
                          </m:r>
                          <m:sSub>
                            <m:sSubPr>
                              <m:ctrlP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t>𝑖</m:t>
                              </m:r>
                            </m:sub>
                          </m:sSub>
                        </m:e>
                      </m:d>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GB" sz="2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2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8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r>
                            <a:rPr kumimoji="0" lang="en-GB" sz="2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r>
                            <a:rPr kumimoji="0" lang="en-GB" sz="28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r>
                            <a:rPr kumimoji="0" lang="en-GB" sz="2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sSub>
                            <m:sSubPr>
                              <m:ctrlPr>
                                <a:rPr kumimoji="0" lang="en-GB" sz="2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r>
                            <a:rPr kumimoji="0" lang="en-GB" sz="2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num>
                        <m:den>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𝐷</m:t>
                          </m:r>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den>
                      </m:f>
                    </m:oMath>
                  </m:oMathPara>
                </a14:m>
                <a:endParaRPr kumimoji="0" lang="en-GB" sz="2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4" name="TextBox 3">
                <a:extLst>
                  <a:ext uri="{FF2B5EF4-FFF2-40B4-BE49-F238E27FC236}">
                    <a16:creationId xmlns:a16="http://schemas.microsoft.com/office/drawing/2014/main" id="{9C54D159-D510-63DB-D229-FDA00C4AB5F1}"/>
                  </a:ext>
                </a:extLst>
              </p:cNvPr>
              <p:cNvSpPr txBox="1">
                <a:spLocks noRot="1" noChangeAspect="1" noMove="1" noResize="1" noEditPoints="1" noAdjustHandles="1" noChangeArrowheads="1" noChangeShapeType="1" noTextEdit="1"/>
              </p:cNvSpPr>
              <p:nvPr/>
            </p:nvSpPr>
            <p:spPr>
              <a:xfrm>
                <a:off x="679067" y="1261175"/>
                <a:ext cx="5267724" cy="912622"/>
              </a:xfrm>
              <a:prstGeom prst="rect">
                <a:avLst/>
              </a:prstGeom>
              <a:blipFill>
                <a:blip r:embed="rId6"/>
                <a:stretch>
                  <a:fillRect l="-962" t="-2740" r="-1683" b="-150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32C4DCC-80F0-955D-1DF4-D8370E9773B1}"/>
                  </a:ext>
                </a:extLst>
              </p:cNvPr>
              <p:cNvSpPr txBox="1"/>
              <p:nvPr/>
            </p:nvSpPr>
            <p:spPr>
              <a:xfrm>
                <a:off x="158510" y="2899438"/>
                <a:ext cx="8841715" cy="810158"/>
              </a:xfrm>
              <a:prstGeom prst="rect">
                <a:avLst/>
              </a:prstGeom>
              <a:noFill/>
            </p:spPr>
            <p:txBody>
              <a:bodyPr wrap="non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ln</m:t>
                          </m:r>
                        </m:fName>
                        <m:e>
                          <m:r>
                            <a:rPr kumimoji="0" lang="en-GB" sz="24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ctrlPr>
                            </m:dPr>
                            <m:e>
                              <m:r>
                                <a:rPr kumimoji="0" lang="en-GB" sz="2400" b="1"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𝝃</m:t>
                              </m:r>
                            </m:e>
                            <m:e>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𝐷</m:t>
                              </m:r>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𝑖</m:t>
                                  </m:r>
                                </m:sub>
                              </m:sSub>
                            </m:e>
                          </m:d>
                        </m:e>
                      </m:func>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num>
                        <m:den>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Sup>
                            <m:sSupPr>
                              <m:ctrlP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pPr>
                            <m:e>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𝜎</m:t>
                              </m:r>
                            </m:e>
                            <m:sup>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p>
                        </m:den>
                      </m:f>
                      <m:sSubSup>
                        <m:sSubSupPr>
                          <m:ctrlP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SupPr>
                        <m:e>
                          <m:d>
                            <m:dPr>
                              <m:begChr m:val="‖"/>
                              <m:endChr m:val="‖"/>
                              <m:ctrlPr>
                                <a:rPr kumimoji="0" lang="en-GB" sz="2400" b="0" i="1" u="none" strike="noStrike" kern="1200" cap="none" spc="0" normalizeH="0" baseline="0" noProof="0" dirty="0" smtClean="0">
                                  <a:ln>
                                    <a:noFill/>
                                  </a:ln>
                                  <a:solidFill>
                                    <a:schemeClr val="accent1"/>
                                  </a:solidFill>
                                  <a:effectLst/>
                                  <a:uLnTx/>
                                  <a:uFillTx/>
                                  <a:latin typeface="Cambria Math" panose="02040503050406030204" pitchFamily="18" charset="0"/>
                                  <a:ea typeface="+mn-ea"/>
                                  <a:cs typeface="+mn-cs"/>
                                </a:rPr>
                              </m:ctrlPr>
                            </m:dPr>
                            <m:e>
                              <m: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𝒚</m:t>
                              </m:r>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0"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𝚯</m:t>
                                  </m:r>
                                </m:e>
                                <m:sub>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sub>
                              </m:sSub>
                              <m:d>
                                <m:d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dPr>
                                <m:e>
                                  <m: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𝒙</m:t>
                                  </m:r>
                                </m:e>
                              </m:d>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d>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𝐹</m:t>
                          </m:r>
                        </m:sub>
                        <m:sup>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bSup>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lang="en-GB" sz="2400" i="1" smtClean="0">
                              <a:solidFill>
                                <a:schemeClr val="bg2"/>
                              </a:solidFill>
                              <a:latin typeface="Cambria Math" panose="02040503050406030204" pitchFamily="18" charset="0"/>
                            </a:rPr>
                          </m:ctrlPr>
                        </m:fPr>
                        <m:num>
                          <m:r>
                            <a:rPr lang="en-GB" sz="2400" i="1">
                              <a:solidFill>
                                <a:schemeClr val="bg2"/>
                              </a:solidFill>
                              <a:latin typeface="Cambria Math" panose="02040503050406030204" pitchFamily="18" charset="0"/>
                            </a:rPr>
                            <m:t>1</m:t>
                          </m:r>
                        </m:num>
                        <m:den>
                          <m:r>
                            <a:rPr lang="en-GB" sz="2400" i="1">
                              <a:solidFill>
                                <a:schemeClr val="bg2"/>
                              </a:solidFill>
                              <a:latin typeface="Cambria Math" panose="02040503050406030204" pitchFamily="18" charset="0"/>
                            </a:rPr>
                            <m:t>2</m:t>
                          </m:r>
                          <m:sSubSup>
                            <m:sSubSupPr>
                              <m:ctrlPr>
                                <a:rPr lang="en-GB" sz="2400" b="0" i="1" smtClean="0">
                                  <a:solidFill>
                                    <a:schemeClr val="bg2"/>
                                  </a:solidFill>
                                  <a:latin typeface="Cambria Math" panose="02040503050406030204" pitchFamily="18" charset="0"/>
                                </a:rPr>
                              </m:ctrlPr>
                            </m:sSubSupPr>
                            <m:e>
                              <m:r>
                                <a:rPr lang="en-GB" sz="2400" i="1">
                                  <a:solidFill>
                                    <a:schemeClr val="bg2"/>
                                  </a:solidFill>
                                  <a:latin typeface="Cambria Math" panose="02040503050406030204" pitchFamily="18" charset="0"/>
                                </a:rPr>
                                <m:t>𝜎</m:t>
                              </m:r>
                            </m:e>
                            <m:sub>
                              <m:r>
                                <a:rPr lang="en-GB" sz="2400" b="0" i="1" smtClean="0">
                                  <a:solidFill>
                                    <a:schemeClr val="bg2"/>
                                  </a:solidFill>
                                  <a:latin typeface="Cambria Math" panose="02040503050406030204" pitchFamily="18" charset="0"/>
                                </a:rPr>
                                <m:t>𝑝</m:t>
                              </m:r>
                            </m:sub>
                            <m:sup>
                              <m:r>
                                <a:rPr lang="en-GB" sz="2400" i="1">
                                  <a:solidFill>
                                    <a:schemeClr val="bg2"/>
                                  </a:solidFill>
                                  <a:latin typeface="Cambria Math" panose="02040503050406030204" pitchFamily="18" charset="0"/>
                                </a:rPr>
                                <m:t>2</m:t>
                              </m:r>
                            </m:sup>
                          </m:sSubSup>
                        </m:den>
                      </m:f>
                      <m:sSubSup>
                        <m:sSubSupPr>
                          <m:ctrlPr>
                            <a:rPr lang="en-GB" sz="2400" i="1">
                              <a:solidFill>
                                <a:prstClr val="white">
                                  <a:lumMod val="50000"/>
                                </a:prstClr>
                              </a:solidFill>
                              <a:latin typeface="Cambria Math" panose="02040503050406030204" pitchFamily="18" charset="0"/>
                            </a:rPr>
                          </m:ctrlPr>
                        </m:sSubSupPr>
                        <m:e>
                          <m:d>
                            <m:dPr>
                              <m:begChr m:val="‖"/>
                              <m:endChr m:val="‖"/>
                              <m:ctrlPr>
                                <a:rPr lang="en-GB" sz="2400" i="1" dirty="0">
                                  <a:solidFill>
                                    <a:prstClr val="white">
                                      <a:lumMod val="50000"/>
                                    </a:prstClr>
                                  </a:solidFill>
                                  <a:latin typeface="Cambria Math" panose="02040503050406030204" pitchFamily="18" charset="0"/>
                                </a:rPr>
                              </m:ctrlPr>
                            </m:dPr>
                            <m:e>
                              <m:r>
                                <a:rPr lang="en-GB" sz="2400" b="1" i="1">
                                  <a:solidFill>
                                    <a:prstClr val="white">
                                      <a:lumMod val="50000"/>
                                    </a:prstClr>
                                  </a:solidFill>
                                  <a:latin typeface="Cambria Math" panose="02040503050406030204" pitchFamily="18" charset="0"/>
                                </a:rPr>
                                <m:t>𝝃</m:t>
                              </m:r>
                            </m:e>
                          </m:d>
                        </m:e>
                        <m:sub>
                          <m:r>
                            <a:rPr lang="en-GB" sz="2400" i="1">
                              <a:solidFill>
                                <a:prstClr val="white">
                                  <a:lumMod val="50000"/>
                                </a:prstClr>
                              </a:solidFill>
                              <a:latin typeface="Cambria Math" panose="02040503050406030204" pitchFamily="18" charset="0"/>
                            </a:rPr>
                            <m:t>2</m:t>
                          </m:r>
                        </m:sub>
                        <m:sup>
                          <m:r>
                            <a:rPr lang="en-GB" sz="2400" b="0" i="1" smtClean="0">
                              <a:solidFill>
                                <a:prstClr val="white">
                                  <a:lumMod val="50000"/>
                                </a:prstClr>
                              </a:solidFill>
                              <a:latin typeface="Cambria Math" panose="02040503050406030204" pitchFamily="18" charset="0"/>
                            </a:rPr>
                            <m:t>2</m:t>
                          </m:r>
                        </m:sup>
                      </m:sSubSup>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24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t>𝑛𝑜𝑟𝑚𝑎𝑙𝑖𝑠𝑒</m:t>
                      </m:r>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1" name="TextBox 10">
                <a:extLst>
                  <a:ext uri="{FF2B5EF4-FFF2-40B4-BE49-F238E27FC236}">
                    <a16:creationId xmlns:a16="http://schemas.microsoft.com/office/drawing/2014/main" id="{332C4DCC-80F0-955D-1DF4-D8370E9773B1}"/>
                  </a:ext>
                </a:extLst>
              </p:cNvPr>
              <p:cNvSpPr txBox="1">
                <a:spLocks noRot="1" noChangeAspect="1" noMove="1" noResize="1" noEditPoints="1" noAdjustHandles="1" noChangeArrowheads="1" noChangeShapeType="1" noTextEdit="1"/>
              </p:cNvSpPr>
              <p:nvPr/>
            </p:nvSpPr>
            <p:spPr>
              <a:xfrm>
                <a:off x="158510" y="2899438"/>
                <a:ext cx="8841715" cy="810158"/>
              </a:xfrm>
              <a:prstGeom prst="rect">
                <a:avLst/>
              </a:prstGeom>
              <a:blipFill>
                <a:blip r:embed="rId7"/>
                <a:stretch>
                  <a:fillRect b="-7692"/>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C49D98F4-76B3-EE96-BF0B-E246F0255948}"/>
              </a:ext>
            </a:extLst>
          </p:cNvPr>
          <p:cNvSpPr txBox="1"/>
          <p:nvPr/>
        </p:nvSpPr>
        <p:spPr>
          <a:xfrm>
            <a:off x="5120095" y="4314887"/>
            <a:ext cx="2634054"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a:ea typeface="+mn-ea"/>
                <a:cs typeface="+mn-cs"/>
              </a:rPr>
              <a:t>Regularised Regression</a:t>
            </a:r>
            <a:br>
              <a:rPr kumimoji="0" lang="en-GB" sz="1800" b="0" i="0" u="none" strike="noStrike" kern="1200" cap="none" spc="0" normalizeH="0" baseline="0" noProof="0" dirty="0">
                <a:ln>
                  <a:noFill/>
                </a:ln>
                <a:solidFill>
                  <a:srgbClr val="000000"/>
                </a:solidFill>
                <a:effectLst/>
                <a:uLnTx/>
                <a:uFillTx/>
                <a:latin typeface="Arial"/>
                <a:ea typeface="+mn-ea"/>
                <a:cs typeface="+mn-cs"/>
              </a:rPr>
            </a:br>
            <a:r>
              <a:rPr kumimoji="0" lang="en-GB" sz="1800" b="0" i="0" u="none" strike="noStrike" kern="1200" cap="none" spc="0" normalizeH="0" baseline="0" noProof="0" dirty="0">
                <a:ln>
                  <a:noFill/>
                </a:ln>
                <a:solidFill>
                  <a:srgbClr val="000000"/>
                </a:solidFill>
                <a:effectLst/>
                <a:uLnTx/>
                <a:uFillTx/>
                <a:latin typeface="Arial"/>
                <a:ea typeface="+mn-ea"/>
                <a:cs typeface="+mn-cs"/>
              </a:rPr>
              <a:t>(</a:t>
            </a:r>
            <a:r>
              <a:rPr kumimoji="0" lang="en-GB" sz="1800" b="0" i="0" u="none" strike="noStrike" kern="1200" cap="none" spc="0" normalizeH="0" baseline="0" noProof="0" dirty="0">
                <a:ln>
                  <a:noFill/>
                </a:ln>
                <a:solidFill>
                  <a:prstClr val="white">
                    <a:lumMod val="50000"/>
                  </a:prstClr>
                </a:solidFill>
                <a:effectLst/>
                <a:uLnTx/>
                <a:uFillTx/>
                <a:latin typeface="Arial"/>
                <a:ea typeface="+mn-ea"/>
                <a:cs typeface="+mn-cs"/>
              </a:rPr>
              <a:t>Regularisation ↔ prior</a:t>
            </a:r>
            <a:r>
              <a:rPr kumimoji="0" lang="en-GB" sz="1800" b="0" i="0" u="none" strike="noStrike" kern="1200" cap="none" spc="0" normalizeH="0" baseline="0" noProof="0" dirty="0">
                <a:ln>
                  <a:noFill/>
                </a:ln>
                <a:solidFill>
                  <a:srgbClr val="000000"/>
                </a:solidFill>
                <a:effectLst/>
                <a:uLnTx/>
                <a:uFillTx/>
                <a:latin typeface="Arial"/>
                <a:ea typeface="+mn-ea"/>
                <a:cs typeface="+mn-cs"/>
              </a:rPr>
              <a:t>)</a:t>
            </a:r>
          </a:p>
        </p:txBody>
      </p:sp>
      <p:sp>
        <p:nvSpPr>
          <p:cNvPr id="22" name="TextBox 21">
            <a:extLst>
              <a:ext uri="{FF2B5EF4-FFF2-40B4-BE49-F238E27FC236}">
                <a16:creationId xmlns:a16="http://schemas.microsoft.com/office/drawing/2014/main" id="{397FFEB9-EF72-9D70-E440-F4E747BEBCF0}"/>
              </a:ext>
            </a:extLst>
          </p:cNvPr>
          <p:cNvSpPr txBox="1"/>
          <p:nvPr/>
        </p:nvSpPr>
        <p:spPr>
          <a:xfrm>
            <a:off x="3538183" y="3685253"/>
            <a:ext cx="114646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likelihood</a:t>
            </a:r>
          </a:p>
        </p:txBody>
      </p:sp>
      <p:sp>
        <p:nvSpPr>
          <p:cNvPr id="23" name="TextBox 22">
            <a:extLst>
              <a:ext uri="{FF2B5EF4-FFF2-40B4-BE49-F238E27FC236}">
                <a16:creationId xmlns:a16="http://schemas.microsoft.com/office/drawing/2014/main" id="{3A825C07-1847-EF48-B63B-FA30DAC8A318}"/>
              </a:ext>
            </a:extLst>
          </p:cNvPr>
          <p:cNvSpPr txBox="1"/>
          <p:nvPr/>
        </p:nvSpPr>
        <p:spPr>
          <a:xfrm>
            <a:off x="5520679" y="3685253"/>
            <a:ext cx="2552302" cy="369332"/>
          </a:xfrm>
          <a:prstGeom prst="rect">
            <a:avLst/>
          </a:prstGeom>
          <a:noFill/>
          <a:ln>
            <a:no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Arial"/>
                <a:ea typeface="+mn-ea"/>
                <a:cs typeface="+mn-cs"/>
              </a:rPr>
              <a:t>Prior (L</a:t>
            </a:r>
            <a:r>
              <a:rPr lang="en-GB" baseline="-25000" dirty="0">
                <a:solidFill>
                  <a:prstClr val="white">
                    <a:lumMod val="50000"/>
                  </a:prstClr>
                </a:solidFill>
                <a:latin typeface="Arial"/>
              </a:rPr>
              <a:t>2</a:t>
            </a:r>
            <a:r>
              <a:rPr kumimoji="0" lang="en-GB" sz="1800" b="0" i="0" u="none" strike="noStrike" kern="1200" cap="none" spc="0" normalizeH="0" baseline="0" noProof="0" dirty="0">
                <a:ln>
                  <a:noFill/>
                </a:ln>
                <a:solidFill>
                  <a:prstClr val="white">
                    <a:lumMod val="50000"/>
                  </a:prstClr>
                </a:solidFill>
                <a:effectLst/>
                <a:uLnTx/>
                <a:uFillTx/>
                <a:latin typeface="Arial"/>
                <a:ea typeface="+mn-ea"/>
                <a:cs typeface="+mn-cs"/>
              </a:rPr>
              <a:t> regularisation)</a:t>
            </a:r>
            <a:endParaRPr kumimoji="0" lang="en-GB" sz="1800" b="0" i="0" u="none" strike="noStrike" kern="1200" cap="none" spc="0" normalizeH="0" baseline="-25000" noProof="0" dirty="0">
              <a:ln>
                <a:noFill/>
              </a:ln>
              <a:solidFill>
                <a:prstClr val="white">
                  <a:lumMod val="50000"/>
                </a:prstClr>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43DD9E4-BF8F-58DF-F46C-9AD27599CE4E}"/>
                  </a:ext>
                </a:extLst>
              </p:cNvPr>
              <p:cNvSpPr txBox="1"/>
              <p:nvPr/>
            </p:nvSpPr>
            <p:spPr>
              <a:xfrm>
                <a:off x="6414725" y="967064"/>
                <a:ext cx="813043"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GB" sz="24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𝚯</m:t>
                        </m:r>
                      </m:e>
                      <m:sub>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ℳ</m:t>
                        </m:r>
                      </m:sub>
                    </m:sSub>
                    <m:d>
                      <m:dPr>
                        <m:ctrlP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GB" sz="24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𝒙</m:t>
                        </m:r>
                      </m:e>
                    </m:d>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31" name="TextBox 30">
                <a:extLst>
                  <a:ext uri="{FF2B5EF4-FFF2-40B4-BE49-F238E27FC236}">
                    <a16:creationId xmlns:a16="http://schemas.microsoft.com/office/drawing/2014/main" id="{843DD9E4-BF8F-58DF-F46C-9AD27599CE4E}"/>
                  </a:ext>
                </a:extLst>
              </p:cNvPr>
              <p:cNvSpPr txBox="1">
                <a:spLocks noRot="1" noChangeAspect="1" noMove="1" noResize="1" noEditPoints="1" noAdjustHandles="1" noChangeArrowheads="1" noChangeShapeType="1" noTextEdit="1"/>
              </p:cNvSpPr>
              <p:nvPr/>
            </p:nvSpPr>
            <p:spPr>
              <a:xfrm>
                <a:off x="6414725" y="967064"/>
                <a:ext cx="813043" cy="461665"/>
              </a:xfrm>
              <a:prstGeom prst="rect">
                <a:avLst/>
              </a:prstGeom>
              <a:blipFill>
                <a:blip r:embed="rId8"/>
                <a:stretch>
                  <a:fillRect r="-19697" b="-27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F4E1AC5-FAF4-78D5-B3AE-28CF93242460}"/>
                  </a:ext>
                </a:extLst>
              </p:cNvPr>
              <p:cNvSpPr txBox="1"/>
              <p:nvPr/>
            </p:nvSpPr>
            <p:spPr>
              <a:xfrm>
                <a:off x="787645" y="4317126"/>
                <a:ext cx="3801594" cy="83215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Arial"/>
                    <a:ea typeface="+mn-ea"/>
                    <a:cs typeface="+mn-cs"/>
                  </a:rPr>
                  <a:t>Maximum a posteriori (MAP): </a:t>
                </a: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GB"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𝑀𝐴𝑃</m:t>
                          </m:r>
                        </m:sub>
                      </m:s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unc>
                        <m:func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uncPr>
                        <m:fName>
                          <m:limLow>
                            <m:limLow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limLowPr>
                            <m:e>
                              <m:r>
                                <m:rPr>
                                  <m:sty m:val="p"/>
                                </m:rPr>
                                <a:rPr kumimoji="0" lang="en-GB"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argmax</m:t>
                              </m:r>
                            </m:e>
                            <m:lim>
                              <m:r>
                                <a:rPr kumimoji="0" lang="en-GB" sz="20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𝝃</m:t>
                              </m:r>
                            </m:lim>
                          </m:limLow>
                        </m:fName>
                        <m:e>
                          <m:r>
                            <a:rPr kumimoji="0" lang="en-GB" sz="20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𝑃</m:t>
                          </m:r>
                          <m:d>
                            <m:dPr>
                              <m:ctrlP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ctrlPr>
                            </m:dPr>
                            <m:e>
                              <m:r>
                                <a:rPr kumimoji="0" lang="en-GB" sz="2000" b="1"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𝝃</m:t>
                              </m:r>
                            </m:e>
                            <m:e>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𝐷</m:t>
                              </m:r>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m:t>
                              </m:r>
                              <m:sSub>
                                <m:sSubPr>
                                  <m:ctrlP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𝑖</m:t>
                                  </m:r>
                                </m:sub>
                              </m:sSub>
                            </m:e>
                          </m:d>
                        </m:e>
                      </m:func>
                    </m:oMath>
                  </m:oMathPara>
                </a14:m>
                <a:endParaRPr kumimoji="0" lang="en-GB"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3" name="TextBox 32">
                <a:extLst>
                  <a:ext uri="{FF2B5EF4-FFF2-40B4-BE49-F238E27FC236}">
                    <a16:creationId xmlns:a16="http://schemas.microsoft.com/office/drawing/2014/main" id="{4F4E1AC5-FAF4-78D5-B3AE-28CF93242460}"/>
                  </a:ext>
                </a:extLst>
              </p:cNvPr>
              <p:cNvSpPr txBox="1">
                <a:spLocks noRot="1" noChangeAspect="1" noMove="1" noResize="1" noEditPoints="1" noAdjustHandles="1" noChangeArrowheads="1" noChangeShapeType="1" noTextEdit="1"/>
              </p:cNvSpPr>
              <p:nvPr/>
            </p:nvSpPr>
            <p:spPr>
              <a:xfrm>
                <a:off x="787645" y="4317126"/>
                <a:ext cx="3801594" cy="832151"/>
              </a:xfrm>
              <a:prstGeom prst="rect">
                <a:avLst/>
              </a:prstGeom>
              <a:blipFill>
                <a:blip r:embed="rId9"/>
                <a:stretch>
                  <a:fillRect l="-664" t="-1493" b="-4478"/>
                </a:stretch>
              </a:blipFill>
            </p:spPr>
            <p:txBody>
              <a:bodyPr/>
              <a:lstStyle/>
              <a:p>
                <a:r>
                  <a:rPr lang="en-GB">
                    <a:noFill/>
                  </a:rPr>
                  <a:t> </a:t>
                </a:r>
              </a:p>
            </p:txBody>
          </p:sp>
        </mc:Fallback>
      </mc:AlternateContent>
      <p:sp>
        <p:nvSpPr>
          <p:cNvPr id="36" name="Equals 35">
            <a:extLst>
              <a:ext uri="{FF2B5EF4-FFF2-40B4-BE49-F238E27FC236}">
                <a16:creationId xmlns:a16="http://schemas.microsoft.com/office/drawing/2014/main" id="{45140CD9-BB6B-59EA-A600-05B5A721BF2D}"/>
              </a:ext>
            </a:extLst>
          </p:cNvPr>
          <p:cNvSpPr/>
          <p:nvPr/>
        </p:nvSpPr>
        <p:spPr>
          <a:xfrm>
            <a:off x="4365820" y="4449395"/>
            <a:ext cx="665629" cy="476141"/>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TextBox 38">
            <a:extLst>
              <a:ext uri="{FF2B5EF4-FFF2-40B4-BE49-F238E27FC236}">
                <a16:creationId xmlns:a16="http://schemas.microsoft.com/office/drawing/2014/main" id="{9A8F3031-20E3-FDE4-7B60-DCB9839FCB56}"/>
              </a:ext>
            </a:extLst>
          </p:cNvPr>
          <p:cNvSpPr txBox="1"/>
          <p:nvPr/>
        </p:nvSpPr>
        <p:spPr>
          <a:xfrm>
            <a:off x="3149890" y="871848"/>
            <a:ext cx="114646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likelihood</a:t>
            </a:r>
          </a:p>
        </p:txBody>
      </p:sp>
      <p:sp>
        <p:nvSpPr>
          <p:cNvPr id="40" name="TextBox 39">
            <a:extLst>
              <a:ext uri="{FF2B5EF4-FFF2-40B4-BE49-F238E27FC236}">
                <a16:creationId xmlns:a16="http://schemas.microsoft.com/office/drawing/2014/main" id="{CC719DFC-B768-F301-BC55-6216F18B9731}"/>
              </a:ext>
            </a:extLst>
          </p:cNvPr>
          <p:cNvSpPr txBox="1"/>
          <p:nvPr/>
        </p:nvSpPr>
        <p:spPr>
          <a:xfrm>
            <a:off x="3801595" y="2167810"/>
            <a:ext cx="11079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B050"/>
                </a:solidFill>
                <a:effectLst/>
                <a:uLnTx/>
                <a:uFillTx/>
                <a:latin typeface="Arial"/>
                <a:ea typeface="+mn-ea"/>
                <a:cs typeface="+mn-cs"/>
              </a:rPr>
              <a:t>evidence</a:t>
            </a:r>
          </a:p>
        </p:txBody>
      </p:sp>
      <p:sp>
        <p:nvSpPr>
          <p:cNvPr id="41" name="TextBox 40">
            <a:extLst>
              <a:ext uri="{FF2B5EF4-FFF2-40B4-BE49-F238E27FC236}">
                <a16:creationId xmlns:a16="http://schemas.microsoft.com/office/drawing/2014/main" id="{4301BAED-A012-3FC3-27F8-DCB33F685EB4}"/>
              </a:ext>
            </a:extLst>
          </p:cNvPr>
          <p:cNvSpPr txBox="1"/>
          <p:nvPr/>
        </p:nvSpPr>
        <p:spPr>
          <a:xfrm>
            <a:off x="4908071" y="859783"/>
            <a:ext cx="6463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50000"/>
                  </a:prstClr>
                </a:solidFill>
                <a:effectLst/>
                <a:uLnTx/>
                <a:uFillTx/>
                <a:latin typeface="Arial"/>
                <a:ea typeface="+mn-ea"/>
                <a:cs typeface="+mn-cs"/>
              </a:rPr>
              <a:t>prior</a:t>
            </a:r>
          </a:p>
        </p:txBody>
      </p:sp>
      <p:sp>
        <p:nvSpPr>
          <p:cNvPr id="42" name="TextBox 41">
            <a:extLst>
              <a:ext uri="{FF2B5EF4-FFF2-40B4-BE49-F238E27FC236}">
                <a16:creationId xmlns:a16="http://schemas.microsoft.com/office/drawing/2014/main" id="{424AB11D-FAEB-CEFC-3696-BA6604781A59}"/>
              </a:ext>
            </a:extLst>
          </p:cNvPr>
          <p:cNvSpPr txBox="1"/>
          <p:nvPr/>
        </p:nvSpPr>
        <p:spPr>
          <a:xfrm>
            <a:off x="947175" y="1917552"/>
            <a:ext cx="108234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posterior</a:t>
            </a:r>
          </a:p>
        </p:txBody>
      </p:sp>
      <p:sp>
        <p:nvSpPr>
          <p:cNvPr id="43" name="TextBox 42">
            <a:extLst>
              <a:ext uri="{FF2B5EF4-FFF2-40B4-BE49-F238E27FC236}">
                <a16:creationId xmlns:a16="http://schemas.microsoft.com/office/drawing/2014/main" id="{CF8C3138-4332-40F8-E92B-647A92472E2A}"/>
              </a:ext>
            </a:extLst>
          </p:cNvPr>
          <p:cNvSpPr txBox="1"/>
          <p:nvPr/>
        </p:nvSpPr>
        <p:spPr>
          <a:xfrm>
            <a:off x="749734" y="3632245"/>
            <a:ext cx="108234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posterior</a:t>
            </a:r>
          </a:p>
        </p:txBody>
      </p:sp>
      <p:sp>
        <p:nvSpPr>
          <p:cNvPr id="54" name="TextBox 53">
            <a:extLst>
              <a:ext uri="{FF2B5EF4-FFF2-40B4-BE49-F238E27FC236}">
                <a16:creationId xmlns:a16="http://schemas.microsoft.com/office/drawing/2014/main" id="{C30809D8-07BC-80CD-D947-BD457F367582}"/>
              </a:ext>
            </a:extLst>
          </p:cNvPr>
          <p:cNvSpPr txBox="1"/>
          <p:nvPr/>
        </p:nvSpPr>
        <p:spPr>
          <a:xfrm>
            <a:off x="7464379" y="1053072"/>
            <a:ext cx="144142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Model Basis</a:t>
            </a:r>
          </a:p>
        </p:txBody>
      </p:sp>
      <p:sp>
        <p:nvSpPr>
          <p:cNvPr id="3" name="Freeform 2">
            <a:extLst>
              <a:ext uri="{FF2B5EF4-FFF2-40B4-BE49-F238E27FC236}">
                <a16:creationId xmlns:a16="http://schemas.microsoft.com/office/drawing/2014/main" id="{6B4585AD-4131-9033-44DF-7938634D82F4}"/>
              </a:ext>
            </a:extLst>
          </p:cNvPr>
          <p:cNvSpPr/>
          <p:nvPr/>
        </p:nvSpPr>
        <p:spPr>
          <a:xfrm>
            <a:off x="6103620" y="2388870"/>
            <a:ext cx="333502" cy="560070"/>
          </a:xfrm>
          <a:custGeom>
            <a:avLst/>
            <a:gdLst>
              <a:gd name="connsiteX0" fmla="*/ 0 w 333502"/>
              <a:gd name="connsiteY0" fmla="*/ 0 h 560070"/>
              <a:gd name="connsiteX1" fmla="*/ 331470 w 333502"/>
              <a:gd name="connsiteY1" fmla="*/ 228600 h 560070"/>
              <a:gd name="connsiteX2" fmla="*/ 114300 w 333502"/>
              <a:gd name="connsiteY2" fmla="*/ 560070 h 560070"/>
            </a:gdLst>
            <a:ahLst/>
            <a:cxnLst>
              <a:cxn ang="0">
                <a:pos x="connsiteX0" y="connsiteY0"/>
              </a:cxn>
              <a:cxn ang="0">
                <a:pos x="connsiteX1" y="connsiteY1"/>
              </a:cxn>
              <a:cxn ang="0">
                <a:pos x="connsiteX2" y="connsiteY2"/>
              </a:cxn>
            </a:cxnLst>
            <a:rect l="l" t="t" r="r" b="b"/>
            <a:pathLst>
              <a:path w="333502" h="560070">
                <a:moveTo>
                  <a:pt x="0" y="0"/>
                </a:moveTo>
                <a:cubicBezTo>
                  <a:pt x="156210" y="67627"/>
                  <a:pt x="312420" y="135255"/>
                  <a:pt x="331470" y="228600"/>
                </a:cubicBezTo>
                <a:cubicBezTo>
                  <a:pt x="350520" y="321945"/>
                  <a:pt x="232410" y="441007"/>
                  <a:pt x="114300" y="560070"/>
                </a:cubicBezTo>
              </a:path>
            </a:pathLst>
          </a:custGeom>
          <a:noFill/>
          <a:ln w="38100">
            <a:solidFill>
              <a:schemeClr val="tx1"/>
            </a:solidFill>
            <a:headEnd type="none"/>
            <a:tailEnd type="triangle"/>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CB0D4D2-CDD3-5ACC-BF02-1206900A5D72}"/>
                  </a:ext>
                </a:extLst>
              </p:cNvPr>
              <p:cNvSpPr txBox="1"/>
              <p:nvPr/>
            </p:nvSpPr>
            <p:spPr>
              <a:xfrm>
                <a:off x="6476356" y="2186610"/>
                <a:ext cx="2350323" cy="83099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noProof="0" dirty="0">
                    <a:ln>
                      <a:noFill/>
                    </a:ln>
                    <a:solidFill>
                      <a:schemeClr val="tx1"/>
                    </a:solidFill>
                    <a:effectLst/>
                    <a:uLnTx/>
                    <a:uFillTx/>
                    <a:latin typeface="Arial"/>
                    <a:ea typeface="+mn-ea"/>
                    <a:cs typeface="+mn-cs"/>
                  </a:rPr>
                  <a:t>Gaussian Linear model:</a:t>
                </a:r>
              </a:p>
              <a:p>
                <a:pPr>
                  <a:defRPr/>
                </a:pPr>
                <a14:m>
                  <m:oMathPara xmlns:m="http://schemas.openxmlformats.org/officeDocument/2006/math">
                    <m:oMathParaPr>
                      <m:jc m:val="centerGroup"/>
                    </m:oMathParaPr>
                    <m:oMath xmlns:m="http://schemas.openxmlformats.org/officeDocument/2006/math">
                      <m:r>
                        <a:rPr kumimoji="0" lang="en-GB" sz="1600" b="1"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𝒚</m:t>
                      </m:r>
                      <m:r>
                        <a:rPr kumimoji="0" lang="en-GB" sz="1600" b="1"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 </m:t>
                      </m:r>
                      <m:r>
                        <a:rPr kumimoji="0" lang="en-GB" sz="1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 </m:t>
                      </m:r>
                      <m:r>
                        <a:rPr kumimoji="0" lang="en-GB" sz="1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𝓝</m:t>
                      </m:r>
                      <m:d>
                        <m:dPr>
                          <m:ctrlPr>
                            <a:rPr kumimoji="0" lang="en-GB" sz="1600" b="1"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ctrlPr>
                        </m:dPr>
                        <m:e>
                          <m:sSub>
                            <m:sSubPr>
                              <m:ctrlPr>
                                <a:rPr lang="en-GB" sz="1600" b="1" i="1">
                                  <a:solidFill>
                                    <a:schemeClr val="tx1"/>
                                  </a:solidFill>
                                  <a:latin typeface="Cambria Math" panose="02040503050406030204" pitchFamily="18" charset="0"/>
                                </a:rPr>
                              </m:ctrlPr>
                            </m:sSubPr>
                            <m:e>
                              <m:r>
                                <a:rPr lang="en-GB" sz="1600" b="1">
                                  <a:solidFill>
                                    <a:schemeClr val="tx1"/>
                                  </a:solidFill>
                                  <a:latin typeface="Cambria Math" panose="02040503050406030204" pitchFamily="18" charset="0"/>
                                </a:rPr>
                                <m:t>𝚯</m:t>
                              </m:r>
                            </m:e>
                            <m:sub>
                              <m:r>
                                <a:rPr lang="en-GB" sz="1600" b="1" i="1">
                                  <a:solidFill>
                                    <a:schemeClr val="tx1"/>
                                  </a:solidFill>
                                  <a:latin typeface="Cambria Math" panose="02040503050406030204" pitchFamily="18" charset="0"/>
                                  <a:ea typeface="Cambria Math" panose="02040503050406030204" pitchFamily="18" charset="0"/>
                                </a:rPr>
                                <m:t>ℳ</m:t>
                              </m:r>
                            </m:sub>
                          </m:sSub>
                          <m:d>
                            <m:dPr>
                              <m:ctrlPr>
                                <a:rPr lang="en-GB" sz="1600" b="1" i="1">
                                  <a:solidFill>
                                    <a:schemeClr val="tx1"/>
                                  </a:solidFill>
                                  <a:latin typeface="Cambria Math" panose="02040503050406030204" pitchFamily="18" charset="0"/>
                                  <a:ea typeface="Cambria Math" panose="02040503050406030204" pitchFamily="18" charset="0"/>
                                </a:rPr>
                              </m:ctrlPr>
                            </m:dPr>
                            <m:e>
                              <m:r>
                                <a:rPr lang="en-GB" sz="1600" b="1" i="1">
                                  <a:solidFill>
                                    <a:schemeClr val="tx1"/>
                                  </a:solidFill>
                                  <a:latin typeface="Cambria Math" panose="02040503050406030204" pitchFamily="18" charset="0"/>
                                </a:rPr>
                                <m:t>𝒙</m:t>
                              </m:r>
                            </m:e>
                          </m:d>
                          <m:r>
                            <a:rPr lang="en-GB" sz="1600" b="1" i="1">
                              <a:solidFill>
                                <a:schemeClr val="tx1"/>
                              </a:solidFill>
                              <a:latin typeface="Cambria Math" panose="02040503050406030204" pitchFamily="18" charset="0"/>
                            </a:rPr>
                            <m:t>⋅</m:t>
                          </m:r>
                          <m:r>
                            <a:rPr lang="en-GB" sz="1600" b="1" i="1">
                              <a:solidFill>
                                <a:schemeClr val="tx1"/>
                              </a:solidFill>
                              <a:latin typeface="Cambria Math" panose="02040503050406030204" pitchFamily="18" charset="0"/>
                            </a:rPr>
                            <m:t>𝝃</m:t>
                          </m:r>
                          <m:r>
                            <a:rPr lang="en-GB" sz="1600" b="1" i="1" smtClean="0">
                              <a:solidFill>
                                <a:schemeClr val="tx1"/>
                              </a:solidFill>
                              <a:latin typeface="Cambria Math" panose="02040503050406030204" pitchFamily="18" charset="0"/>
                            </a:rPr>
                            <m:t>,</m:t>
                          </m:r>
                          <m:sSup>
                            <m:sSupPr>
                              <m:ctrlPr>
                                <a:rPr lang="en-GB" sz="1600" i="1" smtClean="0">
                                  <a:solidFill>
                                    <a:schemeClr val="tx1"/>
                                  </a:solidFill>
                                  <a:latin typeface="Cambria Math" panose="02040503050406030204" pitchFamily="18" charset="0"/>
                                </a:rPr>
                              </m:ctrlPr>
                            </m:sSupPr>
                            <m:e>
                              <m:r>
                                <a:rPr lang="en-GB" sz="1600" b="0" i="1" smtClean="0">
                                  <a:solidFill>
                                    <a:schemeClr val="tx1"/>
                                  </a:solidFill>
                                  <a:latin typeface="Cambria Math" panose="02040503050406030204" pitchFamily="18" charset="0"/>
                                </a:rPr>
                                <m:t>𝜎</m:t>
                              </m:r>
                            </m:e>
                            <m:sup>
                              <m:r>
                                <a:rPr lang="en-GB" sz="1600" b="0" i="1" smtClean="0">
                                  <a:solidFill>
                                    <a:schemeClr val="tx1"/>
                                  </a:solidFill>
                                  <a:latin typeface="Cambria Math" panose="02040503050406030204" pitchFamily="18" charset="0"/>
                                </a:rPr>
                                <m:t>2</m:t>
                              </m:r>
                            </m:sup>
                          </m:sSup>
                          <m:r>
                            <a:rPr lang="en-GB" sz="1600" b="1" i="0" smtClean="0">
                              <a:solidFill>
                                <a:schemeClr val="tx1"/>
                              </a:solidFill>
                              <a:latin typeface="Cambria Math" panose="02040503050406030204" pitchFamily="18" charset="0"/>
                            </a:rPr>
                            <m:t>𝐈</m:t>
                          </m:r>
                        </m:e>
                      </m:d>
                    </m:oMath>
                  </m:oMathPara>
                </a14:m>
                <a:endParaRPr lang="en-GB" sz="1600" dirty="0">
                  <a:solidFill>
                    <a:srgbClr val="0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chemeClr val="tx1"/>
                  </a:solidFill>
                  <a:effectLst/>
                  <a:uLnTx/>
                  <a:uFillTx/>
                  <a:latin typeface="Arial"/>
                  <a:ea typeface="+mn-ea"/>
                  <a:cs typeface="+mn-cs"/>
                </a:endParaRPr>
              </a:p>
            </p:txBody>
          </p:sp>
        </mc:Choice>
        <mc:Fallback xmlns="">
          <p:sp>
            <p:nvSpPr>
              <p:cNvPr id="5" name="TextBox 4">
                <a:extLst>
                  <a:ext uri="{FF2B5EF4-FFF2-40B4-BE49-F238E27FC236}">
                    <a16:creationId xmlns:a16="http://schemas.microsoft.com/office/drawing/2014/main" id="{ACB0D4D2-CDD3-5ACC-BF02-1206900A5D72}"/>
                  </a:ext>
                </a:extLst>
              </p:cNvPr>
              <p:cNvSpPr txBox="1">
                <a:spLocks noRot="1" noChangeAspect="1" noMove="1" noResize="1" noEditPoints="1" noAdjustHandles="1" noChangeArrowheads="1" noChangeShapeType="1" noTextEdit="1"/>
              </p:cNvSpPr>
              <p:nvPr/>
            </p:nvSpPr>
            <p:spPr>
              <a:xfrm>
                <a:off x="6476356" y="2186610"/>
                <a:ext cx="2350323" cy="830997"/>
              </a:xfrm>
              <a:prstGeom prst="rect">
                <a:avLst/>
              </a:prstGeom>
              <a:blipFill>
                <a:blip r:embed="rId10"/>
                <a:stretch>
                  <a:fillRect l="-1070" t="-3030"/>
                </a:stretch>
              </a:blipFill>
            </p:spPr>
            <p:txBody>
              <a:bodyPr/>
              <a:lstStyle/>
              <a:p>
                <a:r>
                  <a:rPr lang="en-GB">
                    <a:noFill/>
                  </a:rPr>
                  <a:t> </a:t>
                </a:r>
              </a:p>
            </p:txBody>
          </p:sp>
        </mc:Fallback>
      </mc:AlternateContent>
      <p:sp>
        <p:nvSpPr>
          <p:cNvPr id="6" name="Right Brace 5">
            <a:extLst>
              <a:ext uri="{FF2B5EF4-FFF2-40B4-BE49-F238E27FC236}">
                <a16:creationId xmlns:a16="http://schemas.microsoft.com/office/drawing/2014/main" id="{38163154-8649-C32C-8D80-ADE51CF3E25B}"/>
              </a:ext>
            </a:extLst>
          </p:cNvPr>
          <p:cNvSpPr/>
          <p:nvPr/>
        </p:nvSpPr>
        <p:spPr>
          <a:xfrm rot="5400000" flipH="1">
            <a:off x="4211780" y="2070463"/>
            <a:ext cx="183422" cy="1856534"/>
          </a:xfrm>
          <a:prstGeom prst="rightBrace">
            <a:avLst>
              <a:gd name="adj1" fmla="val 19477"/>
              <a:gd name="adj2" fmla="val 50000"/>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chemeClr val="accent1"/>
              </a:solidFill>
              <a:effectLst/>
              <a:uLnTx/>
              <a:uFillTx/>
              <a:latin typeface="Arial"/>
              <a:ea typeface="+mn-ea"/>
              <a:cs typeface="+mn-cs"/>
            </a:endParaRPr>
          </a:p>
        </p:txBody>
      </p:sp>
      <p:sp>
        <p:nvSpPr>
          <p:cNvPr id="8" name="TextBox 7">
            <a:extLst>
              <a:ext uri="{FF2B5EF4-FFF2-40B4-BE49-F238E27FC236}">
                <a16:creationId xmlns:a16="http://schemas.microsoft.com/office/drawing/2014/main" id="{78EF37E8-C304-847F-6545-66C341DE72C8}"/>
              </a:ext>
            </a:extLst>
          </p:cNvPr>
          <p:cNvSpPr txBox="1"/>
          <p:nvPr/>
        </p:nvSpPr>
        <p:spPr>
          <a:xfrm>
            <a:off x="3999208" y="2537687"/>
            <a:ext cx="67197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error</a:t>
            </a:r>
          </a:p>
        </p:txBody>
      </p:sp>
    </p:spTree>
    <p:extLst>
      <p:ext uri="{BB962C8B-B14F-4D97-AF65-F5344CB8AC3E}">
        <p14:creationId xmlns:p14="http://schemas.microsoft.com/office/powerpoint/2010/main" val="30905437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P spid="22" grpId="0"/>
      <p:bldP spid="23" grpId="0"/>
      <p:bldP spid="33" grpId="0"/>
      <p:bldP spid="36" grpId="0" animBg="1"/>
      <p:bldP spid="43" grpId="0"/>
      <p:bldP spid="3" grpId="0" animBg="1"/>
      <p:bldP spid="5" grpId="0"/>
      <p:bldP spid="6" grpId="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05381-4BA0-1347-C011-669E10502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E538B-4B19-EDC7-7193-8697EE90B30B}"/>
              </a:ext>
            </a:extLst>
          </p:cNvPr>
          <p:cNvSpPr>
            <a:spLocks noGrp="1"/>
          </p:cNvSpPr>
          <p:nvPr>
            <p:ph type="title"/>
          </p:nvPr>
        </p:nvSpPr>
        <p:spPr>
          <a:xfrm>
            <a:off x="147484" y="77690"/>
            <a:ext cx="8884428" cy="652617"/>
          </a:xfrm>
        </p:spPr>
        <p:txBody>
          <a:bodyPr/>
          <a:lstStyle/>
          <a:p>
            <a:r>
              <a:rPr lang="en-GB" dirty="0"/>
              <a:t>Why is max. evidence = Occam Razor? </a:t>
            </a:r>
            <a:br>
              <a:rPr lang="en-GB" dirty="0"/>
            </a:br>
            <a:r>
              <a:rPr lang="en-GB" dirty="0"/>
              <a:t>An example with linear regression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66EFA98-0F36-BF18-1B8F-EFAD7AF272E4}"/>
                  </a:ext>
                </a:extLst>
              </p:cNvPr>
              <p:cNvSpPr txBox="1"/>
              <p:nvPr/>
            </p:nvSpPr>
            <p:spPr>
              <a:xfrm>
                <a:off x="1699315" y="1123446"/>
                <a:ext cx="3627148" cy="69371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nary>
                        <m:naryPr>
                          <m:supHide m:val="on"/>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𝜉</m:t>
                          </m:r>
                        </m:sub>
                        <m:sup/>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r>
                                <a:rPr kumimoji="0" lang="en-GB" sz="18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e>
                              <m:sSub>
                                <m:sSub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𝑑</m:t>
                          </m:r>
                          <m:r>
                            <a:rPr kumimoji="0" lang="en-GB"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𝝃</m:t>
                          </m:r>
                        </m:e>
                      </m:nary>
                    </m:oMath>
                  </m:oMathPara>
                </a14:m>
                <a:endParaRPr kumimoji="0" lang="en-GB" sz="1800" b="1"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6" name="TextBox 5">
                <a:extLst>
                  <a:ext uri="{FF2B5EF4-FFF2-40B4-BE49-F238E27FC236}">
                    <a16:creationId xmlns:a16="http://schemas.microsoft.com/office/drawing/2014/main" id="{A66EFA98-0F36-BF18-1B8F-EFAD7AF272E4}"/>
                  </a:ext>
                </a:extLst>
              </p:cNvPr>
              <p:cNvSpPr txBox="1">
                <a:spLocks noRot="1" noChangeAspect="1" noMove="1" noResize="1" noEditPoints="1" noAdjustHandles="1" noChangeArrowheads="1" noChangeShapeType="1" noTextEdit="1"/>
              </p:cNvSpPr>
              <p:nvPr/>
            </p:nvSpPr>
            <p:spPr>
              <a:xfrm>
                <a:off x="1699315" y="1123446"/>
                <a:ext cx="3627148" cy="693716"/>
              </a:xfrm>
              <a:prstGeom prst="rect">
                <a:avLst/>
              </a:prstGeom>
              <a:blipFill>
                <a:blip r:embed="rId3"/>
                <a:stretch>
                  <a:fillRect l="-6620" t="-162500" b="-2285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0E87CC-28F2-37C6-0E97-19B7AFCC5EEE}"/>
                  </a:ext>
                </a:extLst>
              </p:cNvPr>
              <p:cNvSpPr txBox="1"/>
              <p:nvPr/>
            </p:nvSpPr>
            <p:spPr>
              <a:xfrm>
                <a:off x="56044" y="832828"/>
                <a:ext cx="567342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a:ea typeface="+mn-ea"/>
                    <a:cs typeface="+mn-cs"/>
                  </a:rPr>
                  <a:t>Assuming the prior to all models </a:t>
                </a:r>
                <a14:m>
                  <m:oMath xmlns:m="http://schemas.openxmlformats.org/officeDocument/2006/math">
                    <m:sSub>
                      <m:sSub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𝑃</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GB" sz="1800" b="0" i="0" u="none" strike="noStrike" kern="1200" cap="none" spc="0" normalizeH="0" baseline="0" noProof="0" dirty="0">
                    <a:ln>
                      <a:noFill/>
                    </a:ln>
                    <a:solidFill>
                      <a:srgbClr val="000000"/>
                    </a:solidFill>
                    <a:effectLst/>
                    <a:uLnTx/>
                    <a:uFillTx/>
                    <a:latin typeface="Arial"/>
                    <a:ea typeface="+mn-ea"/>
                    <a:cs typeface="+mn-cs"/>
                  </a:rPr>
                  <a:t> is uniform: </a:t>
                </a:r>
              </a:p>
            </p:txBody>
          </p:sp>
        </mc:Choice>
        <mc:Fallback xmlns="">
          <p:sp>
            <p:nvSpPr>
              <p:cNvPr id="8" name="TextBox 7">
                <a:extLst>
                  <a:ext uri="{FF2B5EF4-FFF2-40B4-BE49-F238E27FC236}">
                    <a16:creationId xmlns:a16="http://schemas.microsoft.com/office/drawing/2014/main" id="{8B0E87CC-28F2-37C6-0E97-19B7AFCC5EEE}"/>
                  </a:ext>
                </a:extLst>
              </p:cNvPr>
              <p:cNvSpPr txBox="1">
                <a:spLocks noRot="1" noChangeAspect="1" noMove="1" noResize="1" noEditPoints="1" noAdjustHandles="1" noChangeArrowheads="1" noChangeShapeType="1" noTextEdit="1"/>
              </p:cNvSpPr>
              <p:nvPr/>
            </p:nvSpPr>
            <p:spPr>
              <a:xfrm>
                <a:off x="56044" y="832828"/>
                <a:ext cx="5673424" cy="369332"/>
              </a:xfrm>
              <a:prstGeom prst="rect">
                <a:avLst/>
              </a:prstGeom>
              <a:blipFill>
                <a:blip r:embed="rId4"/>
                <a:stretch>
                  <a:fillRect l="-893" t="-6667" b="-26667"/>
                </a:stretch>
              </a:blipFill>
            </p:spPr>
            <p:txBody>
              <a:bodyPr/>
              <a:lstStyle/>
              <a:p>
                <a:r>
                  <a:rPr lang="en-GB">
                    <a:noFill/>
                  </a:rPr>
                  <a:t> </a:t>
                </a:r>
              </a:p>
            </p:txBody>
          </p:sp>
        </mc:Fallback>
      </mc:AlternateContent>
      <p:sp>
        <p:nvSpPr>
          <p:cNvPr id="19" name="Rectangle 18">
            <a:extLst>
              <a:ext uri="{FF2B5EF4-FFF2-40B4-BE49-F238E27FC236}">
                <a16:creationId xmlns:a16="http://schemas.microsoft.com/office/drawing/2014/main" id="{41685794-B61E-6F9E-7494-122DC9898AEC}"/>
              </a:ext>
            </a:extLst>
          </p:cNvPr>
          <p:cNvSpPr/>
          <p:nvPr/>
        </p:nvSpPr>
        <p:spPr>
          <a:xfrm>
            <a:off x="116314" y="3762576"/>
            <a:ext cx="2235181" cy="127363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B93DF74-B4B1-2FDF-BB72-896AC1EAA281}"/>
                  </a:ext>
                </a:extLst>
              </p:cNvPr>
              <p:cNvSpPr txBox="1"/>
              <p:nvPr/>
            </p:nvSpPr>
            <p:spPr>
              <a:xfrm>
                <a:off x="-138259" y="3762576"/>
                <a:ext cx="1647046" cy="377347"/>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GB" b="1" i="1">
                          <a:solidFill>
                            <a:srgbClr val="000000"/>
                          </a:solidFill>
                          <a:latin typeface="Cambria Math" panose="02040503050406030204" pitchFamily="18" charset="0"/>
                        </a:rPr>
                        <m:t>𝒚</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a:extLst>
                  <a:ext uri="{FF2B5EF4-FFF2-40B4-BE49-F238E27FC236}">
                    <a16:creationId xmlns:a16="http://schemas.microsoft.com/office/drawing/2014/main" id="{4B93DF74-B4B1-2FDF-BB72-896AC1EAA281}"/>
                  </a:ext>
                </a:extLst>
              </p:cNvPr>
              <p:cNvSpPr txBox="1">
                <a:spLocks noRot="1" noChangeAspect="1" noMove="1" noResize="1" noEditPoints="1" noAdjustHandles="1" noChangeArrowheads="1" noChangeShapeType="1" noTextEdit="1"/>
              </p:cNvSpPr>
              <p:nvPr/>
            </p:nvSpPr>
            <p:spPr>
              <a:xfrm>
                <a:off x="-138259" y="3762576"/>
                <a:ext cx="1647046" cy="377347"/>
              </a:xfrm>
              <a:prstGeom prst="rect">
                <a:avLst/>
              </a:prstGeom>
              <a:blipFill>
                <a:blip r:embed="rId5"/>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1853932-1533-8B9F-E6BA-CDBAD56F4180}"/>
                  </a:ext>
                </a:extLst>
              </p:cNvPr>
              <p:cNvSpPr txBox="1"/>
              <p:nvPr/>
            </p:nvSpPr>
            <p:spPr>
              <a:xfrm>
                <a:off x="-57150" y="4078323"/>
                <a:ext cx="74241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1" name="TextBox 20">
                <a:extLst>
                  <a:ext uri="{FF2B5EF4-FFF2-40B4-BE49-F238E27FC236}">
                    <a16:creationId xmlns:a16="http://schemas.microsoft.com/office/drawing/2014/main" id="{FB3DB105-6DE4-F32F-4266-B5EB22A5726A}"/>
                  </a:ext>
                </a:extLst>
              </p:cNvPr>
              <p:cNvSpPr txBox="1">
                <a:spLocks noRot="1" noChangeAspect="1" noMove="1" noResize="1" noEditPoints="1" noAdjustHandles="1" noChangeArrowheads="1" noChangeShapeType="1" noTextEdit="1"/>
              </p:cNvSpPr>
              <p:nvPr/>
            </p:nvSpPr>
            <p:spPr>
              <a:xfrm>
                <a:off x="-57150" y="4078323"/>
                <a:ext cx="742414" cy="369332"/>
              </a:xfrm>
              <a:prstGeom prst="rect">
                <a:avLst/>
              </a:prstGeom>
              <a:blipFill>
                <a:blip r:embed="rId9"/>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D142857-D264-8BAE-9827-0CEAC0D4FBDC}"/>
                  </a:ext>
                </a:extLst>
              </p:cNvPr>
              <p:cNvSpPr txBox="1"/>
              <p:nvPr/>
            </p:nvSpPr>
            <p:spPr>
              <a:xfrm>
                <a:off x="11762" y="4398339"/>
                <a:ext cx="55082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a:extLst>
                  <a:ext uri="{FF2B5EF4-FFF2-40B4-BE49-F238E27FC236}">
                    <a16:creationId xmlns:a16="http://schemas.microsoft.com/office/drawing/2014/main" id="{FA61DFE6-1BD2-80DD-F903-E9F83F4B5AF0}"/>
                  </a:ext>
                </a:extLst>
              </p:cNvPr>
              <p:cNvSpPr txBox="1">
                <a:spLocks noRot="1" noChangeAspect="1" noMove="1" noResize="1" noEditPoints="1" noAdjustHandles="1" noChangeArrowheads="1" noChangeShapeType="1" noTextEdit="1"/>
              </p:cNvSpPr>
              <p:nvPr/>
            </p:nvSpPr>
            <p:spPr>
              <a:xfrm>
                <a:off x="11762" y="4398339"/>
                <a:ext cx="550824" cy="369332"/>
              </a:xfrm>
              <a:prstGeom prst="rect">
                <a:avLst/>
              </a:prstGeom>
              <a:blipFill>
                <a:blip r:embed="rId10"/>
                <a:stretch>
                  <a:fillRect b="-16667"/>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E40C7D84-6BCE-C49A-AA0F-00D9511B9261}"/>
              </a:ext>
            </a:extLst>
          </p:cNvPr>
          <p:cNvSpPr txBox="1"/>
          <p:nvPr/>
        </p:nvSpPr>
        <p:spPr>
          <a:xfrm>
            <a:off x="1192675" y="3825783"/>
            <a:ext cx="56297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24" name="TextBox 23">
            <a:extLst>
              <a:ext uri="{FF2B5EF4-FFF2-40B4-BE49-F238E27FC236}">
                <a16:creationId xmlns:a16="http://schemas.microsoft.com/office/drawing/2014/main" id="{E0FEBB13-CBE9-AEE6-39F0-C2507663D9C0}"/>
              </a:ext>
            </a:extLst>
          </p:cNvPr>
          <p:cNvSpPr txBox="1"/>
          <p:nvPr/>
        </p:nvSpPr>
        <p:spPr>
          <a:xfrm>
            <a:off x="459249" y="4142137"/>
            <a:ext cx="67197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25" name="TextBox 24">
            <a:extLst>
              <a:ext uri="{FF2B5EF4-FFF2-40B4-BE49-F238E27FC236}">
                <a16:creationId xmlns:a16="http://schemas.microsoft.com/office/drawing/2014/main" id="{F834BAF0-0AA2-C547-408A-658E177968D2}"/>
              </a:ext>
            </a:extLst>
          </p:cNvPr>
          <p:cNvSpPr txBox="1"/>
          <p:nvPr/>
        </p:nvSpPr>
        <p:spPr>
          <a:xfrm>
            <a:off x="378803" y="4447655"/>
            <a:ext cx="162576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Fitting parameters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6A968FF-B09D-7BE7-A8D0-4696C9CDC7D2}"/>
                  </a:ext>
                </a:extLst>
              </p:cNvPr>
              <p:cNvSpPr txBox="1"/>
              <p:nvPr/>
            </p:nvSpPr>
            <p:spPr>
              <a:xfrm>
                <a:off x="111770" y="4724865"/>
                <a:ext cx="334903"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6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𝐀</m:t>
                      </m:r>
                    </m:oMath>
                  </m:oMathPara>
                </a14:m>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7" name="TextBox 26">
                <a:extLst>
                  <a:ext uri="{FF2B5EF4-FFF2-40B4-BE49-F238E27FC236}">
                    <a16:creationId xmlns:a16="http://schemas.microsoft.com/office/drawing/2014/main" id="{D02762E0-DE18-9ACE-159A-705254901A8D}"/>
                  </a:ext>
                </a:extLst>
              </p:cNvPr>
              <p:cNvSpPr txBox="1">
                <a:spLocks noRot="1" noChangeAspect="1" noMove="1" noResize="1" noEditPoints="1" noAdjustHandles="1" noChangeArrowheads="1" noChangeShapeType="1" noTextEdit="1"/>
              </p:cNvSpPr>
              <p:nvPr/>
            </p:nvSpPr>
            <p:spPr>
              <a:xfrm>
                <a:off x="111770" y="4724865"/>
                <a:ext cx="334903" cy="338554"/>
              </a:xfrm>
              <a:prstGeom prst="rect">
                <a:avLst/>
              </a:prstGeom>
              <a:blipFill>
                <a:blip r:embed="rId11"/>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1F098890-CB35-E681-6AF3-74FFCFADB079}"/>
              </a:ext>
            </a:extLst>
          </p:cNvPr>
          <p:cNvSpPr txBox="1"/>
          <p:nvPr/>
        </p:nvSpPr>
        <p:spPr>
          <a:xfrm>
            <a:off x="381373" y="4732955"/>
            <a:ext cx="259865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Parameter Covariance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296E532-61C0-A131-BE33-AE31DFF7D3C2}"/>
                  </a:ext>
                </a:extLst>
              </p:cNvPr>
              <p:cNvSpPr txBox="1"/>
              <p:nvPr/>
            </p:nvSpPr>
            <p:spPr>
              <a:xfrm>
                <a:off x="6253226" y="24581"/>
                <a:ext cx="2922755" cy="45781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0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r>
                        <a:rPr kumimoji="0" lang="en-GB" sz="20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m:t>
                      </m:r>
                      <m:sSubSup>
                        <m:sSubSupPr>
                          <m:ctrlP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SupPr>
                        <m:e>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𝜎</m:t>
                          </m:r>
                        </m:e>
                        <m:sub>
                          <m: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𝑝</m:t>
                          </m:r>
                        </m:sub>
                        <m:sup>
                          <m: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2</m:t>
                          </m:r>
                        </m:sup>
                      </m:sSubSup>
                      <m:r>
                        <a:rPr kumimoji="0" lang="en-GB" sz="2000" b="1" i="0"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𝐈</m:t>
                      </m:r>
                      <m:r>
                        <a:rPr kumimoji="0" lang="en-GB" sz="20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m:t>
                      </m:r>
                      <m:sSubSup>
                        <m:sSubSupPr>
                          <m:ctrlP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ea typeface="Cambria Math" panose="02040503050406030204" pitchFamily="18" charset="0"/>
                              <a:cs typeface="+mn-cs"/>
                            </a:rPr>
                          </m:ctrlPr>
                        </m:sSubSupPr>
                        <m:e>
                          <m:r>
                            <a:rPr kumimoji="0" lang="en-GB" sz="2000" b="0"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𝜎</m:t>
                          </m:r>
                        </m:e>
                        <m:sub/>
                        <m:sup>
                          <m: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2</m:t>
                          </m:r>
                        </m:sup>
                      </m:sSubSup>
                      <m:sSup>
                        <m:sSupPr>
                          <m:ctrlP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cs typeface="+mn-cs"/>
                            </a:rPr>
                          </m:ctrlPr>
                        </m:sSupPr>
                        <m:e>
                          <m:sSub>
                            <m:sSubPr>
                              <m:ctrlPr>
                                <a:rPr kumimoji="0" lang="en-GB" sz="2000" b="1" i="1" u="none" strike="noStrike" kern="1200" cap="none" spc="0" normalizeH="0" baseline="0" noProof="0">
                                  <a:ln>
                                    <a:noFill/>
                                  </a:ln>
                                  <a:solidFill>
                                    <a:srgbClr val="BA56FF"/>
                                  </a:solidFill>
                                  <a:effectLst/>
                                  <a:uLnTx/>
                                  <a:uFillTx/>
                                  <a:latin typeface="Cambria Math" panose="02040503050406030204" pitchFamily="18" charset="0"/>
                                  <a:cs typeface="+mn-cs"/>
                                </a:rPr>
                              </m:ctrlPr>
                            </m:sSubPr>
                            <m:e>
                              <m:r>
                                <a:rPr kumimoji="0" lang="en-GB" sz="2000" b="1" i="0" u="none" strike="noStrike" kern="1200" cap="none" spc="0" normalizeH="0" baseline="0" noProof="0">
                                  <a:ln>
                                    <a:noFill/>
                                  </a:ln>
                                  <a:solidFill>
                                    <a:srgbClr val="BA56FF"/>
                                  </a:solidFill>
                                  <a:effectLst/>
                                  <a:uLnTx/>
                                  <a:uFillTx/>
                                  <a:latin typeface="Cambria Math" panose="02040503050406030204" pitchFamily="18" charset="0"/>
                                  <a:cs typeface="+mn-cs"/>
                                </a:rPr>
                                <m:t>𝚯</m:t>
                              </m:r>
                            </m:e>
                            <m:sub>
                              <m:r>
                                <a:rPr kumimoji="0" lang="en-GB" sz="2000" b="1"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ℳ</m:t>
                              </m:r>
                            </m:sub>
                          </m:sSub>
                        </m:e>
                        <m:sup>
                          <m:r>
                            <m:rPr>
                              <m:sty m:val="p"/>
                            </m:rPr>
                            <a:rPr kumimoji="0" lang="en-GB" sz="2000" b="0" i="0" u="none" strike="noStrike" kern="1200" cap="none" spc="0" normalizeH="0" baseline="0" noProof="0" smtClean="0">
                              <a:ln>
                                <a:noFill/>
                              </a:ln>
                              <a:solidFill>
                                <a:srgbClr val="BA56FF"/>
                              </a:solidFill>
                              <a:effectLst/>
                              <a:uLnTx/>
                              <a:uFillTx/>
                              <a:latin typeface="Cambria Math" panose="02040503050406030204" pitchFamily="18" charset="0"/>
                              <a:cs typeface="+mn-cs"/>
                            </a:rPr>
                            <m:t>T</m:t>
                          </m:r>
                        </m:sup>
                      </m:sSup>
                      <m:sSub>
                        <m:sSubPr>
                          <m:ctrlPr>
                            <a:rPr kumimoji="0" lang="en-GB" sz="2000" b="1" i="1" u="none" strike="noStrike" kern="1200" cap="none" spc="0" normalizeH="0" baseline="0" noProof="0">
                              <a:ln>
                                <a:noFill/>
                              </a:ln>
                              <a:solidFill>
                                <a:srgbClr val="BA56FF"/>
                              </a:solidFill>
                              <a:effectLst/>
                              <a:uLnTx/>
                              <a:uFillTx/>
                              <a:latin typeface="Cambria Math" panose="02040503050406030204" pitchFamily="18" charset="0"/>
                              <a:cs typeface="+mn-cs"/>
                            </a:rPr>
                          </m:ctrlPr>
                        </m:sSubPr>
                        <m:e>
                          <m:r>
                            <a:rPr kumimoji="0" lang="en-GB" sz="2000" b="1" i="0" u="none" strike="noStrike" kern="1200" cap="none" spc="0" normalizeH="0" baseline="0" noProof="0">
                              <a:ln>
                                <a:noFill/>
                              </a:ln>
                              <a:solidFill>
                                <a:srgbClr val="BA56FF"/>
                              </a:solidFill>
                              <a:effectLst/>
                              <a:uLnTx/>
                              <a:uFillTx/>
                              <a:latin typeface="Cambria Math" panose="02040503050406030204" pitchFamily="18" charset="0"/>
                              <a:cs typeface="+mn-cs"/>
                            </a:rPr>
                            <m:t>𝚯</m:t>
                          </m:r>
                        </m:e>
                        <m:sub>
                          <m:r>
                            <a:rPr kumimoji="0" lang="en-GB" sz="2000" b="1"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ℳ</m:t>
                          </m:r>
                        </m:sub>
                      </m:sSub>
                    </m:oMath>
                  </m:oMathPara>
                </a14:m>
                <a:endParaRPr kumimoji="0" lang="en-GB" sz="2000" b="0" i="0" u="none" strike="noStrike" kern="1200" cap="none" spc="0" normalizeH="0" baseline="0" noProof="0" dirty="0">
                  <a:ln>
                    <a:noFill/>
                  </a:ln>
                  <a:solidFill>
                    <a:srgbClr val="A88000"/>
                  </a:solidFill>
                  <a:effectLst/>
                  <a:uLnTx/>
                  <a:uFillTx/>
                  <a:latin typeface="Arial"/>
                  <a:cs typeface="+mn-cs"/>
                </a:endParaRPr>
              </a:p>
            </p:txBody>
          </p:sp>
        </mc:Choice>
        <mc:Fallback xmlns="">
          <p:sp>
            <p:nvSpPr>
              <p:cNvPr id="5" name="TextBox 4">
                <a:extLst>
                  <a:ext uri="{FF2B5EF4-FFF2-40B4-BE49-F238E27FC236}">
                    <a16:creationId xmlns:a16="http://schemas.microsoft.com/office/drawing/2014/main" id="{8296E532-61C0-A131-BE33-AE31DFF7D3C2}"/>
                  </a:ext>
                </a:extLst>
              </p:cNvPr>
              <p:cNvSpPr txBox="1">
                <a:spLocks noRot="1" noChangeAspect="1" noMove="1" noResize="1" noEditPoints="1" noAdjustHandles="1" noChangeArrowheads="1" noChangeShapeType="1" noTextEdit="1"/>
              </p:cNvSpPr>
              <p:nvPr/>
            </p:nvSpPr>
            <p:spPr>
              <a:xfrm>
                <a:off x="6253226" y="24581"/>
                <a:ext cx="2922755" cy="457818"/>
              </a:xfrm>
              <a:prstGeom prst="rect">
                <a:avLst/>
              </a:prstGeom>
              <a:blipFill>
                <a:blip r:embed="rId12"/>
                <a:stretch>
                  <a:fillRect b="-54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930EE5C-65B1-2519-56E4-E38F9CA7A061}"/>
                  </a:ext>
                </a:extLst>
              </p:cNvPr>
              <p:cNvSpPr txBox="1"/>
              <p:nvPr/>
            </p:nvSpPr>
            <p:spPr>
              <a:xfrm>
                <a:off x="-40435" y="1242344"/>
                <a:ext cx="2388975"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e>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e>
                      </m:d>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t>𝐷</m:t>
                          </m:r>
                        </m:e>
                        <m:e>
                          <m:sSub>
                            <m:sSub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e>
                      </m:d>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TextBox 17">
                <a:extLst>
                  <a:ext uri="{FF2B5EF4-FFF2-40B4-BE49-F238E27FC236}">
                    <a16:creationId xmlns:a16="http://schemas.microsoft.com/office/drawing/2014/main" id="{C930EE5C-65B1-2519-56E4-E38F9CA7A061}"/>
                  </a:ext>
                </a:extLst>
              </p:cNvPr>
              <p:cNvSpPr txBox="1">
                <a:spLocks noRot="1" noChangeAspect="1" noMove="1" noResize="1" noEditPoints="1" noAdjustHandles="1" noChangeArrowheads="1" noChangeShapeType="1" noTextEdit="1"/>
              </p:cNvSpPr>
              <p:nvPr/>
            </p:nvSpPr>
            <p:spPr>
              <a:xfrm>
                <a:off x="-40435" y="1242344"/>
                <a:ext cx="2388975" cy="369332"/>
              </a:xfrm>
              <a:prstGeom prst="rect">
                <a:avLst/>
              </a:prstGeom>
              <a:blipFill>
                <a:blip r:embed="rId13"/>
                <a:stretch>
                  <a:fillRect b="-3333"/>
                </a:stretch>
              </a:blipFill>
            </p:spPr>
            <p:txBody>
              <a:bodyPr/>
              <a:lstStyle/>
              <a:p>
                <a:r>
                  <a:rPr lang="en-GB">
                    <a:noFill/>
                  </a:rPr>
                  <a:t> </a:t>
                </a:r>
              </a:p>
            </p:txBody>
          </p:sp>
        </mc:Fallback>
      </mc:AlternateContent>
      <p:cxnSp>
        <p:nvCxnSpPr>
          <p:cNvPr id="28" name="Straight Arrow Connector 27">
            <a:extLst>
              <a:ext uri="{FF2B5EF4-FFF2-40B4-BE49-F238E27FC236}">
                <a16:creationId xmlns:a16="http://schemas.microsoft.com/office/drawing/2014/main" id="{2EEC4D29-F3A3-C4E5-9B0D-676FA4AB75D9}"/>
              </a:ext>
            </a:extLst>
          </p:cNvPr>
          <p:cNvCxnSpPr>
            <a:cxnSpLocks/>
          </p:cNvCxnSpPr>
          <p:nvPr/>
        </p:nvCxnSpPr>
        <p:spPr>
          <a:xfrm flipH="1">
            <a:off x="4921153" y="1439995"/>
            <a:ext cx="810620" cy="0"/>
          </a:xfrm>
          <a:prstGeom prst="straightConnector1">
            <a:avLst/>
          </a:prstGeom>
          <a:ln>
            <a:solidFill>
              <a:srgbClr val="FF0000"/>
            </a:solidFill>
            <a:headEnd w="lg" len="lg"/>
            <a:tailEnd type="triangle" w="lg" len="lg"/>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C04C8A1-1BEC-7FE5-2669-329D5E01B3EA}"/>
              </a:ext>
            </a:extLst>
          </p:cNvPr>
          <p:cNvSpPr txBox="1"/>
          <p:nvPr/>
        </p:nvSpPr>
        <p:spPr>
          <a:xfrm>
            <a:off x="5701776" y="1255794"/>
            <a:ext cx="2278316" cy="369332"/>
          </a:xfrm>
          <a:prstGeom prst="rect">
            <a:avLst/>
          </a:prstGeom>
          <a:noFill/>
        </p:spPr>
        <p:txBody>
          <a:bodyPr wrap="square" rtlCol="0">
            <a:spAutoFit/>
          </a:bodyPr>
          <a:lstStyle/>
          <a:p>
            <a:r>
              <a:rPr lang="en-GB" dirty="0">
                <a:solidFill>
                  <a:srgbClr val="FF0000"/>
                </a:solidFill>
              </a:rPr>
              <a:t>Difficult to eval.</a:t>
            </a:r>
          </a:p>
        </p:txBody>
      </p:sp>
      <p:sp>
        <p:nvSpPr>
          <p:cNvPr id="49" name="TextBox 48">
            <a:extLst>
              <a:ext uri="{FF2B5EF4-FFF2-40B4-BE49-F238E27FC236}">
                <a16:creationId xmlns:a16="http://schemas.microsoft.com/office/drawing/2014/main" id="{AED1C582-F4C3-3F21-FC50-2150FE4D9018}"/>
              </a:ext>
            </a:extLst>
          </p:cNvPr>
          <p:cNvSpPr txBox="1"/>
          <p:nvPr/>
        </p:nvSpPr>
        <p:spPr>
          <a:xfrm>
            <a:off x="6612835" y="2902226"/>
            <a:ext cx="184731" cy="369332"/>
          </a:xfrm>
          <a:prstGeom prst="rect">
            <a:avLst/>
          </a:prstGeom>
          <a:noFill/>
        </p:spPr>
        <p:txBody>
          <a:bodyPr wrap="none" rtlCol="0">
            <a:spAutoFit/>
          </a:bodyPr>
          <a:lstStyle/>
          <a:p>
            <a:endParaRPr lang="en-GB" dirty="0"/>
          </a:p>
        </p:txBody>
      </p:sp>
      <p:grpSp>
        <p:nvGrpSpPr>
          <p:cNvPr id="33" name="Group 32">
            <a:extLst>
              <a:ext uri="{FF2B5EF4-FFF2-40B4-BE49-F238E27FC236}">
                <a16:creationId xmlns:a16="http://schemas.microsoft.com/office/drawing/2014/main" id="{F11E6E47-B2D4-BD49-E153-4B66D829A140}"/>
              </a:ext>
            </a:extLst>
          </p:cNvPr>
          <p:cNvGrpSpPr/>
          <p:nvPr/>
        </p:nvGrpSpPr>
        <p:grpSpPr>
          <a:xfrm>
            <a:off x="57760" y="1756491"/>
            <a:ext cx="2411916" cy="1620703"/>
            <a:chOff x="57760" y="1756491"/>
            <a:chExt cx="2411916" cy="1620703"/>
          </a:xfrm>
        </p:grpSpPr>
        <p:pic>
          <p:nvPicPr>
            <p:cNvPr id="3" name="Picture 2">
              <a:extLst>
                <a:ext uri="{FF2B5EF4-FFF2-40B4-BE49-F238E27FC236}">
                  <a16:creationId xmlns:a16="http://schemas.microsoft.com/office/drawing/2014/main" id="{41BA914C-D58D-0A44-C85E-24A00204F6CC}"/>
                </a:ext>
              </a:extLst>
            </p:cNvPr>
            <p:cNvPicPr>
              <a:picLocks noChangeAspect="1"/>
            </p:cNvPicPr>
            <p:nvPr/>
          </p:nvPicPr>
          <p:blipFill>
            <a:blip r:embed="rId14"/>
            <a:srcRect l="6202" r="5396"/>
            <a:stretch>
              <a:fillRect/>
            </a:stretch>
          </p:blipFill>
          <p:spPr>
            <a:xfrm>
              <a:off x="93517" y="2073364"/>
              <a:ext cx="2049056" cy="1303830"/>
            </a:xfrm>
            <a:prstGeom prst="rect">
              <a:avLst/>
            </a:prstGeom>
          </p:spPr>
        </p:pic>
        <p:cxnSp>
          <p:nvCxnSpPr>
            <p:cNvPr id="7" name="Straight Arrow Connector 6">
              <a:extLst>
                <a:ext uri="{FF2B5EF4-FFF2-40B4-BE49-F238E27FC236}">
                  <a16:creationId xmlns:a16="http://schemas.microsoft.com/office/drawing/2014/main" id="{F1AA3DDA-F7C9-C21C-63F3-0CFC8581A7B1}"/>
                </a:ext>
              </a:extLst>
            </p:cNvPr>
            <p:cNvCxnSpPr/>
            <p:nvPr/>
          </p:nvCxnSpPr>
          <p:spPr>
            <a:xfrm>
              <a:off x="904670" y="2725279"/>
              <a:ext cx="498764" cy="0"/>
            </a:xfrm>
            <a:prstGeom prst="straightConnector1">
              <a:avLst/>
            </a:prstGeom>
            <a:ln>
              <a:solidFill>
                <a:srgbClr val="E8B202"/>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242C152-07BE-E91D-CCE8-C8EFA4EABF80}"/>
                    </a:ext>
                  </a:extLst>
                </p:cNvPr>
                <p:cNvSpPr txBox="1"/>
                <p:nvPr/>
              </p:nvSpPr>
              <p:spPr>
                <a:xfrm>
                  <a:off x="995720" y="2717560"/>
                  <a:ext cx="3166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8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oMath>
                    </m:oMathPara>
                  </a14:m>
                  <a:endParaRPr lang="en-GB" dirty="0"/>
                </a:p>
              </p:txBody>
            </p:sp>
          </mc:Choice>
          <mc:Fallback xmlns="">
            <p:sp>
              <p:nvSpPr>
                <p:cNvPr id="11" name="TextBox 10">
                  <a:extLst>
                    <a:ext uri="{FF2B5EF4-FFF2-40B4-BE49-F238E27FC236}">
                      <a16:creationId xmlns:a16="http://schemas.microsoft.com/office/drawing/2014/main" id="{2242C152-07BE-E91D-CCE8-C8EFA4EABF80}"/>
                    </a:ext>
                  </a:extLst>
                </p:cNvPr>
                <p:cNvSpPr txBox="1">
                  <a:spLocks noRot="1" noChangeAspect="1" noMove="1" noResize="1" noEditPoints="1" noAdjustHandles="1" noChangeArrowheads="1" noChangeShapeType="1" noTextEdit="1"/>
                </p:cNvSpPr>
                <p:nvPr/>
              </p:nvSpPr>
              <p:spPr>
                <a:xfrm>
                  <a:off x="995720" y="2717560"/>
                  <a:ext cx="316664" cy="369332"/>
                </a:xfrm>
                <a:prstGeom prst="rect">
                  <a:avLst/>
                </a:prstGeom>
                <a:blipFill>
                  <a:blip r:embed="rId20"/>
                  <a:stretch>
                    <a:fillRect r="-3846"/>
                  </a:stretch>
                </a:blipFill>
              </p:spPr>
              <p:txBody>
                <a:bodyPr/>
                <a:lstStyle/>
                <a:p>
                  <a:r>
                    <a:rPr lang="en-GB">
                      <a:noFill/>
                    </a:rPr>
                    <a:t> </a:t>
                  </a:r>
                </a:p>
              </p:txBody>
            </p:sp>
          </mc:Fallback>
        </mc:AlternateContent>
        <p:sp>
          <p:nvSpPr>
            <p:cNvPr id="13" name="5-point Star 12">
              <a:extLst>
                <a:ext uri="{FF2B5EF4-FFF2-40B4-BE49-F238E27FC236}">
                  <a16:creationId xmlns:a16="http://schemas.microsoft.com/office/drawing/2014/main" id="{E8597606-74A4-F623-2D10-98583CBBBEA0}"/>
                </a:ext>
              </a:extLst>
            </p:cNvPr>
            <p:cNvSpPr/>
            <p:nvPr/>
          </p:nvSpPr>
          <p:spPr>
            <a:xfrm>
              <a:off x="1039565" y="2130885"/>
              <a:ext cx="194339" cy="173812"/>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8584ED8-7237-F1D1-15FC-0169ACF84138}"/>
                    </a:ext>
                  </a:extLst>
                </p:cNvPr>
                <p:cNvSpPr txBox="1"/>
                <p:nvPr/>
              </p:nvSpPr>
              <p:spPr>
                <a:xfrm>
                  <a:off x="1233904" y="2213497"/>
                  <a:ext cx="1235772" cy="246221"/>
                </a:xfrm>
                <a:prstGeom prst="rect">
                  <a:avLst/>
                </a:prstGeom>
                <a:solidFill>
                  <a:srgbClr val="FFFFFF">
                    <a:alpha val="58039"/>
                  </a:srgbClr>
                </a:solid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000" b="0" i="1" u="none" strike="noStrike" kern="1200" cap="none" spc="0" normalizeH="0" baseline="0" noProof="0" smtClean="0">
                            <a:ln>
                              <a:noFill/>
                            </a:ln>
                            <a:solidFill>
                              <a:schemeClr val="accent1"/>
                            </a:solidFill>
                            <a:effectLst/>
                            <a:uLnTx/>
                            <a:uFillTx/>
                            <a:latin typeface="Cambria Math" panose="02040503050406030204" pitchFamily="18" charset="0"/>
                          </a:rPr>
                          <m:t>𝑃</m:t>
                        </m:r>
                        <m:d>
                          <m:dPr>
                            <m:ctrlPr>
                              <a:rPr kumimoji="0" lang="en-GB" sz="1000" b="0" i="1" u="none" strike="noStrike" kern="1200" cap="none" spc="0" normalizeH="0" baseline="0" noProof="0">
                                <a:ln>
                                  <a:noFill/>
                                </a:ln>
                                <a:solidFill>
                                  <a:schemeClr val="accent1"/>
                                </a:solidFill>
                                <a:effectLst/>
                                <a:uLnTx/>
                                <a:uFillTx/>
                                <a:latin typeface="Cambria Math" panose="02040503050406030204" pitchFamily="18" charset="0"/>
                              </a:rPr>
                            </m:ctrlPr>
                          </m:dPr>
                          <m:e>
                            <m:r>
                              <a:rPr kumimoji="0" lang="en-GB" sz="1000" b="0" i="1" u="none" strike="noStrike" kern="1200" cap="none" spc="0" normalizeH="0" baseline="0" noProof="0">
                                <a:ln>
                                  <a:noFill/>
                                </a:ln>
                                <a:solidFill>
                                  <a:schemeClr val="accent1"/>
                                </a:solidFill>
                                <a:effectLst/>
                                <a:uLnTx/>
                                <a:uFillTx/>
                                <a:latin typeface="Cambria Math" panose="02040503050406030204" pitchFamily="18" charset="0"/>
                              </a:rPr>
                              <m:t>𝐷</m:t>
                            </m:r>
                          </m:e>
                          <m:e>
                            <m:sSub>
                              <m:sSubPr>
                                <m:ctrlPr>
                                  <a:rPr kumimoji="0" lang="en-GB" sz="1000" b="1" i="1" u="none" strike="noStrike" kern="1200" cap="none" spc="0" normalizeH="0" baseline="0" noProof="0" smtClean="0">
                                    <a:ln>
                                      <a:noFill/>
                                    </a:ln>
                                    <a:solidFill>
                                      <a:schemeClr val="accent1"/>
                                    </a:solidFill>
                                    <a:effectLst/>
                                    <a:uLnTx/>
                                    <a:uFillTx/>
                                    <a:latin typeface="Cambria Math" panose="02040503050406030204" pitchFamily="18" charset="0"/>
                                  </a:rPr>
                                </m:ctrlPr>
                              </m:sSubPr>
                              <m:e>
                                <m:r>
                                  <a:rPr kumimoji="0" lang="en-GB" sz="1000" b="1" i="1" u="none" strike="noStrike" kern="1200" cap="none" spc="0" normalizeH="0" baseline="0" noProof="0">
                                    <a:ln>
                                      <a:noFill/>
                                    </a:ln>
                                    <a:solidFill>
                                      <a:schemeClr val="accent1"/>
                                    </a:solidFill>
                                    <a:effectLst/>
                                    <a:uLnTx/>
                                    <a:uFillTx/>
                                    <a:latin typeface="Cambria Math" panose="02040503050406030204" pitchFamily="18" charset="0"/>
                                  </a:rPr>
                                  <m:t>𝝃</m:t>
                                </m:r>
                              </m:e>
                              <m:sub>
                                <m:r>
                                  <a:rPr kumimoji="0" lang="en-GB" sz="1000" b="0" i="1" u="none" strike="noStrike" kern="1200" cap="none" spc="0" normalizeH="0" baseline="0" noProof="0" smtClean="0">
                                    <a:ln>
                                      <a:noFill/>
                                    </a:ln>
                                    <a:solidFill>
                                      <a:schemeClr val="accent1"/>
                                    </a:solidFill>
                                    <a:effectLst/>
                                    <a:uLnTx/>
                                    <a:uFillTx/>
                                    <a:latin typeface="Cambria Math" panose="02040503050406030204" pitchFamily="18" charset="0"/>
                                  </a:rPr>
                                  <m:t>𝑀𝐴𝑃</m:t>
                                </m:r>
                              </m:sub>
                            </m:sSub>
                            <m:r>
                              <a:rPr kumimoji="0" lang="en-GB" sz="10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rPr>
                              <m:t> </m:t>
                            </m:r>
                          </m:e>
                        </m:d>
                        <m: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𝑃</m:t>
                        </m:r>
                        <m:d>
                          <m:dPr>
                            <m:ctrlP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dPr>
                          <m:e>
                            <m:sSub>
                              <m:sSubPr>
                                <m:ctrlP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sSubPr>
                              <m:e>
                                <m:r>
                                  <a:rPr kumimoji="0" lang="en-GB" sz="1000" b="1"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𝝃</m:t>
                                </m:r>
                              </m:e>
                              <m:sub>
                                <m: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𝑀𝐴𝑃</m:t>
                                </m:r>
                              </m:sub>
                            </m:sSub>
                          </m:e>
                        </m:d>
                      </m:oMath>
                    </m:oMathPara>
                  </a14:m>
                  <a:endParaRPr lang="en-GB" sz="1000" dirty="0"/>
                </a:p>
              </p:txBody>
            </p:sp>
          </mc:Choice>
          <mc:Fallback xmlns="">
            <p:sp>
              <p:nvSpPr>
                <p:cNvPr id="31" name="TextBox 30">
                  <a:extLst>
                    <a:ext uri="{FF2B5EF4-FFF2-40B4-BE49-F238E27FC236}">
                      <a16:creationId xmlns:a16="http://schemas.microsoft.com/office/drawing/2014/main" id="{A8584ED8-7237-F1D1-15FC-0169ACF84138}"/>
                    </a:ext>
                  </a:extLst>
                </p:cNvPr>
                <p:cNvSpPr txBox="1">
                  <a:spLocks noRot="1" noChangeAspect="1" noMove="1" noResize="1" noEditPoints="1" noAdjustHandles="1" noChangeArrowheads="1" noChangeShapeType="1" noTextEdit="1"/>
                </p:cNvSpPr>
                <p:nvPr/>
              </p:nvSpPr>
              <p:spPr>
                <a:xfrm>
                  <a:off x="1233904" y="2213497"/>
                  <a:ext cx="1235772" cy="246221"/>
                </a:xfrm>
                <a:prstGeom prst="rect">
                  <a:avLst/>
                </a:prstGeom>
                <a:blipFill>
                  <a:blip r:embed="rId21"/>
                  <a:stretch>
                    <a:fillRect b="-10000"/>
                  </a:stretch>
                </a:blipFill>
              </p:spPr>
              <p:txBody>
                <a:bodyPr/>
                <a:lstStyle/>
                <a:p>
                  <a:r>
                    <a:rPr lang="en-GB">
                      <a:noFill/>
                    </a:rPr>
                    <a:t> </a:t>
                  </a:r>
                </a:p>
              </p:txBody>
            </p:sp>
          </mc:Fallback>
        </mc:AlternateContent>
        <p:sp>
          <p:nvSpPr>
            <p:cNvPr id="32" name="TextBox 31">
              <a:extLst>
                <a:ext uri="{FF2B5EF4-FFF2-40B4-BE49-F238E27FC236}">
                  <a16:creationId xmlns:a16="http://schemas.microsoft.com/office/drawing/2014/main" id="{60A9FDE7-8BB1-DE5A-ED8C-E93D5DF8E048}"/>
                </a:ext>
              </a:extLst>
            </p:cNvPr>
            <p:cNvSpPr txBox="1"/>
            <p:nvPr/>
          </p:nvSpPr>
          <p:spPr>
            <a:xfrm>
              <a:off x="57760" y="1756491"/>
              <a:ext cx="950901" cy="307777"/>
            </a:xfrm>
            <a:prstGeom prst="rect">
              <a:avLst/>
            </a:prstGeom>
            <a:noFill/>
          </p:spPr>
          <p:txBody>
            <a:bodyPr wrap="none" rtlCol="0">
              <a:spAutoFit/>
            </a:bodyPr>
            <a:lstStyle/>
            <a:p>
              <a:r>
                <a:rPr lang="en-GB" sz="1400" u="sng" dirty="0">
                  <a:solidFill>
                    <a:srgbClr val="FF0000"/>
                  </a:solidFill>
                </a:rPr>
                <a:t>Posterior:</a:t>
              </a:r>
            </a:p>
          </p:txBody>
        </p:sp>
      </p:grpSp>
    </p:spTree>
    <p:extLst>
      <p:ext uri="{BB962C8B-B14F-4D97-AF65-F5344CB8AC3E}">
        <p14:creationId xmlns:p14="http://schemas.microsoft.com/office/powerpoint/2010/main" val="92720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16138-AB46-D98E-9895-B87CEF0D7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50FB4-4717-FC74-D852-50F0AC0680B0}"/>
              </a:ext>
            </a:extLst>
          </p:cNvPr>
          <p:cNvSpPr>
            <a:spLocks noGrp="1"/>
          </p:cNvSpPr>
          <p:nvPr>
            <p:ph type="title"/>
          </p:nvPr>
        </p:nvSpPr>
        <p:spPr>
          <a:xfrm>
            <a:off x="147484" y="77690"/>
            <a:ext cx="8884428" cy="652617"/>
          </a:xfrm>
        </p:spPr>
        <p:txBody>
          <a:bodyPr/>
          <a:lstStyle/>
          <a:p>
            <a:r>
              <a:rPr lang="en-GB" dirty="0"/>
              <a:t>Why is max. evidence = Occam Razor? </a:t>
            </a:r>
            <a:br>
              <a:rPr lang="en-GB" dirty="0"/>
            </a:br>
            <a:r>
              <a:rPr lang="en-GB" dirty="0"/>
              <a:t>An example with linear regression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BDAC03-8EEC-3F2E-0100-B63C8D3D08C9}"/>
                  </a:ext>
                </a:extLst>
              </p:cNvPr>
              <p:cNvSpPr txBox="1"/>
              <p:nvPr/>
            </p:nvSpPr>
            <p:spPr>
              <a:xfrm>
                <a:off x="1699315" y="1123446"/>
                <a:ext cx="3627148" cy="69371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nary>
                        <m:naryPr>
                          <m:supHide m:val="on"/>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𝜉</m:t>
                          </m:r>
                        </m:sub>
                        <m:sup/>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r>
                                <a:rPr kumimoji="0" lang="en-GB" sz="18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e>
                              <m:sSub>
                                <m:sSub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𝑑</m:t>
                          </m:r>
                          <m:r>
                            <a:rPr kumimoji="0" lang="en-GB"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𝝃</m:t>
                          </m:r>
                        </m:e>
                      </m:nary>
                    </m:oMath>
                  </m:oMathPara>
                </a14:m>
                <a:endParaRPr kumimoji="0" lang="en-GB" sz="1800" b="1"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6" name="TextBox 5">
                <a:extLst>
                  <a:ext uri="{FF2B5EF4-FFF2-40B4-BE49-F238E27FC236}">
                    <a16:creationId xmlns:a16="http://schemas.microsoft.com/office/drawing/2014/main" id="{A66EFA98-0F36-BF18-1B8F-EFAD7AF272E4}"/>
                  </a:ext>
                </a:extLst>
              </p:cNvPr>
              <p:cNvSpPr txBox="1">
                <a:spLocks noRot="1" noChangeAspect="1" noMove="1" noResize="1" noEditPoints="1" noAdjustHandles="1" noChangeArrowheads="1" noChangeShapeType="1" noTextEdit="1"/>
              </p:cNvSpPr>
              <p:nvPr/>
            </p:nvSpPr>
            <p:spPr>
              <a:xfrm>
                <a:off x="1699315" y="1123446"/>
                <a:ext cx="3627148" cy="693716"/>
              </a:xfrm>
              <a:prstGeom prst="rect">
                <a:avLst/>
              </a:prstGeom>
              <a:blipFill>
                <a:blip r:embed="rId3"/>
                <a:stretch>
                  <a:fillRect l="-6620" t="-162500" b="-2285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76CC5E-406F-5CC8-8E04-37143A01CE03}"/>
                  </a:ext>
                </a:extLst>
              </p:cNvPr>
              <p:cNvSpPr txBox="1"/>
              <p:nvPr/>
            </p:nvSpPr>
            <p:spPr>
              <a:xfrm>
                <a:off x="56044" y="832828"/>
                <a:ext cx="567342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a:ea typeface="+mn-ea"/>
                    <a:cs typeface="+mn-cs"/>
                  </a:rPr>
                  <a:t>Assuming the prior to all models </a:t>
                </a:r>
                <a14:m>
                  <m:oMath xmlns:m="http://schemas.openxmlformats.org/officeDocument/2006/math">
                    <m:sSub>
                      <m:sSub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𝑃</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GB" sz="1800" b="0" i="0" u="none" strike="noStrike" kern="1200" cap="none" spc="0" normalizeH="0" baseline="0" noProof="0" dirty="0">
                    <a:ln>
                      <a:noFill/>
                    </a:ln>
                    <a:solidFill>
                      <a:srgbClr val="000000"/>
                    </a:solidFill>
                    <a:effectLst/>
                    <a:uLnTx/>
                    <a:uFillTx/>
                    <a:latin typeface="Arial"/>
                    <a:ea typeface="+mn-ea"/>
                    <a:cs typeface="+mn-cs"/>
                  </a:rPr>
                  <a:t> is uniform: </a:t>
                </a:r>
              </a:p>
            </p:txBody>
          </p:sp>
        </mc:Choice>
        <mc:Fallback xmlns="">
          <p:sp>
            <p:nvSpPr>
              <p:cNvPr id="8" name="TextBox 7">
                <a:extLst>
                  <a:ext uri="{FF2B5EF4-FFF2-40B4-BE49-F238E27FC236}">
                    <a16:creationId xmlns:a16="http://schemas.microsoft.com/office/drawing/2014/main" id="{8B0E87CC-28F2-37C6-0E97-19B7AFCC5EEE}"/>
                  </a:ext>
                </a:extLst>
              </p:cNvPr>
              <p:cNvSpPr txBox="1">
                <a:spLocks noRot="1" noChangeAspect="1" noMove="1" noResize="1" noEditPoints="1" noAdjustHandles="1" noChangeArrowheads="1" noChangeShapeType="1" noTextEdit="1"/>
              </p:cNvSpPr>
              <p:nvPr/>
            </p:nvSpPr>
            <p:spPr>
              <a:xfrm>
                <a:off x="56044" y="832828"/>
                <a:ext cx="5673424" cy="369332"/>
              </a:xfrm>
              <a:prstGeom prst="rect">
                <a:avLst/>
              </a:prstGeom>
              <a:blipFill>
                <a:blip r:embed="rId4"/>
                <a:stretch>
                  <a:fillRect l="-893"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8266376-63F6-EE8F-6CED-9BA1D6E3D5E1}"/>
                  </a:ext>
                </a:extLst>
              </p:cNvPr>
              <p:cNvSpPr txBox="1"/>
              <p:nvPr/>
            </p:nvSpPr>
            <p:spPr>
              <a:xfrm>
                <a:off x="2142573" y="1651013"/>
                <a:ext cx="6571351" cy="79028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𝑀𝐴𝑃</m:t>
                              </m:r>
                            </m:sub>
                          </m:s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    </m:t>
                      </m:r>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sSub>
                            <m:sSubPr>
                              <m:ctrlP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sub>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𝑀𝐴𝑃</m:t>
                              </m:r>
                            </m:sub>
                          </m:sSub>
                        </m:e>
                        <m:e>
                          <m:sSub>
                            <m:sSub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     </m:t>
                      </m:r>
                      <m:sSup>
                        <m:sSup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sSupPr>
                        <m:e>
                          <m:d>
                            <m:dPr>
                              <m:begChr m:val="["/>
                              <m:endChr m:val="]"/>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unc>
                                <m:func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det</m:t>
                                  </m:r>
                                </m:fName>
                                <m:e>
                                  <m:d>
                                    <m:d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
                                        <m:f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Pr>
                                        <m:num>
                                          <m:r>
                                            <a:rPr kumimoji="0" lang="en-GB" sz="24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num>
                                        <m:den>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𝜋</m:t>
                                          </m:r>
                                        </m:den>
                                      </m:f>
                                    </m:e>
                                  </m:d>
                                </m:e>
                              </m:func>
                            </m:e>
                          </m:d>
                        </m:e>
                        <m:sup>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−1/2</m:t>
                          </m:r>
                        </m:sup>
                      </m:sSup>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a:extLst>
                  <a:ext uri="{FF2B5EF4-FFF2-40B4-BE49-F238E27FC236}">
                    <a16:creationId xmlns:a16="http://schemas.microsoft.com/office/drawing/2014/main" id="{E4AB4AEF-9746-5F21-2BD6-4C7258CFD4E9}"/>
                  </a:ext>
                </a:extLst>
              </p:cNvPr>
              <p:cNvSpPr txBox="1">
                <a:spLocks noRot="1" noChangeAspect="1" noMove="1" noResize="1" noEditPoints="1" noAdjustHandles="1" noChangeArrowheads="1" noChangeShapeType="1" noTextEdit="1"/>
              </p:cNvSpPr>
              <p:nvPr/>
            </p:nvSpPr>
            <p:spPr>
              <a:xfrm>
                <a:off x="2142573" y="1651013"/>
                <a:ext cx="6571351" cy="790281"/>
              </a:xfrm>
              <a:prstGeom prst="rect">
                <a:avLst/>
              </a:prstGeom>
              <a:blipFill>
                <a:blip r:embed="rId5"/>
                <a:stretch>
                  <a:fillRect b="-12903"/>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C6346B73-2758-FAF4-ECBE-5AA7EBE7A323}"/>
              </a:ext>
            </a:extLst>
          </p:cNvPr>
          <p:cNvSpPr txBox="1"/>
          <p:nvPr/>
        </p:nvSpPr>
        <p:spPr>
          <a:xfrm>
            <a:off x="2511980" y="2447393"/>
            <a:ext cx="1872629"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3E74"/>
                </a:solidFill>
                <a:effectLst/>
                <a:uLnTx/>
                <a:uFillTx/>
                <a:latin typeface="Arial"/>
                <a:ea typeface="+mn-ea"/>
                <a:cs typeface="+mn-cs"/>
              </a:rPr>
              <a:t>Likelihood @ MAP</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479F8D0-175C-F4AD-08E2-F574DFD478B1}"/>
                  </a:ext>
                </a:extLst>
              </p:cNvPr>
              <p:cNvSpPr txBox="1"/>
              <p:nvPr/>
            </p:nvSpPr>
            <p:spPr>
              <a:xfrm>
                <a:off x="6315022" y="2447393"/>
                <a:ext cx="279916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A88000"/>
                    </a:solidFill>
                    <a:effectLst/>
                    <a:uLnTx/>
                    <a:uFillTx/>
                    <a:latin typeface="Arial"/>
                    <a:ea typeface="+mn-ea"/>
                    <a:cs typeface="+mn-cs"/>
                  </a:rPr>
                  <a:t>Uncertainty in </a:t>
                </a:r>
                <a14:m>
                  <m:oMath xmlns:m="http://schemas.openxmlformats.org/officeDocument/2006/math">
                    <m:r>
                      <a:rPr kumimoji="0" lang="en-GB" sz="1600" b="1" i="1" u="none" strike="noStrike" kern="1200" cap="none" spc="0" normalizeH="0" baseline="0" noProof="0" smtClean="0">
                        <a:ln>
                          <a:noFill/>
                        </a:ln>
                        <a:solidFill>
                          <a:srgbClr val="A88000"/>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A88000"/>
                    </a:solidFill>
                    <a:effectLst/>
                    <a:uLnTx/>
                    <a:uFillTx/>
                    <a:latin typeface="Arial"/>
                    <a:ea typeface="+mn-ea"/>
                    <a:cs typeface="+mn-cs"/>
                  </a:rPr>
                  <a:t> around MAP</a:t>
                </a:r>
              </a:p>
            </p:txBody>
          </p:sp>
        </mc:Choice>
        <mc:Fallback xmlns="">
          <p:sp>
            <p:nvSpPr>
              <p:cNvPr id="14" name="TextBox 13">
                <a:extLst>
                  <a:ext uri="{FF2B5EF4-FFF2-40B4-BE49-F238E27FC236}">
                    <a16:creationId xmlns:a16="http://schemas.microsoft.com/office/drawing/2014/main" id="{0B36EDAE-BD3D-CE14-4B59-100081F0C566}"/>
                  </a:ext>
                </a:extLst>
              </p:cNvPr>
              <p:cNvSpPr txBox="1">
                <a:spLocks noRot="1" noChangeAspect="1" noMove="1" noResize="1" noEditPoints="1" noAdjustHandles="1" noChangeArrowheads="1" noChangeShapeType="1" noTextEdit="1"/>
              </p:cNvSpPr>
              <p:nvPr/>
            </p:nvSpPr>
            <p:spPr>
              <a:xfrm>
                <a:off x="6315022" y="2447393"/>
                <a:ext cx="2799164" cy="338554"/>
              </a:xfrm>
              <a:prstGeom prst="rect">
                <a:avLst/>
              </a:prstGeom>
              <a:blipFill>
                <a:blip r:embed="rId6"/>
                <a:stretch>
                  <a:fillRect l="-1357" t="-3571" r="-452" b="-25000"/>
                </a:stretch>
              </a:blipFill>
            </p:spPr>
            <p:txBody>
              <a:bodyPr/>
              <a:lstStyle/>
              <a:p>
                <a:r>
                  <a:rPr lang="en-GB">
                    <a:noFill/>
                  </a:rPr>
                  <a:t> </a:t>
                </a:r>
              </a:p>
            </p:txBody>
          </p:sp>
        </mc:Fallback>
      </mc:AlternateContent>
      <p:sp>
        <p:nvSpPr>
          <p:cNvPr id="19" name="Rectangle 18">
            <a:extLst>
              <a:ext uri="{FF2B5EF4-FFF2-40B4-BE49-F238E27FC236}">
                <a16:creationId xmlns:a16="http://schemas.microsoft.com/office/drawing/2014/main" id="{B37BA628-DC4A-983B-E5F6-8E6340A2BC6D}"/>
              </a:ext>
            </a:extLst>
          </p:cNvPr>
          <p:cNvSpPr/>
          <p:nvPr/>
        </p:nvSpPr>
        <p:spPr>
          <a:xfrm>
            <a:off x="116314" y="3762576"/>
            <a:ext cx="2235181" cy="127363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D05D24B-E747-758B-8E9C-7F1ED0D59305}"/>
                  </a:ext>
                </a:extLst>
              </p:cNvPr>
              <p:cNvSpPr txBox="1"/>
              <p:nvPr/>
            </p:nvSpPr>
            <p:spPr>
              <a:xfrm>
                <a:off x="-138259" y="3762576"/>
                <a:ext cx="1647046" cy="377347"/>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GB" b="1" i="1">
                          <a:solidFill>
                            <a:srgbClr val="000000"/>
                          </a:solidFill>
                          <a:latin typeface="Cambria Math" panose="02040503050406030204" pitchFamily="18" charset="0"/>
                        </a:rPr>
                        <m:t>𝒚</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a:extLst>
                  <a:ext uri="{FF2B5EF4-FFF2-40B4-BE49-F238E27FC236}">
                    <a16:creationId xmlns:a16="http://schemas.microsoft.com/office/drawing/2014/main" id="{CD05D24B-E747-758B-8E9C-7F1ED0D59305}"/>
                  </a:ext>
                </a:extLst>
              </p:cNvPr>
              <p:cNvSpPr txBox="1">
                <a:spLocks noRot="1" noChangeAspect="1" noMove="1" noResize="1" noEditPoints="1" noAdjustHandles="1" noChangeArrowheads="1" noChangeShapeType="1" noTextEdit="1"/>
              </p:cNvSpPr>
              <p:nvPr/>
            </p:nvSpPr>
            <p:spPr>
              <a:xfrm>
                <a:off x="-138259" y="3762576"/>
                <a:ext cx="1647046" cy="377347"/>
              </a:xfrm>
              <a:prstGeom prst="rect">
                <a:avLst/>
              </a:prstGeom>
              <a:blipFill>
                <a:blip r:embed="rId5"/>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6EA866B-E6EC-CEE6-5F8D-D5CC6C728BAE}"/>
                  </a:ext>
                </a:extLst>
              </p:cNvPr>
              <p:cNvSpPr txBox="1"/>
              <p:nvPr/>
            </p:nvSpPr>
            <p:spPr>
              <a:xfrm>
                <a:off x="-57150" y="4078323"/>
                <a:ext cx="74241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1" name="TextBox 20">
                <a:extLst>
                  <a:ext uri="{FF2B5EF4-FFF2-40B4-BE49-F238E27FC236}">
                    <a16:creationId xmlns:a16="http://schemas.microsoft.com/office/drawing/2014/main" id="{FB3DB105-6DE4-F32F-4266-B5EB22A5726A}"/>
                  </a:ext>
                </a:extLst>
              </p:cNvPr>
              <p:cNvSpPr txBox="1">
                <a:spLocks noRot="1" noChangeAspect="1" noMove="1" noResize="1" noEditPoints="1" noAdjustHandles="1" noChangeArrowheads="1" noChangeShapeType="1" noTextEdit="1"/>
              </p:cNvSpPr>
              <p:nvPr/>
            </p:nvSpPr>
            <p:spPr>
              <a:xfrm>
                <a:off x="-57150" y="4078323"/>
                <a:ext cx="742414" cy="369332"/>
              </a:xfrm>
              <a:prstGeom prst="rect">
                <a:avLst/>
              </a:prstGeom>
              <a:blipFill>
                <a:blip r:embed="rId9"/>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DDFB80A-B54B-32C4-9A8B-B94F2443807C}"/>
                  </a:ext>
                </a:extLst>
              </p:cNvPr>
              <p:cNvSpPr txBox="1"/>
              <p:nvPr/>
            </p:nvSpPr>
            <p:spPr>
              <a:xfrm>
                <a:off x="11762" y="4398339"/>
                <a:ext cx="55082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a:extLst>
                  <a:ext uri="{FF2B5EF4-FFF2-40B4-BE49-F238E27FC236}">
                    <a16:creationId xmlns:a16="http://schemas.microsoft.com/office/drawing/2014/main" id="{FA61DFE6-1BD2-80DD-F903-E9F83F4B5AF0}"/>
                  </a:ext>
                </a:extLst>
              </p:cNvPr>
              <p:cNvSpPr txBox="1">
                <a:spLocks noRot="1" noChangeAspect="1" noMove="1" noResize="1" noEditPoints="1" noAdjustHandles="1" noChangeArrowheads="1" noChangeShapeType="1" noTextEdit="1"/>
              </p:cNvSpPr>
              <p:nvPr/>
            </p:nvSpPr>
            <p:spPr>
              <a:xfrm>
                <a:off x="11762" y="4398339"/>
                <a:ext cx="550824" cy="369332"/>
              </a:xfrm>
              <a:prstGeom prst="rect">
                <a:avLst/>
              </a:prstGeom>
              <a:blipFill>
                <a:blip r:embed="rId10"/>
                <a:stretch>
                  <a:fillRect b="-16667"/>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A7CA25D0-1F17-15BC-4F78-FE3D0C814F4F}"/>
              </a:ext>
            </a:extLst>
          </p:cNvPr>
          <p:cNvSpPr txBox="1"/>
          <p:nvPr/>
        </p:nvSpPr>
        <p:spPr>
          <a:xfrm>
            <a:off x="1192675" y="3825783"/>
            <a:ext cx="56297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24" name="TextBox 23">
            <a:extLst>
              <a:ext uri="{FF2B5EF4-FFF2-40B4-BE49-F238E27FC236}">
                <a16:creationId xmlns:a16="http://schemas.microsoft.com/office/drawing/2014/main" id="{A48D88C8-2180-997A-E0B7-E906B1258E46}"/>
              </a:ext>
            </a:extLst>
          </p:cNvPr>
          <p:cNvSpPr txBox="1"/>
          <p:nvPr/>
        </p:nvSpPr>
        <p:spPr>
          <a:xfrm>
            <a:off x="459249" y="4142137"/>
            <a:ext cx="67197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25" name="TextBox 24">
            <a:extLst>
              <a:ext uri="{FF2B5EF4-FFF2-40B4-BE49-F238E27FC236}">
                <a16:creationId xmlns:a16="http://schemas.microsoft.com/office/drawing/2014/main" id="{51892FA4-EE72-46AE-791A-46018179EFA4}"/>
              </a:ext>
            </a:extLst>
          </p:cNvPr>
          <p:cNvSpPr txBox="1"/>
          <p:nvPr/>
        </p:nvSpPr>
        <p:spPr>
          <a:xfrm>
            <a:off x="378803" y="4447655"/>
            <a:ext cx="162576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Fitting parameters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0ADD3A7-3CD4-ED92-A14B-1923456910A8}"/>
                  </a:ext>
                </a:extLst>
              </p:cNvPr>
              <p:cNvSpPr txBox="1"/>
              <p:nvPr/>
            </p:nvSpPr>
            <p:spPr>
              <a:xfrm>
                <a:off x="111770" y="4724865"/>
                <a:ext cx="334903"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6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𝐀</m:t>
                      </m:r>
                    </m:oMath>
                  </m:oMathPara>
                </a14:m>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7" name="TextBox 26">
                <a:extLst>
                  <a:ext uri="{FF2B5EF4-FFF2-40B4-BE49-F238E27FC236}">
                    <a16:creationId xmlns:a16="http://schemas.microsoft.com/office/drawing/2014/main" id="{D02762E0-DE18-9ACE-159A-705254901A8D}"/>
                  </a:ext>
                </a:extLst>
              </p:cNvPr>
              <p:cNvSpPr txBox="1">
                <a:spLocks noRot="1" noChangeAspect="1" noMove="1" noResize="1" noEditPoints="1" noAdjustHandles="1" noChangeArrowheads="1" noChangeShapeType="1" noTextEdit="1"/>
              </p:cNvSpPr>
              <p:nvPr/>
            </p:nvSpPr>
            <p:spPr>
              <a:xfrm>
                <a:off x="111770" y="4724865"/>
                <a:ext cx="334903" cy="338554"/>
              </a:xfrm>
              <a:prstGeom prst="rect">
                <a:avLst/>
              </a:prstGeom>
              <a:blipFill>
                <a:blip r:embed="rId11"/>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51C65DDE-1D80-49F3-DB6A-FE98D0543627}"/>
              </a:ext>
            </a:extLst>
          </p:cNvPr>
          <p:cNvSpPr txBox="1"/>
          <p:nvPr/>
        </p:nvSpPr>
        <p:spPr>
          <a:xfrm>
            <a:off x="381373" y="4732955"/>
            <a:ext cx="259865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Parameter Covariance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4529462-855E-87FC-55C5-933E094FAA68}"/>
                  </a:ext>
                </a:extLst>
              </p:cNvPr>
              <p:cNvSpPr txBox="1"/>
              <p:nvPr/>
            </p:nvSpPr>
            <p:spPr>
              <a:xfrm>
                <a:off x="6253226" y="24581"/>
                <a:ext cx="2922755" cy="45781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0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r>
                        <a:rPr kumimoji="0" lang="en-GB" sz="20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m:t>
                      </m:r>
                      <m:sSubSup>
                        <m:sSubSupPr>
                          <m:ctrlP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SupPr>
                        <m:e>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𝜎</m:t>
                          </m:r>
                        </m:e>
                        <m:sub>
                          <m: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𝑝</m:t>
                          </m:r>
                        </m:sub>
                        <m:sup>
                          <m: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2</m:t>
                          </m:r>
                        </m:sup>
                      </m:sSubSup>
                      <m:r>
                        <a:rPr kumimoji="0" lang="en-GB" sz="2000" b="1" i="0"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𝐈</m:t>
                      </m:r>
                      <m:r>
                        <a:rPr kumimoji="0" lang="en-GB" sz="20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m:t>
                      </m:r>
                      <m:sSubSup>
                        <m:sSubSupPr>
                          <m:ctrlP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ea typeface="Cambria Math" panose="02040503050406030204" pitchFamily="18" charset="0"/>
                              <a:cs typeface="+mn-cs"/>
                            </a:rPr>
                          </m:ctrlPr>
                        </m:sSubSupPr>
                        <m:e>
                          <m:r>
                            <a:rPr kumimoji="0" lang="en-GB" sz="2000" b="0"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𝜎</m:t>
                          </m:r>
                        </m:e>
                        <m:sub/>
                        <m:sup>
                          <m: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2</m:t>
                          </m:r>
                        </m:sup>
                      </m:sSubSup>
                      <m:sSup>
                        <m:sSupPr>
                          <m:ctrlP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cs typeface="+mn-cs"/>
                            </a:rPr>
                          </m:ctrlPr>
                        </m:sSupPr>
                        <m:e>
                          <m:sSub>
                            <m:sSubPr>
                              <m:ctrlPr>
                                <a:rPr kumimoji="0" lang="en-GB" sz="2000" b="1" i="1" u="none" strike="noStrike" kern="1200" cap="none" spc="0" normalizeH="0" baseline="0" noProof="0">
                                  <a:ln>
                                    <a:noFill/>
                                  </a:ln>
                                  <a:solidFill>
                                    <a:srgbClr val="BA56FF"/>
                                  </a:solidFill>
                                  <a:effectLst/>
                                  <a:uLnTx/>
                                  <a:uFillTx/>
                                  <a:latin typeface="Cambria Math" panose="02040503050406030204" pitchFamily="18" charset="0"/>
                                  <a:cs typeface="+mn-cs"/>
                                </a:rPr>
                              </m:ctrlPr>
                            </m:sSubPr>
                            <m:e>
                              <m:r>
                                <a:rPr kumimoji="0" lang="en-GB" sz="2000" b="1" i="0" u="none" strike="noStrike" kern="1200" cap="none" spc="0" normalizeH="0" baseline="0" noProof="0">
                                  <a:ln>
                                    <a:noFill/>
                                  </a:ln>
                                  <a:solidFill>
                                    <a:srgbClr val="BA56FF"/>
                                  </a:solidFill>
                                  <a:effectLst/>
                                  <a:uLnTx/>
                                  <a:uFillTx/>
                                  <a:latin typeface="Cambria Math" panose="02040503050406030204" pitchFamily="18" charset="0"/>
                                  <a:cs typeface="+mn-cs"/>
                                </a:rPr>
                                <m:t>𝚯</m:t>
                              </m:r>
                            </m:e>
                            <m:sub>
                              <m:r>
                                <a:rPr kumimoji="0" lang="en-GB" sz="2000" b="1"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ℳ</m:t>
                              </m:r>
                            </m:sub>
                          </m:sSub>
                        </m:e>
                        <m:sup>
                          <m:r>
                            <m:rPr>
                              <m:sty m:val="p"/>
                            </m:rPr>
                            <a:rPr kumimoji="0" lang="en-GB" sz="2000" b="0" i="0" u="none" strike="noStrike" kern="1200" cap="none" spc="0" normalizeH="0" baseline="0" noProof="0" smtClean="0">
                              <a:ln>
                                <a:noFill/>
                              </a:ln>
                              <a:solidFill>
                                <a:srgbClr val="BA56FF"/>
                              </a:solidFill>
                              <a:effectLst/>
                              <a:uLnTx/>
                              <a:uFillTx/>
                              <a:latin typeface="Cambria Math" panose="02040503050406030204" pitchFamily="18" charset="0"/>
                              <a:cs typeface="+mn-cs"/>
                            </a:rPr>
                            <m:t>T</m:t>
                          </m:r>
                        </m:sup>
                      </m:sSup>
                      <m:sSub>
                        <m:sSubPr>
                          <m:ctrlPr>
                            <a:rPr kumimoji="0" lang="en-GB" sz="2000" b="1" i="1" u="none" strike="noStrike" kern="1200" cap="none" spc="0" normalizeH="0" baseline="0" noProof="0">
                              <a:ln>
                                <a:noFill/>
                              </a:ln>
                              <a:solidFill>
                                <a:srgbClr val="BA56FF"/>
                              </a:solidFill>
                              <a:effectLst/>
                              <a:uLnTx/>
                              <a:uFillTx/>
                              <a:latin typeface="Cambria Math" panose="02040503050406030204" pitchFamily="18" charset="0"/>
                              <a:cs typeface="+mn-cs"/>
                            </a:rPr>
                          </m:ctrlPr>
                        </m:sSubPr>
                        <m:e>
                          <m:r>
                            <a:rPr kumimoji="0" lang="en-GB" sz="2000" b="1" i="0" u="none" strike="noStrike" kern="1200" cap="none" spc="0" normalizeH="0" baseline="0" noProof="0">
                              <a:ln>
                                <a:noFill/>
                              </a:ln>
                              <a:solidFill>
                                <a:srgbClr val="BA56FF"/>
                              </a:solidFill>
                              <a:effectLst/>
                              <a:uLnTx/>
                              <a:uFillTx/>
                              <a:latin typeface="Cambria Math" panose="02040503050406030204" pitchFamily="18" charset="0"/>
                              <a:cs typeface="+mn-cs"/>
                            </a:rPr>
                            <m:t>𝚯</m:t>
                          </m:r>
                        </m:e>
                        <m:sub>
                          <m:r>
                            <a:rPr kumimoji="0" lang="en-GB" sz="2000" b="1"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ℳ</m:t>
                          </m:r>
                        </m:sub>
                      </m:sSub>
                    </m:oMath>
                  </m:oMathPara>
                </a14:m>
                <a:endParaRPr kumimoji="0" lang="en-GB" sz="2000" b="0" i="0" u="none" strike="noStrike" kern="1200" cap="none" spc="0" normalizeH="0" baseline="0" noProof="0" dirty="0">
                  <a:ln>
                    <a:noFill/>
                  </a:ln>
                  <a:solidFill>
                    <a:srgbClr val="A88000"/>
                  </a:solidFill>
                  <a:effectLst/>
                  <a:uLnTx/>
                  <a:uFillTx/>
                  <a:latin typeface="Arial"/>
                  <a:cs typeface="+mn-cs"/>
                </a:endParaRPr>
              </a:p>
            </p:txBody>
          </p:sp>
        </mc:Choice>
        <mc:Fallback xmlns="">
          <p:sp>
            <p:nvSpPr>
              <p:cNvPr id="5" name="TextBox 4">
                <a:extLst>
                  <a:ext uri="{FF2B5EF4-FFF2-40B4-BE49-F238E27FC236}">
                    <a16:creationId xmlns:a16="http://schemas.microsoft.com/office/drawing/2014/main" id="{8296E532-61C0-A131-BE33-AE31DFF7D3C2}"/>
                  </a:ext>
                </a:extLst>
              </p:cNvPr>
              <p:cNvSpPr txBox="1">
                <a:spLocks noRot="1" noChangeAspect="1" noMove="1" noResize="1" noEditPoints="1" noAdjustHandles="1" noChangeArrowheads="1" noChangeShapeType="1" noTextEdit="1"/>
              </p:cNvSpPr>
              <p:nvPr/>
            </p:nvSpPr>
            <p:spPr>
              <a:xfrm>
                <a:off x="6253226" y="24581"/>
                <a:ext cx="2922755" cy="457818"/>
              </a:xfrm>
              <a:prstGeom prst="rect">
                <a:avLst/>
              </a:prstGeom>
              <a:blipFill>
                <a:blip r:embed="rId12"/>
                <a:stretch>
                  <a:fillRect b="-54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32ACE77-4B1D-5841-C489-F6BA61F1700C}"/>
                  </a:ext>
                </a:extLst>
              </p:cNvPr>
              <p:cNvSpPr txBox="1"/>
              <p:nvPr/>
            </p:nvSpPr>
            <p:spPr>
              <a:xfrm>
                <a:off x="-40435" y="1242344"/>
                <a:ext cx="2388975"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e>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e>
                      </m:d>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t>𝐷</m:t>
                          </m:r>
                        </m:e>
                        <m:e>
                          <m:sSub>
                            <m:sSub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e>
                      </m:d>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TextBox 17">
                <a:extLst>
                  <a:ext uri="{FF2B5EF4-FFF2-40B4-BE49-F238E27FC236}">
                    <a16:creationId xmlns:a16="http://schemas.microsoft.com/office/drawing/2014/main" id="{C930EE5C-65B1-2519-56E4-E38F9CA7A061}"/>
                  </a:ext>
                </a:extLst>
              </p:cNvPr>
              <p:cNvSpPr txBox="1">
                <a:spLocks noRot="1" noChangeAspect="1" noMove="1" noResize="1" noEditPoints="1" noAdjustHandles="1" noChangeArrowheads="1" noChangeShapeType="1" noTextEdit="1"/>
              </p:cNvSpPr>
              <p:nvPr/>
            </p:nvSpPr>
            <p:spPr>
              <a:xfrm>
                <a:off x="-40435" y="1242344"/>
                <a:ext cx="2388975" cy="369332"/>
              </a:xfrm>
              <a:prstGeom prst="rect">
                <a:avLst/>
              </a:prstGeom>
              <a:blipFill>
                <a:blip r:embed="rId13"/>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CE0A870-8525-6446-45D2-40A2FCC4B0D0}"/>
                  </a:ext>
                </a:extLst>
              </p:cNvPr>
              <p:cNvSpPr txBox="1"/>
              <p:nvPr/>
            </p:nvSpPr>
            <p:spPr>
              <a:xfrm>
                <a:off x="4501539" y="2447393"/>
                <a:ext cx="1834156" cy="338554"/>
              </a:xfrm>
              <a:prstGeom prst="rect">
                <a:avLst/>
              </a:prstGeom>
              <a:noFill/>
            </p:spPr>
            <p:txBody>
              <a:bodyPr wrap="none" rtlCol="0">
                <a:spAutoFit/>
              </a:bodyPr>
              <a:lstStyle/>
              <a:p>
                <a:pPr lvl="0">
                  <a:defRPr/>
                </a:pP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Prior</a:t>
                </a:r>
                <a:r>
                  <a:rPr kumimoji="0" lang="en-GB" sz="1600" b="0" i="0" u="none" strike="noStrike" kern="1200" cap="none" spc="0" normalizeH="0" noProof="0" dirty="0">
                    <a:ln>
                      <a:noFill/>
                    </a:ln>
                    <a:solidFill>
                      <a:srgbClr val="9D9D9D">
                        <a:lumMod val="75000"/>
                      </a:srgbClr>
                    </a:solidFill>
                    <a:effectLst/>
                    <a:uLnTx/>
                    <a:uFillTx/>
                    <a:latin typeface="Arial"/>
                    <a:ea typeface="+mn-ea"/>
                    <a:cs typeface="+mn-cs"/>
                  </a:rPr>
                  <a:t> on</a:t>
                </a: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 </a:t>
                </a:r>
                <a14:m>
                  <m:oMath xmlns:m="http://schemas.openxmlformats.org/officeDocument/2006/math">
                    <m:r>
                      <a:rPr kumimoji="0" lang="en-GB" sz="1600" b="1" i="1" u="none" strike="noStrike" kern="1200" cap="none" spc="0" normalizeH="0" baseline="0" noProof="0" smtClean="0">
                        <a:ln>
                          <a:noFill/>
                        </a:ln>
                        <a:solidFill>
                          <a:srgbClr val="7F7F7F"/>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7F7F7F"/>
                    </a:solidFill>
                    <a:effectLst/>
                    <a:uLnTx/>
                    <a:uFillTx/>
                    <a:latin typeface="Arial"/>
                    <a:ea typeface="+mn-ea"/>
                    <a:cs typeface="+mn-cs"/>
                  </a:rPr>
                  <a:t> </a:t>
                </a:r>
                <a:r>
                  <a:rPr lang="en-GB" sz="1600" dirty="0">
                    <a:solidFill>
                      <a:srgbClr val="7F7F7F"/>
                    </a:solidFill>
                  </a:rPr>
                  <a:t>@ MAP</a:t>
                </a:r>
                <a:endPar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endParaRPr>
              </a:p>
            </p:txBody>
          </p:sp>
        </mc:Choice>
        <mc:Fallback xmlns="">
          <p:sp>
            <p:nvSpPr>
              <p:cNvPr id="15" name="TextBox 14">
                <a:extLst>
                  <a:ext uri="{FF2B5EF4-FFF2-40B4-BE49-F238E27FC236}">
                    <a16:creationId xmlns:a16="http://schemas.microsoft.com/office/drawing/2014/main" id="{71591B6B-A8E0-D460-391E-8831DA949930}"/>
                  </a:ext>
                </a:extLst>
              </p:cNvPr>
              <p:cNvSpPr txBox="1">
                <a:spLocks noRot="1" noChangeAspect="1" noMove="1" noResize="1" noEditPoints="1" noAdjustHandles="1" noChangeArrowheads="1" noChangeShapeType="1" noTextEdit="1"/>
              </p:cNvSpPr>
              <p:nvPr/>
            </p:nvSpPr>
            <p:spPr>
              <a:xfrm>
                <a:off x="4501539" y="2447393"/>
                <a:ext cx="1834156" cy="338554"/>
              </a:xfrm>
              <a:prstGeom prst="rect">
                <a:avLst/>
              </a:prstGeom>
              <a:blipFill>
                <a:blip r:embed="rId14"/>
                <a:stretch>
                  <a:fillRect l="-2069" t="-3571" r="-1379" b="-2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Speech Bubble: Rectangle 16">
                <a:extLst>
                  <a:ext uri="{FF2B5EF4-FFF2-40B4-BE49-F238E27FC236}">
                    <a16:creationId xmlns:a16="http://schemas.microsoft.com/office/drawing/2014/main" id="{8AB2C6F6-F1A5-504F-9371-8355DC52A470}"/>
                  </a:ext>
                </a:extLst>
              </p:cNvPr>
              <p:cNvSpPr/>
              <p:nvPr/>
            </p:nvSpPr>
            <p:spPr>
              <a:xfrm>
                <a:off x="2530279" y="3126307"/>
                <a:ext cx="2235181" cy="1273638"/>
              </a:xfrm>
              <a:prstGeom prst="wedgeRectCallout">
                <a:avLst>
                  <a:gd name="adj1" fmla="val -21788"/>
                  <a:gd name="adj2" fmla="val -79092"/>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𝜉</m:t>
                      </m:r>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 ↑</m:t>
                      </m:r>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𝑙𝑖𝑘𝑒𝑙𝑖h𝑜𝑜𝑑</m:t>
                      </m:r>
                    </m:oMath>
                  </m:oMathPara>
                </a14:m>
                <a:endParaRPr kumimoji="0" lang="en-GB" sz="2800" b="0" i="0" u="none" strike="noStrike" kern="1200" cap="none" spc="0" normalizeH="0" baseline="0" noProof="0" dirty="0">
                  <a:ln>
                    <a:noFill/>
                  </a:ln>
                  <a:solidFill>
                    <a:srgbClr val="000000"/>
                  </a:solidFill>
                  <a:effectLst/>
                  <a:uLnTx/>
                  <a:uFillTx/>
                  <a:latin typeface="Arial"/>
                </a:endParaRPr>
              </a:p>
            </p:txBody>
          </p:sp>
        </mc:Choice>
        <mc:Fallback xmlns="">
          <p:sp>
            <p:nvSpPr>
              <p:cNvPr id="41" name="Speech Bubble: Rectangle 16">
                <a:extLst>
                  <a:ext uri="{FF2B5EF4-FFF2-40B4-BE49-F238E27FC236}">
                    <a16:creationId xmlns:a16="http://schemas.microsoft.com/office/drawing/2014/main" id="{C2BE2514-6D41-5D58-1A82-01475D94799B}"/>
                  </a:ext>
                </a:extLst>
              </p:cNvPr>
              <p:cNvSpPr>
                <a:spLocks noRot="1" noChangeAspect="1" noMove="1" noResize="1" noEditPoints="1" noAdjustHandles="1" noChangeArrowheads="1" noChangeShapeType="1" noTextEdit="1"/>
              </p:cNvSpPr>
              <p:nvPr/>
            </p:nvSpPr>
            <p:spPr>
              <a:xfrm>
                <a:off x="2530279" y="3126307"/>
                <a:ext cx="2235181" cy="1273638"/>
              </a:xfrm>
              <a:prstGeom prst="wedgeRectCallout">
                <a:avLst>
                  <a:gd name="adj1" fmla="val -21788"/>
                  <a:gd name="adj2" fmla="val -79092"/>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Speech Bubble: Rectangle 16">
                <a:extLst>
                  <a:ext uri="{FF2B5EF4-FFF2-40B4-BE49-F238E27FC236}">
                    <a16:creationId xmlns:a16="http://schemas.microsoft.com/office/drawing/2014/main" id="{6414F0B8-962F-2D50-5799-20A30697C29E}"/>
                  </a:ext>
                </a:extLst>
              </p:cNvPr>
              <p:cNvSpPr/>
              <p:nvPr/>
            </p:nvSpPr>
            <p:spPr>
              <a:xfrm>
                <a:off x="4997574" y="3126307"/>
                <a:ext cx="1408403" cy="1273638"/>
              </a:xfrm>
              <a:prstGeom prst="wedgeRectCallout">
                <a:avLst>
                  <a:gd name="adj1" fmla="val -19729"/>
                  <a:gd name="adj2" fmla="val -79092"/>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𝜉</m:t>
                      </m:r>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 ↓</m:t>
                      </m:r>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𝑝𝑟𝑖𝑜𝑟</m:t>
                      </m:r>
                    </m:oMath>
                  </m:oMathPara>
                </a14:m>
                <a:endParaRPr kumimoji="0" lang="en-GB" sz="2800" b="0" i="0" u="none" strike="noStrike" kern="1200" cap="none" spc="0" normalizeH="0" baseline="0" noProof="0" dirty="0">
                  <a:ln>
                    <a:noFill/>
                  </a:ln>
                  <a:solidFill>
                    <a:srgbClr val="000000"/>
                  </a:solidFill>
                  <a:effectLst/>
                  <a:uLnTx/>
                  <a:uFillTx/>
                  <a:latin typeface="Arial"/>
                </a:endParaRPr>
              </a:p>
            </p:txBody>
          </p:sp>
        </mc:Choice>
        <mc:Fallback xmlns="">
          <p:sp>
            <p:nvSpPr>
              <p:cNvPr id="42" name="Speech Bubble: Rectangle 16">
                <a:extLst>
                  <a:ext uri="{FF2B5EF4-FFF2-40B4-BE49-F238E27FC236}">
                    <a16:creationId xmlns:a16="http://schemas.microsoft.com/office/drawing/2014/main" id="{8090B6BC-DBFE-F288-6265-0E8E9A85566A}"/>
                  </a:ext>
                </a:extLst>
              </p:cNvPr>
              <p:cNvSpPr>
                <a:spLocks noRot="1" noChangeAspect="1" noMove="1" noResize="1" noEditPoints="1" noAdjustHandles="1" noChangeArrowheads="1" noChangeShapeType="1" noTextEdit="1"/>
              </p:cNvSpPr>
              <p:nvPr/>
            </p:nvSpPr>
            <p:spPr>
              <a:xfrm>
                <a:off x="4997574" y="3126307"/>
                <a:ext cx="1408403" cy="1273638"/>
              </a:xfrm>
              <a:prstGeom prst="wedgeRectCallout">
                <a:avLst>
                  <a:gd name="adj1" fmla="val -19729"/>
                  <a:gd name="adj2" fmla="val -79092"/>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Speech Bubble: Rectangle 16">
                <a:extLst>
                  <a:ext uri="{FF2B5EF4-FFF2-40B4-BE49-F238E27FC236}">
                    <a16:creationId xmlns:a16="http://schemas.microsoft.com/office/drawing/2014/main" id="{AE60CDA8-D54F-A289-1218-60997571B8F5}"/>
                  </a:ext>
                </a:extLst>
              </p:cNvPr>
              <p:cNvSpPr/>
              <p:nvPr/>
            </p:nvSpPr>
            <p:spPr>
              <a:xfrm>
                <a:off x="6792505" y="3112074"/>
                <a:ext cx="2235181" cy="1273638"/>
              </a:xfrm>
              <a:prstGeom prst="wedgeRectCallout">
                <a:avLst>
                  <a:gd name="adj1" fmla="val -22253"/>
                  <a:gd name="adj2" fmla="val -77459"/>
                </a:avLst>
              </a:prstGeom>
              <a:gradFill>
                <a:gsLst>
                  <a:gs pos="0">
                    <a:srgbClr val="E8B202"/>
                  </a:gs>
                  <a:gs pos="35000">
                    <a:srgbClr val="FFD000"/>
                  </a:gs>
                  <a:gs pos="99000">
                    <a:srgbClr val="FFF700"/>
                  </a:gs>
                </a:gsLst>
              </a:gradFill>
              <a:ln>
                <a:solidFill>
                  <a:srgbClr val="A88000"/>
                </a:solidFill>
              </a:ln>
            </p:spPr>
            <p:style>
              <a:lnRef idx="1">
                <a:schemeClr val="accent1"/>
              </a:lnRef>
              <a:fillRef idx="2">
                <a:schemeClr val="accent1"/>
              </a:fillRef>
              <a:effectRef idx="1">
                <a:schemeClr val="accent1"/>
              </a:effectRef>
              <a:fontRef idx="minor">
                <a:schemeClr val="dk1"/>
              </a:fontRef>
            </p:style>
            <p:txBody>
              <a:bodyPr rtlCol="0" anchor="ctr"/>
              <a:lstStyle/>
              <a:p>
                <a:pPr lvl="0" algn="ctr">
                  <a:defRPr/>
                </a:pPr>
                <a14:m>
                  <m:oMathPara xmlns:m="http://schemas.openxmlformats.org/officeDocument/2006/math">
                    <m:oMathParaPr>
                      <m:jc m:val="centerGroup"/>
                    </m:oMathParaPr>
                    <m:oMath xmlns:m="http://schemas.openxmlformats.org/officeDocument/2006/math">
                      <m:r>
                        <a:rPr lang="en-GB" sz="2800" i="1" smtClean="0">
                          <a:solidFill>
                            <a:srgbClr val="000000"/>
                          </a:solidFill>
                          <a:latin typeface="Cambria Math" panose="02040503050406030204" pitchFamily="18" charset="0"/>
                          <a:ea typeface="Cambria Math" panose="02040503050406030204" pitchFamily="18" charset="0"/>
                        </a:rPr>
                        <m:t>↑#</m:t>
                      </m:r>
                      <m:r>
                        <a:rPr lang="en-GB" sz="2800" i="1" smtClean="0">
                          <a:solidFill>
                            <a:srgbClr val="000000"/>
                          </a:solidFill>
                          <a:latin typeface="Cambria Math" panose="02040503050406030204" pitchFamily="18" charset="0"/>
                          <a:ea typeface="Cambria Math" panose="02040503050406030204" pitchFamily="18" charset="0"/>
                        </a:rPr>
                        <m:t>𝜉</m:t>
                      </m:r>
                      <m:r>
                        <a:rPr lang="en-GB" sz="2800" i="1" smtClean="0">
                          <a:solidFill>
                            <a:srgbClr val="000000"/>
                          </a:solidFill>
                          <a:latin typeface="Cambria Math" panose="02040503050406030204" pitchFamily="18" charset="0"/>
                          <a:ea typeface="Cambria Math" panose="02040503050406030204" pitchFamily="18" charset="0"/>
                        </a:rPr>
                        <m:t>⇒↑</m:t>
                      </m:r>
                      <m:r>
                        <a:rPr lang="en-GB" sz="2800" b="0" i="1" smtClean="0">
                          <a:solidFill>
                            <a:srgbClr val="000000"/>
                          </a:solidFill>
                          <a:latin typeface="Cambria Math" panose="02040503050406030204" pitchFamily="18" charset="0"/>
                          <a:ea typeface="Cambria Math" panose="02040503050406030204" pitchFamily="18" charset="0"/>
                        </a:rPr>
                        <m:t>𝑟𝑎𝑛𝑘</m:t>
                      </m:r>
                      <m:d>
                        <m:dPr>
                          <m:ctrlPr>
                            <a:rPr lang="en-GB" sz="2800" b="0" i="1" smtClean="0">
                              <a:solidFill>
                                <a:srgbClr val="000000"/>
                              </a:solidFill>
                              <a:latin typeface="Cambria Math" panose="02040503050406030204" pitchFamily="18" charset="0"/>
                              <a:ea typeface="Cambria Math" panose="02040503050406030204" pitchFamily="18" charset="0"/>
                            </a:rPr>
                          </m:ctrlPr>
                        </m:dPr>
                        <m:e>
                          <m:r>
                            <a:rPr lang="en-GB" sz="2800" b="1" i="0" smtClean="0">
                              <a:solidFill>
                                <a:srgbClr val="000000"/>
                              </a:solidFill>
                              <a:latin typeface="Cambria Math" panose="02040503050406030204" pitchFamily="18" charset="0"/>
                              <a:ea typeface="Cambria Math" panose="02040503050406030204" pitchFamily="18" charset="0"/>
                            </a:rPr>
                            <m:t>𝐀</m:t>
                          </m:r>
                        </m:e>
                      </m:d>
                      <m:r>
                        <a:rPr lang="en-GB" sz="2800" i="1">
                          <a:solidFill>
                            <a:srgbClr val="000000"/>
                          </a:solidFill>
                          <a:latin typeface="Cambria Math" panose="02040503050406030204" pitchFamily="18" charset="0"/>
                          <a:ea typeface="Cambria Math" panose="02040503050406030204" pitchFamily="18" charset="0"/>
                        </a:rPr>
                        <m:t>⇒</m:t>
                      </m:r>
                      <m:r>
                        <a:rPr lang="en-GB" sz="2800" i="1" smtClean="0">
                          <a:solidFill>
                            <a:srgbClr val="000000"/>
                          </a:solidFill>
                          <a:latin typeface="Cambria Math" panose="02040503050406030204" pitchFamily="18" charset="0"/>
                          <a:ea typeface="Cambria Math" panose="02040503050406030204" pitchFamily="18" charset="0"/>
                        </a:rPr>
                        <m:t>↓</m:t>
                      </m:r>
                      <m:r>
                        <a:rPr lang="en-GB" sz="2800" b="0" i="1" smtClean="0">
                          <a:solidFill>
                            <a:srgbClr val="000000"/>
                          </a:solidFill>
                          <a:latin typeface="Cambria Math" panose="02040503050406030204" pitchFamily="18" charset="0"/>
                          <a:ea typeface="Cambria Math" panose="02040503050406030204" pitchFamily="18" charset="0"/>
                        </a:rPr>
                        <m:t> </m:t>
                      </m:r>
                      <m:sSup>
                        <m:sSupPr>
                          <m:ctrlPr>
                            <a:rPr lang="en-GB" sz="2800" b="0" i="1" smtClean="0">
                              <a:solidFill>
                                <a:srgbClr val="000000"/>
                              </a:solidFill>
                              <a:latin typeface="Cambria Math" panose="02040503050406030204" pitchFamily="18" charset="0"/>
                              <a:ea typeface="Cambria Math" panose="02040503050406030204" pitchFamily="18" charset="0"/>
                            </a:rPr>
                          </m:ctrlPr>
                        </m:sSupPr>
                        <m:e>
                          <m:d>
                            <m:dPr>
                              <m:begChr m:val="|"/>
                              <m:endChr m:val="|"/>
                              <m:ctrlPr>
                                <a:rPr lang="en-GB" sz="2800" b="0" i="1" smtClean="0">
                                  <a:solidFill>
                                    <a:srgbClr val="000000"/>
                                  </a:solidFill>
                                  <a:latin typeface="Cambria Math" panose="02040503050406030204" pitchFamily="18" charset="0"/>
                                  <a:ea typeface="Cambria Math" panose="02040503050406030204" pitchFamily="18" charset="0"/>
                                </a:rPr>
                              </m:ctrlPr>
                            </m:dPr>
                            <m:e>
                              <m:r>
                                <a:rPr lang="en-GB" sz="2800" b="1" i="0" smtClean="0">
                                  <a:solidFill>
                                    <a:srgbClr val="000000"/>
                                  </a:solidFill>
                                  <a:latin typeface="Cambria Math" panose="02040503050406030204" pitchFamily="18" charset="0"/>
                                  <a:ea typeface="Cambria Math" panose="02040503050406030204" pitchFamily="18" charset="0"/>
                                </a:rPr>
                                <m:t>𝐀</m:t>
                              </m:r>
                            </m:e>
                          </m:d>
                        </m:e>
                        <m:sup>
                          <m:r>
                            <a:rPr lang="en-GB" sz="2800" b="0" i="1" smtClean="0">
                              <a:solidFill>
                                <a:srgbClr val="000000"/>
                              </a:solidFill>
                              <a:latin typeface="Cambria Math" panose="02040503050406030204" pitchFamily="18" charset="0"/>
                              <a:ea typeface="Cambria Math" panose="02040503050406030204" pitchFamily="18" charset="0"/>
                            </a:rPr>
                            <m:t>−1/2</m:t>
                          </m:r>
                        </m:sup>
                      </m:sSup>
                    </m:oMath>
                  </m:oMathPara>
                </a14:m>
                <a:endParaRPr kumimoji="0" lang="en-GB" sz="2800" b="0" i="0" u="none" strike="noStrike" kern="1200" cap="none" spc="0" normalizeH="0" baseline="0" noProof="0" dirty="0">
                  <a:ln>
                    <a:noFill/>
                  </a:ln>
                  <a:solidFill>
                    <a:srgbClr val="000000"/>
                  </a:solidFill>
                  <a:effectLst/>
                  <a:uLnTx/>
                  <a:uFillTx/>
                  <a:latin typeface="Arial"/>
                </a:endParaRPr>
              </a:p>
            </p:txBody>
          </p:sp>
        </mc:Choice>
        <mc:Fallback xmlns="">
          <p:sp>
            <p:nvSpPr>
              <p:cNvPr id="43" name="Speech Bubble: Rectangle 16">
                <a:extLst>
                  <a:ext uri="{FF2B5EF4-FFF2-40B4-BE49-F238E27FC236}">
                    <a16:creationId xmlns:a16="http://schemas.microsoft.com/office/drawing/2014/main" id="{ABE839A3-0A84-CA05-1222-8C131678E1FD}"/>
                  </a:ext>
                </a:extLst>
              </p:cNvPr>
              <p:cNvSpPr>
                <a:spLocks noRot="1" noChangeAspect="1" noMove="1" noResize="1" noEditPoints="1" noAdjustHandles="1" noChangeArrowheads="1" noChangeShapeType="1" noTextEdit="1"/>
              </p:cNvSpPr>
              <p:nvPr/>
            </p:nvSpPr>
            <p:spPr>
              <a:xfrm>
                <a:off x="6792505" y="3112074"/>
                <a:ext cx="2235181" cy="1273638"/>
              </a:xfrm>
              <a:prstGeom prst="wedgeRectCallout">
                <a:avLst>
                  <a:gd name="adj1" fmla="val -22253"/>
                  <a:gd name="adj2" fmla="val -77459"/>
                </a:avLst>
              </a:prstGeom>
              <a:blipFill>
                <a:blip r:embed="rId17"/>
                <a:stretch>
                  <a:fillRect/>
                </a:stretch>
              </a:blipFill>
              <a:ln>
                <a:solidFill>
                  <a:srgbClr val="A88000"/>
                </a:solidFill>
              </a:ln>
            </p:spPr>
            <p:txBody>
              <a:bodyPr/>
              <a:lstStyle/>
              <a:p>
                <a:r>
                  <a:rPr lang="en-GB">
                    <a:noFill/>
                  </a:rPr>
                  <a:t> </a:t>
                </a:r>
              </a:p>
            </p:txBody>
          </p:sp>
        </mc:Fallback>
      </mc:AlternateContent>
      <p:sp>
        <p:nvSpPr>
          <p:cNvPr id="44" name="Right Brace 43">
            <a:extLst>
              <a:ext uri="{FF2B5EF4-FFF2-40B4-BE49-F238E27FC236}">
                <a16:creationId xmlns:a16="http://schemas.microsoft.com/office/drawing/2014/main" id="{765B495B-A5B6-9025-1763-1B3862A2900C}"/>
              </a:ext>
            </a:extLst>
          </p:cNvPr>
          <p:cNvSpPr/>
          <p:nvPr/>
        </p:nvSpPr>
        <p:spPr>
          <a:xfrm rot="5400000">
            <a:off x="3527272" y="3486680"/>
            <a:ext cx="259437" cy="2216937"/>
          </a:xfrm>
          <a:prstGeom prst="rightBrace">
            <a:avLst>
              <a:gd name="adj1" fmla="val 19477"/>
              <a:gd name="adj2" fmla="val 50000"/>
            </a:avLst>
          </a:prstGeom>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Right Brace 44">
            <a:extLst>
              <a:ext uri="{FF2B5EF4-FFF2-40B4-BE49-F238E27FC236}">
                <a16:creationId xmlns:a16="http://schemas.microsoft.com/office/drawing/2014/main" id="{781A012C-EF64-0A13-FF5F-C7C059A9E948}"/>
              </a:ext>
            </a:extLst>
          </p:cNvPr>
          <p:cNvSpPr/>
          <p:nvPr/>
        </p:nvSpPr>
        <p:spPr>
          <a:xfrm rot="5400000">
            <a:off x="6893195" y="2597455"/>
            <a:ext cx="259437" cy="4009543"/>
          </a:xfrm>
          <a:prstGeom prst="rightBrace">
            <a:avLst>
              <a:gd name="adj1" fmla="val 19477"/>
              <a:gd name="adj2" fmla="val 50000"/>
            </a:avLst>
          </a:prstGeom>
          <a:ln>
            <a:solidFill>
              <a:srgbClr val="FF93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36ABEDF-1F37-C3C2-2D80-23778159FDA9}"/>
                  </a:ext>
                </a:extLst>
              </p:cNvPr>
              <p:cNvSpPr txBox="1"/>
              <p:nvPr/>
            </p:nvSpPr>
            <p:spPr>
              <a:xfrm>
                <a:off x="2700333" y="4747059"/>
                <a:ext cx="1895071" cy="400110"/>
              </a:xfrm>
              <a:prstGeom prst="rect">
                <a:avLst/>
              </a:prstGeom>
              <a:noFill/>
            </p:spPr>
            <p:txBody>
              <a:bodyPr wrap="none" rtlCol="0">
                <a:spAutoFit/>
              </a:bodyPr>
              <a:lstStyle/>
              <a:p>
                <a:pPr lvl="0">
                  <a:defRPr/>
                </a:pPr>
                <a:r>
                  <a:rPr kumimoji="0" lang="en-GB" sz="2000" b="0" i="0" u="none" strike="noStrike" kern="1200" cap="none" spc="0" normalizeH="0" baseline="0" noProof="0" dirty="0">
                    <a:ln>
                      <a:noFill/>
                    </a:ln>
                    <a:solidFill>
                      <a:srgbClr val="003E74"/>
                    </a:solidFill>
                    <a:effectLst/>
                    <a:uLnTx/>
                    <a:uFillTx/>
                    <a:latin typeface="Arial"/>
                  </a:rPr>
                  <a:t>How </a:t>
                </a:r>
                <a:r>
                  <a:rPr kumimoji="0" lang="en-GB" sz="2000" b="0" i="0" u="none" strike="noStrike" kern="1200" cap="none" spc="0" normalizeH="0" baseline="0" noProof="0" dirty="0">
                    <a:ln>
                      <a:noFill/>
                    </a:ln>
                    <a:solidFill>
                      <a:schemeClr val="tx2"/>
                    </a:solidFill>
                    <a:effectLst/>
                    <a:uLnTx/>
                    <a:uFillTx/>
                    <a:latin typeface="Arial"/>
                  </a:rPr>
                  <a:t>well </a:t>
                </a:r>
                <a14:m>
                  <m:oMath xmlns:m="http://schemas.openxmlformats.org/officeDocument/2006/math">
                    <m:sSub>
                      <m:sSubPr>
                        <m:ctrlPr>
                          <a:rPr lang="en-GB" sz="2000" i="1">
                            <a:solidFill>
                              <a:schemeClr val="tx2"/>
                            </a:solidFill>
                            <a:latin typeface="Cambria Math" panose="02040503050406030204" pitchFamily="18" charset="0"/>
                            <a:ea typeface="Cambria Math" panose="02040503050406030204" pitchFamily="18" charset="0"/>
                          </a:rPr>
                        </m:ctrlPr>
                      </m:sSubPr>
                      <m:e>
                        <m:r>
                          <a:rPr lang="en-GB" sz="2000" i="1">
                            <a:solidFill>
                              <a:schemeClr val="tx2"/>
                            </a:solidFill>
                            <a:latin typeface="Cambria Math" panose="02040503050406030204" pitchFamily="18" charset="0"/>
                            <a:ea typeface="Cambria Math" panose="02040503050406030204" pitchFamily="18" charset="0"/>
                          </a:rPr>
                          <m:t>ℳ</m:t>
                        </m:r>
                      </m:e>
                      <m:sub>
                        <m:r>
                          <a:rPr lang="en-GB" sz="2000" i="1">
                            <a:solidFill>
                              <a:schemeClr val="tx2"/>
                            </a:solidFill>
                            <a:latin typeface="Cambria Math" panose="02040503050406030204" pitchFamily="18" charset="0"/>
                            <a:ea typeface="Cambria Math" panose="02040503050406030204" pitchFamily="18" charset="0"/>
                          </a:rPr>
                          <m:t>𝑖</m:t>
                        </m:r>
                      </m:sub>
                    </m:sSub>
                  </m:oMath>
                </a14:m>
                <a:r>
                  <a:rPr kumimoji="0" lang="en-GB" sz="2000" b="0" i="0" u="none" strike="noStrike" kern="1200" cap="none" spc="0" normalizeH="0" baseline="0" noProof="0" dirty="0">
                    <a:ln>
                      <a:noFill/>
                    </a:ln>
                    <a:solidFill>
                      <a:schemeClr val="tx2"/>
                    </a:solidFill>
                    <a:effectLst/>
                    <a:uLnTx/>
                    <a:uFillTx/>
                    <a:latin typeface="Arial"/>
                  </a:rPr>
                  <a:t> </a:t>
                </a:r>
                <a:r>
                  <a:rPr kumimoji="0" lang="en-GB" sz="2000" b="0" i="0" u="none" strike="noStrike" kern="1200" cap="none" spc="0" normalizeH="0" baseline="0" noProof="0" dirty="0">
                    <a:ln>
                      <a:noFill/>
                    </a:ln>
                    <a:solidFill>
                      <a:srgbClr val="003E74"/>
                    </a:solidFill>
                    <a:effectLst/>
                    <a:uLnTx/>
                    <a:uFillTx/>
                    <a:latin typeface="Arial"/>
                  </a:rPr>
                  <a:t>fit</a:t>
                </a:r>
              </a:p>
            </p:txBody>
          </p:sp>
        </mc:Choice>
        <mc:Fallback xmlns="">
          <p:sp>
            <p:nvSpPr>
              <p:cNvPr id="46" name="TextBox 45">
                <a:extLst>
                  <a:ext uri="{FF2B5EF4-FFF2-40B4-BE49-F238E27FC236}">
                    <a16:creationId xmlns:a16="http://schemas.microsoft.com/office/drawing/2014/main" id="{D90DC934-2E0E-721E-01A2-CC372078158B}"/>
                  </a:ext>
                </a:extLst>
              </p:cNvPr>
              <p:cNvSpPr txBox="1">
                <a:spLocks noRot="1" noChangeAspect="1" noMove="1" noResize="1" noEditPoints="1" noAdjustHandles="1" noChangeArrowheads="1" noChangeShapeType="1" noTextEdit="1"/>
              </p:cNvSpPr>
              <p:nvPr/>
            </p:nvSpPr>
            <p:spPr>
              <a:xfrm>
                <a:off x="2700333" y="4747059"/>
                <a:ext cx="1895071" cy="400110"/>
              </a:xfrm>
              <a:prstGeom prst="rect">
                <a:avLst/>
              </a:prstGeom>
              <a:blipFill>
                <a:blip r:embed="rId18"/>
                <a:stretch>
                  <a:fillRect l="-3333" t="-6061" r="-2667" b="-24242"/>
                </a:stretch>
              </a:blipFill>
            </p:spPr>
            <p:txBody>
              <a:bodyPr/>
              <a:lstStyle/>
              <a:p>
                <a:r>
                  <a:rPr lang="en-GB">
                    <a:noFill/>
                  </a:rPr>
                  <a:t> </a:t>
                </a:r>
              </a:p>
            </p:txBody>
          </p:sp>
        </mc:Fallback>
      </mc:AlternateContent>
      <p:sp>
        <p:nvSpPr>
          <p:cNvPr id="47" name="TextBox 46">
            <a:extLst>
              <a:ext uri="{FF2B5EF4-FFF2-40B4-BE49-F238E27FC236}">
                <a16:creationId xmlns:a16="http://schemas.microsoft.com/office/drawing/2014/main" id="{011B8B49-ADF1-C29E-6DCA-BEC57CBE6B91}"/>
              </a:ext>
            </a:extLst>
          </p:cNvPr>
          <p:cNvSpPr txBox="1"/>
          <p:nvPr/>
        </p:nvSpPr>
        <p:spPr>
          <a:xfrm>
            <a:off x="4912126" y="4747059"/>
            <a:ext cx="4257897" cy="400110"/>
          </a:xfrm>
          <a:prstGeom prst="rect">
            <a:avLst/>
          </a:prstGeom>
          <a:noFill/>
        </p:spPr>
        <p:txBody>
          <a:bodyPr wrap="none" rtlCol="0">
            <a:spAutoFit/>
          </a:bodyPr>
          <a:lstStyle/>
          <a:p>
            <a:pPr lvl="0">
              <a:defRPr/>
            </a:pPr>
            <a:r>
              <a:rPr kumimoji="0" lang="en-GB" sz="2000" b="0" i="0" u="none" strike="noStrike" kern="1200" cap="none" spc="0" normalizeH="0" baseline="0" noProof="0" dirty="0">
                <a:ln>
                  <a:noFill/>
                </a:ln>
                <a:solidFill>
                  <a:srgbClr val="FF9301"/>
                </a:solidFill>
                <a:effectLst/>
                <a:uLnTx/>
                <a:uFillTx/>
                <a:latin typeface="Arial"/>
                <a:ea typeface="+mn-ea"/>
                <a:cs typeface="+mn-cs"/>
              </a:rPr>
              <a:t>Penal models</a:t>
            </a:r>
            <a:r>
              <a:rPr kumimoji="0" lang="en-GB" sz="2000" b="0" i="0" u="none" strike="noStrike" kern="1200" cap="none" spc="0" normalizeH="0" noProof="0" dirty="0">
                <a:ln>
                  <a:noFill/>
                </a:ln>
                <a:solidFill>
                  <a:srgbClr val="FF9301"/>
                </a:solidFill>
                <a:effectLst/>
                <a:uLnTx/>
                <a:uFillTx/>
                <a:latin typeface="Arial"/>
                <a:ea typeface="+mn-ea"/>
                <a:cs typeface="+mn-cs"/>
              </a:rPr>
              <a:t> with too many param.</a:t>
            </a:r>
            <a:endParaRPr kumimoji="0" lang="en-GB" sz="2000" b="0" i="0" u="none" strike="noStrike" kern="1200" cap="none" spc="0" normalizeH="0" baseline="0" noProof="0" dirty="0">
              <a:ln>
                <a:noFill/>
              </a:ln>
              <a:solidFill>
                <a:srgbClr val="FF9301"/>
              </a:solidFill>
              <a:effectLst/>
              <a:uLnTx/>
              <a:uFillTx/>
              <a:latin typeface="Arial"/>
              <a:ea typeface="+mn-ea"/>
              <a:cs typeface="+mn-cs"/>
            </a:endParaRPr>
          </a:p>
        </p:txBody>
      </p:sp>
      <p:sp>
        <p:nvSpPr>
          <p:cNvPr id="49" name="TextBox 48">
            <a:extLst>
              <a:ext uri="{FF2B5EF4-FFF2-40B4-BE49-F238E27FC236}">
                <a16:creationId xmlns:a16="http://schemas.microsoft.com/office/drawing/2014/main" id="{FBD17E5F-2A0A-3680-A8AE-C20118A51226}"/>
              </a:ext>
            </a:extLst>
          </p:cNvPr>
          <p:cNvSpPr txBox="1"/>
          <p:nvPr/>
        </p:nvSpPr>
        <p:spPr>
          <a:xfrm>
            <a:off x="6612835" y="2902226"/>
            <a:ext cx="184731" cy="369332"/>
          </a:xfrm>
          <a:prstGeom prst="rect">
            <a:avLst/>
          </a:prstGeom>
          <a:noFill/>
        </p:spPr>
        <p:txBody>
          <a:bodyPr wrap="none" rtlCol="0">
            <a:spAutoFit/>
          </a:bodyPr>
          <a:lstStyle/>
          <a:p>
            <a:endParaRPr lang="en-GB" dirty="0"/>
          </a:p>
        </p:txBody>
      </p:sp>
      <p:sp>
        <p:nvSpPr>
          <p:cNvPr id="4" name="TextBox 3">
            <a:extLst>
              <a:ext uri="{FF2B5EF4-FFF2-40B4-BE49-F238E27FC236}">
                <a16:creationId xmlns:a16="http://schemas.microsoft.com/office/drawing/2014/main" id="{DC1DCD03-ACE8-9DA8-CEE3-4D1929A7B6AF}"/>
              </a:ext>
            </a:extLst>
          </p:cNvPr>
          <p:cNvSpPr txBox="1"/>
          <p:nvPr/>
        </p:nvSpPr>
        <p:spPr>
          <a:xfrm>
            <a:off x="5018142" y="1020141"/>
            <a:ext cx="3946661" cy="646331"/>
          </a:xfrm>
          <a:prstGeom prst="rect">
            <a:avLst/>
          </a:prstGeom>
          <a:noFill/>
        </p:spPr>
        <p:txBody>
          <a:bodyPr wrap="square" rtlCol="0">
            <a:spAutoFit/>
          </a:bodyPr>
          <a:lstStyle/>
          <a:p>
            <a:r>
              <a:rPr lang="en-GB" sz="3600" dirty="0">
                <a:solidFill>
                  <a:srgbClr val="FF0000"/>
                </a:solidFill>
                <a:latin typeface="Nanum Brush Script" panose="03060600000000000000" pitchFamily="66" charset="-127"/>
                <a:ea typeface="Nanum Brush Script" panose="03060600000000000000" pitchFamily="66" charset="-127"/>
              </a:rPr>
              <a:t>Occam Razor!</a:t>
            </a:r>
          </a:p>
        </p:txBody>
      </p:sp>
      <p:sp>
        <p:nvSpPr>
          <p:cNvPr id="10" name="Rectangle 9">
            <a:extLst>
              <a:ext uri="{FF2B5EF4-FFF2-40B4-BE49-F238E27FC236}">
                <a16:creationId xmlns:a16="http://schemas.microsoft.com/office/drawing/2014/main" id="{8763FC8B-73F1-62CA-0B48-F337A958858F}"/>
              </a:ext>
            </a:extLst>
          </p:cNvPr>
          <p:cNvSpPr/>
          <p:nvPr/>
        </p:nvSpPr>
        <p:spPr>
          <a:xfrm>
            <a:off x="4563394" y="1538898"/>
            <a:ext cx="4519938" cy="3576743"/>
          </a:xfrm>
          <a:custGeom>
            <a:avLst/>
            <a:gdLst>
              <a:gd name="csX0" fmla="*/ 0 w 4519938"/>
              <a:gd name="csY0" fmla="*/ 0 h 3576743"/>
              <a:gd name="csX1" fmla="*/ 519793 w 4519938"/>
              <a:gd name="csY1" fmla="*/ 0 h 3576743"/>
              <a:gd name="csX2" fmla="*/ 949187 w 4519938"/>
              <a:gd name="csY2" fmla="*/ 0 h 3576743"/>
              <a:gd name="csX3" fmla="*/ 1604578 w 4519938"/>
              <a:gd name="csY3" fmla="*/ 0 h 3576743"/>
              <a:gd name="csX4" fmla="*/ 2124371 w 4519938"/>
              <a:gd name="csY4" fmla="*/ 0 h 3576743"/>
              <a:gd name="csX5" fmla="*/ 2644164 w 4519938"/>
              <a:gd name="csY5" fmla="*/ 0 h 3576743"/>
              <a:gd name="csX6" fmla="*/ 3299555 w 4519938"/>
              <a:gd name="csY6" fmla="*/ 0 h 3576743"/>
              <a:gd name="csX7" fmla="*/ 3774148 w 4519938"/>
              <a:gd name="csY7" fmla="*/ 0 h 3576743"/>
              <a:gd name="csX8" fmla="*/ 4519938 w 4519938"/>
              <a:gd name="csY8" fmla="*/ 0 h 3576743"/>
              <a:gd name="csX9" fmla="*/ 4519938 w 4519938"/>
              <a:gd name="csY9" fmla="*/ 667659 h 3576743"/>
              <a:gd name="csX10" fmla="*/ 4519938 w 4519938"/>
              <a:gd name="csY10" fmla="*/ 1192248 h 3576743"/>
              <a:gd name="csX11" fmla="*/ 4519938 w 4519938"/>
              <a:gd name="csY11" fmla="*/ 1788372 h 3576743"/>
              <a:gd name="csX12" fmla="*/ 4519938 w 4519938"/>
              <a:gd name="csY12" fmla="*/ 2420263 h 3576743"/>
              <a:gd name="csX13" fmla="*/ 4519938 w 4519938"/>
              <a:gd name="csY13" fmla="*/ 2909084 h 3576743"/>
              <a:gd name="csX14" fmla="*/ 4519938 w 4519938"/>
              <a:gd name="csY14" fmla="*/ 3576743 h 3576743"/>
              <a:gd name="csX15" fmla="*/ 3954946 w 4519938"/>
              <a:gd name="csY15" fmla="*/ 3576743 h 3576743"/>
              <a:gd name="csX16" fmla="*/ 3389954 w 4519938"/>
              <a:gd name="csY16" fmla="*/ 3576743 h 3576743"/>
              <a:gd name="csX17" fmla="*/ 2734562 w 4519938"/>
              <a:gd name="csY17" fmla="*/ 3576743 h 3576743"/>
              <a:gd name="csX18" fmla="*/ 2169570 w 4519938"/>
              <a:gd name="csY18" fmla="*/ 3576743 h 3576743"/>
              <a:gd name="csX19" fmla="*/ 1740176 w 4519938"/>
              <a:gd name="csY19" fmla="*/ 3576743 h 3576743"/>
              <a:gd name="csX20" fmla="*/ 1265583 w 4519938"/>
              <a:gd name="csY20" fmla="*/ 3576743 h 3576743"/>
              <a:gd name="csX21" fmla="*/ 610192 w 4519938"/>
              <a:gd name="csY21" fmla="*/ 3576743 h 3576743"/>
              <a:gd name="csX22" fmla="*/ 0 w 4519938"/>
              <a:gd name="csY22" fmla="*/ 3576743 h 3576743"/>
              <a:gd name="csX23" fmla="*/ 0 w 4519938"/>
              <a:gd name="csY23" fmla="*/ 3052154 h 3576743"/>
              <a:gd name="csX24" fmla="*/ 0 w 4519938"/>
              <a:gd name="csY24" fmla="*/ 2491798 h 3576743"/>
              <a:gd name="csX25" fmla="*/ 0 w 4519938"/>
              <a:gd name="csY25" fmla="*/ 2002976 h 3576743"/>
              <a:gd name="csX26" fmla="*/ 0 w 4519938"/>
              <a:gd name="csY26" fmla="*/ 1514155 h 3576743"/>
              <a:gd name="csX27" fmla="*/ 0 w 4519938"/>
              <a:gd name="csY27" fmla="*/ 882263 h 3576743"/>
              <a:gd name="csX28" fmla="*/ 0 w 4519938"/>
              <a:gd name="csY28" fmla="*/ 0 h 35767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4519938" h="3576743" extrusionOk="0">
                <a:moveTo>
                  <a:pt x="0" y="0"/>
                </a:moveTo>
                <a:cubicBezTo>
                  <a:pt x="185465" y="-45857"/>
                  <a:pt x="272004" y="23541"/>
                  <a:pt x="519793" y="0"/>
                </a:cubicBezTo>
                <a:cubicBezTo>
                  <a:pt x="767582" y="-23541"/>
                  <a:pt x="827371" y="29512"/>
                  <a:pt x="949187" y="0"/>
                </a:cubicBezTo>
                <a:cubicBezTo>
                  <a:pt x="1071003" y="-29512"/>
                  <a:pt x="1318817" y="8825"/>
                  <a:pt x="1604578" y="0"/>
                </a:cubicBezTo>
                <a:cubicBezTo>
                  <a:pt x="1890339" y="-8825"/>
                  <a:pt x="1973962" y="23661"/>
                  <a:pt x="2124371" y="0"/>
                </a:cubicBezTo>
                <a:cubicBezTo>
                  <a:pt x="2274780" y="-23661"/>
                  <a:pt x="2517931" y="21195"/>
                  <a:pt x="2644164" y="0"/>
                </a:cubicBezTo>
                <a:cubicBezTo>
                  <a:pt x="2770397" y="-21195"/>
                  <a:pt x="3153012" y="2241"/>
                  <a:pt x="3299555" y="0"/>
                </a:cubicBezTo>
                <a:cubicBezTo>
                  <a:pt x="3446098" y="-2241"/>
                  <a:pt x="3545931" y="40899"/>
                  <a:pt x="3774148" y="0"/>
                </a:cubicBezTo>
                <a:cubicBezTo>
                  <a:pt x="4002365" y="-40899"/>
                  <a:pt x="4209628" y="48394"/>
                  <a:pt x="4519938" y="0"/>
                </a:cubicBezTo>
                <a:cubicBezTo>
                  <a:pt x="4585510" y="317514"/>
                  <a:pt x="4457175" y="529827"/>
                  <a:pt x="4519938" y="667659"/>
                </a:cubicBezTo>
                <a:cubicBezTo>
                  <a:pt x="4582701" y="805491"/>
                  <a:pt x="4476928" y="973568"/>
                  <a:pt x="4519938" y="1192248"/>
                </a:cubicBezTo>
                <a:cubicBezTo>
                  <a:pt x="4562948" y="1410928"/>
                  <a:pt x="4513549" y="1551291"/>
                  <a:pt x="4519938" y="1788372"/>
                </a:cubicBezTo>
                <a:cubicBezTo>
                  <a:pt x="4526327" y="2025453"/>
                  <a:pt x="4476984" y="2207216"/>
                  <a:pt x="4519938" y="2420263"/>
                </a:cubicBezTo>
                <a:cubicBezTo>
                  <a:pt x="4562892" y="2633310"/>
                  <a:pt x="4512756" y="2693853"/>
                  <a:pt x="4519938" y="2909084"/>
                </a:cubicBezTo>
                <a:cubicBezTo>
                  <a:pt x="4527120" y="3124315"/>
                  <a:pt x="4509431" y="3273685"/>
                  <a:pt x="4519938" y="3576743"/>
                </a:cubicBezTo>
                <a:cubicBezTo>
                  <a:pt x="4308031" y="3637003"/>
                  <a:pt x="4128286" y="3564111"/>
                  <a:pt x="3954946" y="3576743"/>
                </a:cubicBezTo>
                <a:cubicBezTo>
                  <a:pt x="3781606" y="3589375"/>
                  <a:pt x="3572689" y="3508989"/>
                  <a:pt x="3389954" y="3576743"/>
                </a:cubicBezTo>
                <a:cubicBezTo>
                  <a:pt x="3207219" y="3644497"/>
                  <a:pt x="3040692" y="3507144"/>
                  <a:pt x="2734562" y="3576743"/>
                </a:cubicBezTo>
                <a:cubicBezTo>
                  <a:pt x="2428432" y="3646342"/>
                  <a:pt x="2356591" y="3561315"/>
                  <a:pt x="2169570" y="3576743"/>
                </a:cubicBezTo>
                <a:cubicBezTo>
                  <a:pt x="1982549" y="3592171"/>
                  <a:pt x="1864159" y="3549605"/>
                  <a:pt x="1740176" y="3576743"/>
                </a:cubicBezTo>
                <a:cubicBezTo>
                  <a:pt x="1616193" y="3603881"/>
                  <a:pt x="1497801" y="3531819"/>
                  <a:pt x="1265583" y="3576743"/>
                </a:cubicBezTo>
                <a:cubicBezTo>
                  <a:pt x="1033365" y="3621667"/>
                  <a:pt x="854797" y="3529276"/>
                  <a:pt x="610192" y="3576743"/>
                </a:cubicBezTo>
                <a:cubicBezTo>
                  <a:pt x="365587" y="3624210"/>
                  <a:pt x="139584" y="3514105"/>
                  <a:pt x="0" y="3576743"/>
                </a:cubicBezTo>
                <a:cubicBezTo>
                  <a:pt x="-61384" y="3424011"/>
                  <a:pt x="6784" y="3281900"/>
                  <a:pt x="0" y="3052154"/>
                </a:cubicBezTo>
                <a:cubicBezTo>
                  <a:pt x="-6784" y="2822408"/>
                  <a:pt x="8673" y="2718967"/>
                  <a:pt x="0" y="2491798"/>
                </a:cubicBezTo>
                <a:cubicBezTo>
                  <a:pt x="-8673" y="2264629"/>
                  <a:pt x="33068" y="2104090"/>
                  <a:pt x="0" y="2002976"/>
                </a:cubicBezTo>
                <a:cubicBezTo>
                  <a:pt x="-33068" y="1901862"/>
                  <a:pt x="16476" y="1640468"/>
                  <a:pt x="0" y="1514155"/>
                </a:cubicBezTo>
                <a:cubicBezTo>
                  <a:pt x="-16476" y="1387842"/>
                  <a:pt x="71115" y="1141931"/>
                  <a:pt x="0" y="882263"/>
                </a:cubicBezTo>
                <a:cubicBezTo>
                  <a:pt x="-71115" y="622595"/>
                  <a:pt x="28858" y="283655"/>
                  <a:pt x="0" y="0"/>
                </a:cubicBezTo>
                <a:close/>
              </a:path>
            </a:pathLst>
          </a:custGeom>
          <a:noFill/>
          <a:ln w="57150">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49D0A831-0AC9-C4F4-6987-ECDC2FBC95EB}"/>
              </a:ext>
            </a:extLst>
          </p:cNvPr>
          <p:cNvGrpSpPr/>
          <p:nvPr/>
        </p:nvGrpSpPr>
        <p:grpSpPr>
          <a:xfrm>
            <a:off x="57760" y="1756491"/>
            <a:ext cx="2411916" cy="1620703"/>
            <a:chOff x="57760" y="1756491"/>
            <a:chExt cx="2411916" cy="1620703"/>
          </a:xfrm>
        </p:grpSpPr>
        <p:pic>
          <p:nvPicPr>
            <p:cNvPr id="17" name="Picture 16">
              <a:extLst>
                <a:ext uri="{FF2B5EF4-FFF2-40B4-BE49-F238E27FC236}">
                  <a16:creationId xmlns:a16="http://schemas.microsoft.com/office/drawing/2014/main" id="{F08BC945-13B0-F502-DD48-55D603B39B4A}"/>
                </a:ext>
              </a:extLst>
            </p:cNvPr>
            <p:cNvPicPr>
              <a:picLocks noChangeAspect="1"/>
            </p:cNvPicPr>
            <p:nvPr/>
          </p:nvPicPr>
          <p:blipFill>
            <a:blip r:embed="rId19"/>
            <a:srcRect l="6202" r="5396"/>
            <a:stretch>
              <a:fillRect/>
            </a:stretch>
          </p:blipFill>
          <p:spPr>
            <a:xfrm>
              <a:off x="93517" y="2073364"/>
              <a:ext cx="2049056" cy="1303830"/>
            </a:xfrm>
            <a:prstGeom prst="rect">
              <a:avLst/>
            </a:prstGeom>
          </p:spPr>
        </p:pic>
        <p:cxnSp>
          <p:nvCxnSpPr>
            <p:cNvPr id="26" name="Straight Arrow Connector 25">
              <a:extLst>
                <a:ext uri="{FF2B5EF4-FFF2-40B4-BE49-F238E27FC236}">
                  <a16:creationId xmlns:a16="http://schemas.microsoft.com/office/drawing/2014/main" id="{95FB76DA-D536-B5B4-0D29-ECA3D2E9616D}"/>
                </a:ext>
              </a:extLst>
            </p:cNvPr>
            <p:cNvCxnSpPr/>
            <p:nvPr/>
          </p:nvCxnSpPr>
          <p:spPr>
            <a:xfrm>
              <a:off x="904670" y="2725279"/>
              <a:ext cx="498764" cy="0"/>
            </a:xfrm>
            <a:prstGeom prst="straightConnector1">
              <a:avLst/>
            </a:prstGeom>
            <a:ln>
              <a:solidFill>
                <a:srgbClr val="E8B202"/>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A88AFCD-C639-2CFA-7087-D7275E9DFC49}"/>
                    </a:ext>
                  </a:extLst>
                </p:cNvPr>
                <p:cNvSpPr txBox="1"/>
                <p:nvPr/>
              </p:nvSpPr>
              <p:spPr>
                <a:xfrm>
                  <a:off x="995720" y="2717560"/>
                  <a:ext cx="3166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8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oMath>
                    </m:oMathPara>
                  </a14:m>
                  <a:endParaRPr lang="en-GB" dirty="0"/>
                </a:p>
              </p:txBody>
            </p:sp>
          </mc:Choice>
          <mc:Fallback xmlns="">
            <p:sp>
              <p:nvSpPr>
                <p:cNvPr id="11" name="TextBox 10">
                  <a:extLst>
                    <a:ext uri="{FF2B5EF4-FFF2-40B4-BE49-F238E27FC236}">
                      <a16:creationId xmlns:a16="http://schemas.microsoft.com/office/drawing/2014/main" id="{2242C152-07BE-E91D-CCE8-C8EFA4EABF80}"/>
                    </a:ext>
                  </a:extLst>
                </p:cNvPr>
                <p:cNvSpPr txBox="1">
                  <a:spLocks noRot="1" noChangeAspect="1" noMove="1" noResize="1" noEditPoints="1" noAdjustHandles="1" noChangeArrowheads="1" noChangeShapeType="1" noTextEdit="1"/>
                </p:cNvSpPr>
                <p:nvPr/>
              </p:nvSpPr>
              <p:spPr>
                <a:xfrm>
                  <a:off x="995720" y="2717560"/>
                  <a:ext cx="316664" cy="369332"/>
                </a:xfrm>
                <a:prstGeom prst="rect">
                  <a:avLst/>
                </a:prstGeom>
                <a:blipFill>
                  <a:blip r:embed="rId20"/>
                  <a:stretch>
                    <a:fillRect r="-3846"/>
                  </a:stretch>
                </a:blipFill>
              </p:spPr>
              <p:txBody>
                <a:bodyPr/>
                <a:lstStyle/>
                <a:p>
                  <a:r>
                    <a:rPr lang="en-GB">
                      <a:noFill/>
                    </a:rPr>
                    <a:t> </a:t>
                  </a:r>
                </a:p>
              </p:txBody>
            </p:sp>
          </mc:Fallback>
        </mc:AlternateContent>
        <p:sp>
          <p:nvSpPr>
            <p:cNvPr id="30" name="5-point Star 29">
              <a:extLst>
                <a:ext uri="{FF2B5EF4-FFF2-40B4-BE49-F238E27FC236}">
                  <a16:creationId xmlns:a16="http://schemas.microsoft.com/office/drawing/2014/main" id="{092F541F-83D0-0E89-E278-4B1239291D58}"/>
                </a:ext>
              </a:extLst>
            </p:cNvPr>
            <p:cNvSpPr/>
            <p:nvPr/>
          </p:nvSpPr>
          <p:spPr>
            <a:xfrm>
              <a:off x="1039565" y="2130885"/>
              <a:ext cx="194339" cy="173812"/>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2EA0D88-CE50-C04C-43E2-1FAB1089EFBA}"/>
                    </a:ext>
                  </a:extLst>
                </p:cNvPr>
                <p:cNvSpPr txBox="1"/>
                <p:nvPr/>
              </p:nvSpPr>
              <p:spPr>
                <a:xfrm>
                  <a:off x="1233904" y="2213497"/>
                  <a:ext cx="1235772" cy="246221"/>
                </a:xfrm>
                <a:prstGeom prst="rect">
                  <a:avLst/>
                </a:prstGeom>
                <a:solidFill>
                  <a:srgbClr val="FFFFFF">
                    <a:alpha val="58039"/>
                  </a:srgbClr>
                </a:solid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000" b="0" i="1" u="none" strike="noStrike" kern="1200" cap="none" spc="0" normalizeH="0" baseline="0" noProof="0" smtClean="0">
                            <a:ln>
                              <a:noFill/>
                            </a:ln>
                            <a:solidFill>
                              <a:schemeClr val="accent1"/>
                            </a:solidFill>
                            <a:effectLst/>
                            <a:uLnTx/>
                            <a:uFillTx/>
                            <a:latin typeface="Cambria Math" panose="02040503050406030204" pitchFamily="18" charset="0"/>
                          </a:rPr>
                          <m:t>𝑃</m:t>
                        </m:r>
                        <m:d>
                          <m:dPr>
                            <m:ctrlPr>
                              <a:rPr kumimoji="0" lang="en-GB" sz="1000" b="0" i="1" u="none" strike="noStrike" kern="1200" cap="none" spc="0" normalizeH="0" baseline="0" noProof="0">
                                <a:ln>
                                  <a:noFill/>
                                </a:ln>
                                <a:solidFill>
                                  <a:schemeClr val="accent1"/>
                                </a:solidFill>
                                <a:effectLst/>
                                <a:uLnTx/>
                                <a:uFillTx/>
                                <a:latin typeface="Cambria Math" panose="02040503050406030204" pitchFamily="18" charset="0"/>
                              </a:rPr>
                            </m:ctrlPr>
                          </m:dPr>
                          <m:e>
                            <m:r>
                              <a:rPr kumimoji="0" lang="en-GB" sz="1000" b="0" i="1" u="none" strike="noStrike" kern="1200" cap="none" spc="0" normalizeH="0" baseline="0" noProof="0">
                                <a:ln>
                                  <a:noFill/>
                                </a:ln>
                                <a:solidFill>
                                  <a:schemeClr val="accent1"/>
                                </a:solidFill>
                                <a:effectLst/>
                                <a:uLnTx/>
                                <a:uFillTx/>
                                <a:latin typeface="Cambria Math" panose="02040503050406030204" pitchFamily="18" charset="0"/>
                              </a:rPr>
                              <m:t>𝐷</m:t>
                            </m:r>
                          </m:e>
                          <m:e>
                            <m:sSub>
                              <m:sSubPr>
                                <m:ctrlPr>
                                  <a:rPr kumimoji="0" lang="en-GB" sz="1000" b="1" i="1" u="none" strike="noStrike" kern="1200" cap="none" spc="0" normalizeH="0" baseline="0" noProof="0" smtClean="0">
                                    <a:ln>
                                      <a:noFill/>
                                    </a:ln>
                                    <a:solidFill>
                                      <a:schemeClr val="accent1"/>
                                    </a:solidFill>
                                    <a:effectLst/>
                                    <a:uLnTx/>
                                    <a:uFillTx/>
                                    <a:latin typeface="Cambria Math" panose="02040503050406030204" pitchFamily="18" charset="0"/>
                                  </a:rPr>
                                </m:ctrlPr>
                              </m:sSubPr>
                              <m:e>
                                <m:r>
                                  <a:rPr kumimoji="0" lang="en-GB" sz="1000" b="1" i="1" u="none" strike="noStrike" kern="1200" cap="none" spc="0" normalizeH="0" baseline="0" noProof="0">
                                    <a:ln>
                                      <a:noFill/>
                                    </a:ln>
                                    <a:solidFill>
                                      <a:schemeClr val="accent1"/>
                                    </a:solidFill>
                                    <a:effectLst/>
                                    <a:uLnTx/>
                                    <a:uFillTx/>
                                    <a:latin typeface="Cambria Math" panose="02040503050406030204" pitchFamily="18" charset="0"/>
                                  </a:rPr>
                                  <m:t>𝝃</m:t>
                                </m:r>
                              </m:e>
                              <m:sub>
                                <m:r>
                                  <a:rPr kumimoji="0" lang="en-GB" sz="1000" b="0" i="1" u="none" strike="noStrike" kern="1200" cap="none" spc="0" normalizeH="0" baseline="0" noProof="0" smtClean="0">
                                    <a:ln>
                                      <a:noFill/>
                                    </a:ln>
                                    <a:solidFill>
                                      <a:schemeClr val="accent1"/>
                                    </a:solidFill>
                                    <a:effectLst/>
                                    <a:uLnTx/>
                                    <a:uFillTx/>
                                    <a:latin typeface="Cambria Math" panose="02040503050406030204" pitchFamily="18" charset="0"/>
                                  </a:rPr>
                                  <m:t>𝑀𝐴𝑃</m:t>
                                </m:r>
                              </m:sub>
                            </m:sSub>
                            <m:r>
                              <a:rPr kumimoji="0" lang="en-GB" sz="10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rPr>
                              <m:t> </m:t>
                            </m:r>
                          </m:e>
                        </m:d>
                        <m: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𝑃</m:t>
                        </m:r>
                        <m:d>
                          <m:dPr>
                            <m:ctrlP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dPr>
                          <m:e>
                            <m:sSub>
                              <m:sSubPr>
                                <m:ctrlP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sSubPr>
                              <m:e>
                                <m:r>
                                  <a:rPr kumimoji="0" lang="en-GB" sz="1000" b="1"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𝝃</m:t>
                                </m:r>
                              </m:e>
                              <m:sub>
                                <m:r>
                                  <a:rPr kumimoji="0" lang="en-GB" sz="1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𝑀𝐴𝑃</m:t>
                                </m:r>
                              </m:sub>
                            </m:sSub>
                          </m:e>
                        </m:d>
                      </m:oMath>
                    </m:oMathPara>
                  </a14:m>
                  <a:endParaRPr lang="en-GB" sz="1000" dirty="0"/>
                </a:p>
              </p:txBody>
            </p:sp>
          </mc:Choice>
          <mc:Fallback xmlns="">
            <p:sp>
              <p:nvSpPr>
                <p:cNvPr id="31" name="TextBox 30">
                  <a:extLst>
                    <a:ext uri="{FF2B5EF4-FFF2-40B4-BE49-F238E27FC236}">
                      <a16:creationId xmlns:a16="http://schemas.microsoft.com/office/drawing/2014/main" id="{A8584ED8-7237-F1D1-15FC-0169ACF84138}"/>
                    </a:ext>
                  </a:extLst>
                </p:cNvPr>
                <p:cNvSpPr txBox="1">
                  <a:spLocks noRot="1" noChangeAspect="1" noMove="1" noResize="1" noEditPoints="1" noAdjustHandles="1" noChangeArrowheads="1" noChangeShapeType="1" noTextEdit="1"/>
                </p:cNvSpPr>
                <p:nvPr/>
              </p:nvSpPr>
              <p:spPr>
                <a:xfrm>
                  <a:off x="1233904" y="2213497"/>
                  <a:ext cx="1235772" cy="246221"/>
                </a:xfrm>
                <a:prstGeom prst="rect">
                  <a:avLst/>
                </a:prstGeom>
                <a:blipFill>
                  <a:blip r:embed="rId21"/>
                  <a:stretch>
                    <a:fillRect b="-10000"/>
                  </a:stretch>
                </a:blipFill>
              </p:spPr>
              <p:txBody>
                <a:bodyPr/>
                <a:lstStyle/>
                <a:p>
                  <a:r>
                    <a:rPr lang="en-GB">
                      <a:noFill/>
                    </a:rPr>
                    <a:t> </a:t>
                  </a:r>
                </a:p>
              </p:txBody>
            </p:sp>
          </mc:Fallback>
        </mc:AlternateContent>
        <p:sp>
          <p:nvSpPr>
            <p:cNvPr id="35" name="TextBox 34">
              <a:extLst>
                <a:ext uri="{FF2B5EF4-FFF2-40B4-BE49-F238E27FC236}">
                  <a16:creationId xmlns:a16="http://schemas.microsoft.com/office/drawing/2014/main" id="{1D09904F-4B2F-06F1-58A6-4C5EDBC0F31C}"/>
                </a:ext>
              </a:extLst>
            </p:cNvPr>
            <p:cNvSpPr txBox="1"/>
            <p:nvPr/>
          </p:nvSpPr>
          <p:spPr>
            <a:xfrm>
              <a:off x="57760" y="1756491"/>
              <a:ext cx="950901" cy="307777"/>
            </a:xfrm>
            <a:prstGeom prst="rect">
              <a:avLst/>
            </a:prstGeom>
            <a:noFill/>
          </p:spPr>
          <p:txBody>
            <a:bodyPr wrap="none" rtlCol="0">
              <a:spAutoFit/>
            </a:bodyPr>
            <a:lstStyle/>
            <a:p>
              <a:r>
                <a:rPr lang="en-GB" sz="1400" u="sng" dirty="0">
                  <a:solidFill>
                    <a:srgbClr val="FF0000"/>
                  </a:solidFill>
                </a:rPr>
                <a:t>Posterior:</a:t>
              </a:r>
            </a:p>
          </p:txBody>
        </p:sp>
      </p:grpSp>
    </p:spTree>
    <p:extLst>
      <p:ext uri="{BB962C8B-B14F-4D97-AF65-F5344CB8AC3E}">
        <p14:creationId xmlns:p14="http://schemas.microsoft.com/office/powerpoint/2010/main" val="260244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99C9F3-7FE6-98C9-046C-E09C1BAA67C1}"/>
              </a:ext>
            </a:extLst>
          </p:cNvPr>
          <p:cNvSpPr>
            <a:spLocks noGrp="1"/>
          </p:cNvSpPr>
          <p:nvPr>
            <p:ph type="title"/>
          </p:nvPr>
        </p:nvSpPr>
        <p:spPr/>
        <p:txBody>
          <a:bodyPr/>
          <a:lstStyle/>
          <a:p>
            <a:pPr algn="ctr"/>
            <a:r>
              <a:rPr lang="en-GB" dirty="0"/>
              <a:t>Most parsimonious model </a:t>
            </a:r>
          </a:p>
        </p:txBody>
      </p:sp>
      <p:sp>
        <p:nvSpPr>
          <p:cNvPr id="9" name="Title 3">
            <a:extLst>
              <a:ext uri="{FF2B5EF4-FFF2-40B4-BE49-F238E27FC236}">
                <a16:creationId xmlns:a16="http://schemas.microsoft.com/office/drawing/2014/main" id="{77FB69B4-6702-9CEB-0DA7-9E45EFD1F02F}"/>
              </a:ext>
            </a:extLst>
          </p:cNvPr>
          <p:cNvSpPr txBox="1">
            <a:spLocks/>
          </p:cNvSpPr>
          <p:nvPr/>
        </p:nvSpPr>
        <p:spPr>
          <a:xfrm>
            <a:off x="457200" y="2729257"/>
            <a:ext cx="8229600" cy="2229189"/>
          </a:xfrm>
          <a:prstGeom prst="rect">
            <a:avLst/>
          </a:prstGeom>
        </p:spPr>
        <p:txBody>
          <a:bodyPr vert="horz" lIns="0" tIns="45720" rIns="0" bIns="0" rtlCol="0" anchor="ctr">
            <a:noAutofit/>
          </a:bodyPr>
          <a:lstStyle>
            <a:lvl1pPr algn="l" defTabSz="457200" rtl="0" eaLnBrk="1" latinLnBrk="0" hangingPunct="1">
              <a:spcBef>
                <a:spcPct val="0"/>
              </a:spcBef>
              <a:buNone/>
              <a:defRPr sz="4000" b="0" kern="1200">
                <a:solidFill>
                  <a:srgbClr val="003E74"/>
                </a:solidFill>
                <a:latin typeface="Arial"/>
                <a:ea typeface="+mj-ea"/>
                <a:cs typeface="Arial"/>
              </a:defRPr>
            </a:lvl1pPr>
          </a:lstStyle>
          <a:p>
            <a:pPr algn="ctr"/>
            <a:r>
              <a:rPr lang="en-GB" dirty="0"/>
              <a:t>Model with max. evidence</a:t>
            </a:r>
          </a:p>
        </p:txBody>
      </p:sp>
      <p:sp>
        <p:nvSpPr>
          <p:cNvPr id="10" name="Equals 9">
            <a:extLst>
              <a:ext uri="{FF2B5EF4-FFF2-40B4-BE49-F238E27FC236}">
                <a16:creationId xmlns:a16="http://schemas.microsoft.com/office/drawing/2014/main" id="{BF6E1E17-D5BD-9D04-20C8-40DDF9F4DC15}"/>
              </a:ext>
            </a:extLst>
          </p:cNvPr>
          <p:cNvSpPr/>
          <p:nvPr/>
        </p:nvSpPr>
        <p:spPr>
          <a:xfrm>
            <a:off x="3795282" y="1795032"/>
            <a:ext cx="1553435" cy="1553435"/>
          </a:xfrm>
          <a:prstGeom prst="mathEqual">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380612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454D8-E96D-FF0A-B2F2-E8CACE608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B8E5B-9608-D14F-6C59-804D7DA57204}"/>
              </a:ext>
            </a:extLst>
          </p:cNvPr>
          <p:cNvSpPr>
            <a:spLocks noGrp="1"/>
          </p:cNvSpPr>
          <p:nvPr>
            <p:ph type="title"/>
          </p:nvPr>
        </p:nvSpPr>
        <p:spPr>
          <a:xfrm>
            <a:off x="147484" y="77690"/>
            <a:ext cx="8884428" cy="444829"/>
          </a:xfrm>
        </p:spPr>
        <p:txBody>
          <a:bodyPr/>
          <a:lstStyle/>
          <a:p>
            <a:r>
              <a:rPr lang="en-GB" dirty="0"/>
              <a:t>Computing Evidence – Gaussian case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D7ACD7-5D98-A2E3-3072-71DA76D0AB7C}"/>
                  </a:ext>
                </a:extLst>
              </p:cNvPr>
              <p:cNvSpPr txBox="1"/>
              <p:nvPr/>
            </p:nvSpPr>
            <p:spPr>
              <a:xfrm>
                <a:off x="1699315" y="586899"/>
                <a:ext cx="3627148" cy="69371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nary>
                        <m:naryPr>
                          <m:supHide m:val="on"/>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𝜉</m:t>
                          </m:r>
                        </m:sub>
                        <m:sup/>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r>
                                <a:rPr kumimoji="0" lang="en-GB" sz="18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e>
                              <m:sSub>
                                <m:sSub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𝑑</m:t>
                          </m:r>
                          <m:r>
                            <a:rPr kumimoji="0" lang="en-GB"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𝝃</m:t>
                          </m:r>
                        </m:e>
                      </m:nary>
                    </m:oMath>
                  </m:oMathPara>
                </a14:m>
                <a:endParaRPr kumimoji="0" lang="en-GB" sz="1800" b="1"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6" name="TextBox 5">
                <a:extLst>
                  <a:ext uri="{FF2B5EF4-FFF2-40B4-BE49-F238E27FC236}">
                    <a16:creationId xmlns:a16="http://schemas.microsoft.com/office/drawing/2014/main" id="{97D7ACD7-5D98-A2E3-3072-71DA76D0AB7C}"/>
                  </a:ext>
                </a:extLst>
              </p:cNvPr>
              <p:cNvSpPr txBox="1">
                <a:spLocks noRot="1" noChangeAspect="1" noMove="1" noResize="1" noEditPoints="1" noAdjustHandles="1" noChangeArrowheads="1" noChangeShapeType="1" noTextEdit="1"/>
              </p:cNvSpPr>
              <p:nvPr/>
            </p:nvSpPr>
            <p:spPr>
              <a:xfrm>
                <a:off x="1699315" y="586899"/>
                <a:ext cx="3627148" cy="693716"/>
              </a:xfrm>
              <a:prstGeom prst="rect">
                <a:avLst/>
              </a:prstGeom>
              <a:blipFill>
                <a:blip r:embed="rId3"/>
                <a:stretch>
                  <a:fillRect l="-6620" t="-165455" b="-2327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F6600BC-093E-89EF-19F6-8EB14375E934}"/>
                  </a:ext>
                </a:extLst>
              </p:cNvPr>
              <p:cNvSpPr txBox="1"/>
              <p:nvPr/>
            </p:nvSpPr>
            <p:spPr>
              <a:xfrm>
                <a:off x="2142573" y="1200604"/>
                <a:ext cx="6571351" cy="79028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𝑀𝐴𝑃</m:t>
                              </m:r>
                            </m:sub>
                          </m:s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    </m:t>
                      </m:r>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sSub>
                            <m:sSubPr>
                              <m:ctrlP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sub>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𝑀𝐴𝑃</m:t>
                              </m:r>
                            </m:sub>
                          </m:sSub>
                        </m:e>
                        <m:e>
                          <m:sSub>
                            <m:sSub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     </m:t>
                      </m:r>
                      <m:sSup>
                        <m:sSup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sSupPr>
                        <m:e>
                          <m:d>
                            <m:dPr>
                              <m:begChr m:val="["/>
                              <m:endChr m:val="]"/>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unc>
                                <m:func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det</m:t>
                                  </m:r>
                                </m:fName>
                                <m:e>
                                  <m:d>
                                    <m:d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
                                        <m:f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Pr>
                                        <m:num>
                                          <m:r>
                                            <a:rPr kumimoji="0" lang="en-GB" sz="24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num>
                                        <m:den>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𝜋</m:t>
                                          </m:r>
                                        </m:den>
                                      </m:f>
                                    </m:e>
                                  </m:d>
                                </m:e>
                              </m:func>
                            </m:e>
                          </m:d>
                        </m:e>
                        <m:sup>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−1/2</m:t>
                          </m:r>
                        </m:sup>
                      </m:sSup>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a:extLst>
                  <a:ext uri="{FF2B5EF4-FFF2-40B4-BE49-F238E27FC236}">
                    <a16:creationId xmlns:a16="http://schemas.microsoft.com/office/drawing/2014/main" id="{EF6600BC-093E-89EF-19F6-8EB14375E934}"/>
                  </a:ext>
                </a:extLst>
              </p:cNvPr>
              <p:cNvSpPr txBox="1">
                <a:spLocks noRot="1" noChangeAspect="1" noMove="1" noResize="1" noEditPoints="1" noAdjustHandles="1" noChangeArrowheads="1" noChangeShapeType="1" noTextEdit="1"/>
              </p:cNvSpPr>
              <p:nvPr/>
            </p:nvSpPr>
            <p:spPr>
              <a:xfrm>
                <a:off x="2142573" y="1200604"/>
                <a:ext cx="6571351" cy="790281"/>
              </a:xfrm>
              <a:prstGeom prst="rect">
                <a:avLst/>
              </a:prstGeom>
              <a:blipFill>
                <a:blip r:embed="rId4"/>
                <a:stretch>
                  <a:fillRect b="-11111"/>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E6C8A8D8-F80B-1792-8AF1-2F22E38F202C}"/>
              </a:ext>
            </a:extLst>
          </p:cNvPr>
          <p:cNvSpPr txBox="1"/>
          <p:nvPr/>
        </p:nvSpPr>
        <p:spPr>
          <a:xfrm>
            <a:off x="2511980" y="1996984"/>
            <a:ext cx="1872629"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3E74"/>
                </a:solidFill>
                <a:effectLst/>
                <a:uLnTx/>
                <a:uFillTx/>
                <a:latin typeface="Arial"/>
                <a:ea typeface="+mn-ea"/>
                <a:cs typeface="+mn-cs"/>
              </a:rPr>
              <a:t>Likelihood @ MAP</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930978B-C576-BA32-9B9A-AEDDF3D6C325}"/>
                  </a:ext>
                </a:extLst>
              </p:cNvPr>
              <p:cNvSpPr txBox="1"/>
              <p:nvPr/>
            </p:nvSpPr>
            <p:spPr>
              <a:xfrm>
                <a:off x="6315022" y="1996984"/>
                <a:ext cx="279916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A88000"/>
                    </a:solidFill>
                    <a:effectLst/>
                    <a:uLnTx/>
                    <a:uFillTx/>
                    <a:latin typeface="Arial"/>
                    <a:ea typeface="+mn-ea"/>
                    <a:cs typeface="+mn-cs"/>
                  </a:rPr>
                  <a:t>Uncertainty in </a:t>
                </a:r>
                <a14:m>
                  <m:oMath xmlns:m="http://schemas.openxmlformats.org/officeDocument/2006/math">
                    <m:r>
                      <a:rPr kumimoji="0" lang="en-GB" sz="1600" b="1" i="1" u="none" strike="noStrike" kern="1200" cap="none" spc="0" normalizeH="0" baseline="0" noProof="0" smtClean="0">
                        <a:ln>
                          <a:noFill/>
                        </a:ln>
                        <a:solidFill>
                          <a:srgbClr val="A88000"/>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A88000"/>
                    </a:solidFill>
                    <a:effectLst/>
                    <a:uLnTx/>
                    <a:uFillTx/>
                    <a:latin typeface="Arial"/>
                    <a:ea typeface="+mn-ea"/>
                    <a:cs typeface="+mn-cs"/>
                  </a:rPr>
                  <a:t> around MAP</a:t>
                </a:r>
              </a:p>
            </p:txBody>
          </p:sp>
        </mc:Choice>
        <mc:Fallback xmlns="">
          <p:sp>
            <p:nvSpPr>
              <p:cNvPr id="14" name="TextBox 13">
                <a:extLst>
                  <a:ext uri="{FF2B5EF4-FFF2-40B4-BE49-F238E27FC236}">
                    <a16:creationId xmlns:a16="http://schemas.microsoft.com/office/drawing/2014/main" id="{A930978B-C576-BA32-9B9A-AEDDF3D6C325}"/>
                  </a:ext>
                </a:extLst>
              </p:cNvPr>
              <p:cNvSpPr txBox="1">
                <a:spLocks noRot="1" noChangeAspect="1" noMove="1" noResize="1" noEditPoints="1" noAdjustHandles="1" noChangeArrowheads="1" noChangeShapeType="1" noTextEdit="1"/>
              </p:cNvSpPr>
              <p:nvPr/>
            </p:nvSpPr>
            <p:spPr>
              <a:xfrm>
                <a:off x="6315022" y="1996984"/>
                <a:ext cx="2799164" cy="338554"/>
              </a:xfrm>
              <a:prstGeom prst="rect">
                <a:avLst/>
              </a:prstGeom>
              <a:blipFill>
                <a:blip r:embed="rId5"/>
                <a:stretch>
                  <a:fillRect l="-1357" t="-3704" r="-452" b="-25926"/>
                </a:stretch>
              </a:blipFill>
            </p:spPr>
            <p:txBody>
              <a:bodyPr/>
              <a:lstStyle/>
              <a:p>
                <a:r>
                  <a:rPr lang="en-GB">
                    <a:noFill/>
                  </a:rPr>
                  <a:t> </a:t>
                </a:r>
              </a:p>
            </p:txBody>
          </p:sp>
        </mc:Fallback>
      </mc:AlternateContent>
      <p:sp>
        <p:nvSpPr>
          <p:cNvPr id="19" name="Rectangle 18">
            <a:extLst>
              <a:ext uri="{FF2B5EF4-FFF2-40B4-BE49-F238E27FC236}">
                <a16:creationId xmlns:a16="http://schemas.microsoft.com/office/drawing/2014/main" id="{7D58B79B-55D8-1941-D6A2-4061D14B50B8}"/>
              </a:ext>
            </a:extLst>
          </p:cNvPr>
          <p:cNvSpPr/>
          <p:nvPr/>
        </p:nvSpPr>
        <p:spPr>
          <a:xfrm>
            <a:off x="116314" y="3762576"/>
            <a:ext cx="2235181" cy="127363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AD13C3E-C645-9F3E-0897-A48B518F576A}"/>
                  </a:ext>
                </a:extLst>
              </p:cNvPr>
              <p:cNvSpPr txBox="1"/>
              <p:nvPr/>
            </p:nvSpPr>
            <p:spPr>
              <a:xfrm>
                <a:off x="-138259" y="3762576"/>
                <a:ext cx="1647046" cy="377347"/>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GB" b="1" i="1">
                          <a:solidFill>
                            <a:srgbClr val="000000"/>
                          </a:solidFill>
                          <a:latin typeface="Cambria Math" panose="02040503050406030204" pitchFamily="18" charset="0"/>
                        </a:rPr>
                        <m:t>𝒚</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a:extLst>
                  <a:ext uri="{FF2B5EF4-FFF2-40B4-BE49-F238E27FC236}">
                    <a16:creationId xmlns:a16="http://schemas.microsoft.com/office/drawing/2014/main" id="{7AD13C3E-C645-9F3E-0897-A48B518F576A}"/>
                  </a:ext>
                </a:extLst>
              </p:cNvPr>
              <p:cNvSpPr txBox="1">
                <a:spLocks noRot="1" noChangeAspect="1" noMove="1" noResize="1" noEditPoints="1" noAdjustHandles="1" noChangeArrowheads="1" noChangeShapeType="1" noTextEdit="1"/>
              </p:cNvSpPr>
              <p:nvPr/>
            </p:nvSpPr>
            <p:spPr>
              <a:xfrm>
                <a:off x="-138259" y="3762576"/>
                <a:ext cx="1647046" cy="377347"/>
              </a:xfrm>
              <a:prstGeom prst="rect">
                <a:avLst/>
              </a:prstGeom>
              <a:blipFill>
                <a:blip r:embed="rId6"/>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D85515A-996B-CD87-E131-E4D24A26AF01}"/>
                  </a:ext>
                </a:extLst>
              </p:cNvPr>
              <p:cNvSpPr txBox="1"/>
              <p:nvPr/>
            </p:nvSpPr>
            <p:spPr>
              <a:xfrm>
                <a:off x="-57150" y="4078323"/>
                <a:ext cx="74241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1" name="TextBox 20">
                <a:extLst>
                  <a:ext uri="{FF2B5EF4-FFF2-40B4-BE49-F238E27FC236}">
                    <a16:creationId xmlns:a16="http://schemas.microsoft.com/office/drawing/2014/main" id="{FB3DB105-6DE4-F32F-4266-B5EB22A5726A}"/>
                  </a:ext>
                </a:extLst>
              </p:cNvPr>
              <p:cNvSpPr txBox="1">
                <a:spLocks noRot="1" noChangeAspect="1" noMove="1" noResize="1" noEditPoints="1" noAdjustHandles="1" noChangeArrowheads="1" noChangeShapeType="1" noTextEdit="1"/>
              </p:cNvSpPr>
              <p:nvPr/>
            </p:nvSpPr>
            <p:spPr>
              <a:xfrm>
                <a:off x="-57150" y="4078323"/>
                <a:ext cx="742414" cy="369332"/>
              </a:xfrm>
              <a:prstGeom prst="rect">
                <a:avLst/>
              </a:prstGeom>
              <a:blipFill>
                <a:blip r:embed="rId9"/>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EC607A7-6BAC-23A7-4B35-C837B528C5BE}"/>
                  </a:ext>
                </a:extLst>
              </p:cNvPr>
              <p:cNvSpPr txBox="1"/>
              <p:nvPr/>
            </p:nvSpPr>
            <p:spPr>
              <a:xfrm>
                <a:off x="11762" y="4398339"/>
                <a:ext cx="55082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a:extLst>
                  <a:ext uri="{FF2B5EF4-FFF2-40B4-BE49-F238E27FC236}">
                    <a16:creationId xmlns:a16="http://schemas.microsoft.com/office/drawing/2014/main" id="{FA61DFE6-1BD2-80DD-F903-E9F83F4B5AF0}"/>
                  </a:ext>
                </a:extLst>
              </p:cNvPr>
              <p:cNvSpPr txBox="1">
                <a:spLocks noRot="1" noChangeAspect="1" noMove="1" noResize="1" noEditPoints="1" noAdjustHandles="1" noChangeArrowheads="1" noChangeShapeType="1" noTextEdit="1"/>
              </p:cNvSpPr>
              <p:nvPr/>
            </p:nvSpPr>
            <p:spPr>
              <a:xfrm>
                <a:off x="11762" y="4398339"/>
                <a:ext cx="550824" cy="369332"/>
              </a:xfrm>
              <a:prstGeom prst="rect">
                <a:avLst/>
              </a:prstGeom>
              <a:blipFill>
                <a:blip r:embed="rId10"/>
                <a:stretch>
                  <a:fillRect b="-16667"/>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D4D66B2F-D131-2DEE-0B99-4FADA3839436}"/>
              </a:ext>
            </a:extLst>
          </p:cNvPr>
          <p:cNvSpPr txBox="1"/>
          <p:nvPr/>
        </p:nvSpPr>
        <p:spPr>
          <a:xfrm>
            <a:off x="1192675" y="3825783"/>
            <a:ext cx="56297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24" name="TextBox 23">
            <a:extLst>
              <a:ext uri="{FF2B5EF4-FFF2-40B4-BE49-F238E27FC236}">
                <a16:creationId xmlns:a16="http://schemas.microsoft.com/office/drawing/2014/main" id="{EDA803B8-4362-01CB-779E-D67B88C49B31}"/>
              </a:ext>
            </a:extLst>
          </p:cNvPr>
          <p:cNvSpPr txBox="1"/>
          <p:nvPr/>
        </p:nvSpPr>
        <p:spPr>
          <a:xfrm>
            <a:off x="459249" y="4142137"/>
            <a:ext cx="67197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25" name="TextBox 24">
            <a:extLst>
              <a:ext uri="{FF2B5EF4-FFF2-40B4-BE49-F238E27FC236}">
                <a16:creationId xmlns:a16="http://schemas.microsoft.com/office/drawing/2014/main" id="{98665D25-CA26-0148-0FBB-EB62C9A7F588}"/>
              </a:ext>
            </a:extLst>
          </p:cNvPr>
          <p:cNvSpPr txBox="1"/>
          <p:nvPr/>
        </p:nvSpPr>
        <p:spPr>
          <a:xfrm>
            <a:off x="378803" y="4447655"/>
            <a:ext cx="162576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Fitting parameters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C893A12-78FB-01AC-11AF-50B3D67F52D3}"/>
                  </a:ext>
                </a:extLst>
              </p:cNvPr>
              <p:cNvSpPr txBox="1"/>
              <p:nvPr/>
            </p:nvSpPr>
            <p:spPr>
              <a:xfrm>
                <a:off x="111770" y="4724865"/>
                <a:ext cx="334903"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6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𝐀</m:t>
                      </m:r>
                    </m:oMath>
                  </m:oMathPara>
                </a14:m>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7" name="TextBox 26">
                <a:extLst>
                  <a:ext uri="{FF2B5EF4-FFF2-40B4-BE49-F238E27FC236}">
                    <a16:creationId xmlns:a16="http://schemas.microsoft.com/office/drawing/2014/main" id="{D02762E0-DE18-9ACE-159A-705254901A8D}"/>
                  </a:ext>
                </a:extLst>
              </p:cNvPr>
              <p:cNvSpPr txBox="1">
                <a:spLocks noRot="1" noChangeAspect="1" noMove="1" noResize="1" noEditPoints="1" noAdjustHandles="1" noChangeArrowheads="1" noChangeShapeType="1" noTextEdit="1"/>
              </p:cNvSpPr>
              <p:nvPr/>
            </p:nvSpPr>
            <p:spPr>
              <a:xfrm>
                <a:off x="111770" y="4724865"/>
                <a:ext cx="334903" cy="338554"/>
              </a:xfrm>
              <a:prstGeom prst="rect">
                <a:avLst/>
              </a:prstGeom>
              <a:blipFill>
                <a:blip r:embed="rId11"/>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E76463A3-7B2E-CFE7-F577-3C0DBA231951}"/>
              </a:ext>
            </a:extLst>
          </p:cNvPr>
          <p:cNvSpPr txBox="1"/>
          <p:nvPr/>
        </p:nvSpPr>
        <p:spPr>
          <a:xfrm>
            <a:off x="381373" y="4732955"/>
            <a:ext cx="259865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Parameter Covariance </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6A0318D-E68E-4701-91DE-8C068C827D1E}"/>
                  </a:ext>
                </a:extLst>
              </p:cNvPr>
              <p:cNvSpPr txBox="1"/>
              <p:nvPr/>
            </p:nvSpPr>
            <p:spPr>
              <a:xfrm>
                <a:off x="-40435" y="705797"/>
                <a:ext cx="2388975"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e>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e>
                      </m:d>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t>𝐷</m:t>
                          </m:r>
                        </m:e>
                        <m:e>
                          <m:sSub>
                            <m:sSub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e>
                      </m:d>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TextBox 17">
                <a:extLst>
                  <a:ext uri="{FF2B5EF4-FFF2-40B4-BE49-F238E27FC236}">
                    <a16:creationId xmlns:a16="http://schemas.microsoft.com/office/drawing/2014/main" id="{F6A0318D-E68E-4701-91DE-8C068C827D1E}"/>
                  </a:ext>
                </a:extLst>
              </p:cNvPr>
              <p:cNvSpPr txBox="1">
                <a:spLocks noRot="1" noChangeAspect="1" noMove="1" noResize="1" noEditPoints="1" noAdjustHandles="1" noChangeArrowheads="1" noChangeShapeType="1" noTextEdit="1"/>
              </p:cNvSpPr>
              <p:nvPr/>
            </p:nvSpPr>
            <p:spPr>
              <a:xfrm>
                <a:off x="-40435" y="705797"/>
                <a:ext cx="2388975" cy="369332"/>
              </a:xfrm>
              <a:prstGeom prst="rect">
                <a:avLst/>
              </a:prstGeom>
              <a:blipFill>
                <a:blip r:embed="rId12"/>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CBCB9E9-B78E-4EBA-DE0B-20AD0FF409EE}"/>
                  </a:ext>
                </a:extLst>
              </p:cNvPr>
              <p:cNvSpPr txBox="1"/>
              <p:nvPr/>
            </p:nvSpPr>
            <p:spPr>
              <a:xfrm>
                <a:off x="4501539" y="1996984"/>
                <a:ext cx="1834156" cy="338554"/>
              </a:xfrm>
              <a:prstGeom prst="rect">
                <a:avLst/>
              </a:prstGeom>
              <a:noFill/>
            </p:spPr>
            <p:txBody>
              <a:bodyPr wrap="none" rtlCol="0">
                <a:spAutoFit/>
              </a:bodyPr>
              <a:lstStyle/>
              <a:p>
                <a:pPr lvl="0">
                  <a:defRPr/>
                </a:pP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Prior</a:t>
                </a:r>
                <a:r>
                  <a:rPr kumimoji="0" lang="en-GB" sz="1600" b="0" i="0" u="none" strike="noStrike" kern="1200" cap="none" spc="0" normalizeH="0" noProof="0" dirty="0">
                    <a:ln>
                      <a:noFill/>
                    </a:ln>
                    <a:solidFill>
                      <a:srgbClr val="9D9D9D">
                        <a:lumMod val="75000"/>
                      </a:srgbClr>
                    </a:solidFill>
                    <a:effectLst/>
                    <a:uLnTx/>
                    <a:uFillTx/>
                    <a:latin typeface="Arial"/>
                    <a:ea typeface="+mn-ea"/>
                    <a:cs typeface="+mn-cs"/>
                  </a:rPr>
                  <a:t> on</a:t>
                </a: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 </a:t>
                </a:r>
                <a14:m>
                  <m:oMath xmlns:m="http://schemas.openxmlformats.org/officeDocument/2006/math">
                    <m:r>
                      <a:rPr kumimoji="0" lang="en-GB" sz="1600" b="1" i="1" u="none" strike="noStrike" kern="1200" cap="none" spc="0" normalizeH="0" baseline="0" noProof="0" smtClean="0">
                        <a:ln>
                          <a:noFill/>
                        </a:ln>
                        <a:solidFill>
                          <a:srgbClr val="7F7F7F"/>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7F7F7F"/>
                    </a:solidFill>
                    <a:effectLst/>
                    <a:uLnTx/>
                    <a:uFillTx/>
                    <a:latin typeface="Arial"/>
                    <a:ea typeface="+mn-ea"/>
                    <a:cs typeface="+mn-cs"/>
                  </a:rPr>
                  <a:t> </a:t>
                </a:r>
                <a:r>
                  <a:rPr lang="en-GB" sz="1600" dirty="0">
                    <a:solidFill>
                      <a:srgbClr val="7F7F7F"/>
                    </a:solidFill>
                  </a:rPr>
                  <a:t>@ MAP</a:t>
                </a:r>
                <a:endPar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endParaRPr>
              </a:p>
            </p:txBody>
          </p:sp>
        </mc:Choice>
        <mc:Fallback xmlns="">
          <p:sp>
            <p:nvSpPr>
              <p:cNvPr id="15" name="TextBox 14">
                <a:extLst>
                  <a:ext uri="{FF2B5EF4-FFF2-40B4-BE49-F238E27FC236}">
                    <a16:creationId xmlns:a16="http://schemas.microsoft.com/office/drawing/2014/main" id="{3CBCB9E9-B78E-4EBA-DE0B-20AD0FF409EE}"/>
                  </a:ext>
                </a:extLst>
              </p:cNvPr>
              <p:cNvSpPr txBox="1">
                <a:spLocks noRot="1" noChangeAspect="1" noMove="1" noResize="1" noEditPoints="1" noAdjustHandles="1" noChangeArrowheads="1" noChangeShapeType="1" noTextEdit="1"/>
              </p:cNvSpPr>
              <p:nvPr/>
            </p:nvSpPr>
            <p:spPr>
              <a:xfrm>
                <a:off x="4501539" y="1996984"/>
                <a:ext cx="1834156" cy="338554"/>
              </a:xfrm>
              <a:prstGeom prst="rect">
                <a:avLst/>
              </a:prstGeom>
              <a:blipFill>
                <a:blip r:embed="rId13"/>
                <a:stretch>
                  <a:fillRect l="-2069" t="-3704" r="-1379" b="-25926"/>
                </a:stretch>
              </a:blipFill>
            </p:spPr>
            <p:txBody>
              <a:bodyPr/>
              <a:lstStyle/>
              <a:p>
                <a:r>
                  <a:rPr lang="en-GB">
                    <a:noFill/>
                  </a:rPr>
                  <a:t> </a:t>
                </a:r>
              </a:p>
            </p:txBody>
          </p:sp>
        </mc:Fallback>
      </mc:AlternateContent>
      <p:grpSp>
        <p:nvGrpSpPr>
          <p:cNvPr id="33" name="Group 32">
            <a:extLst>
              <a:ext uri="{FF2B5EF4-FFF2-40B4-BE49-F238E27FC236}">
                <a16:creationId xmlns:a16="http://schemas.microsoft.com/office/drawing/2014/main" id="{D652BFE9-64DE-EBFE-8820-A901644B8111}"/>
              </a:ext>
            </a:extLst>
          </p:cNvPr>
          <p:cNvGrpSpPr/>
          <p:nvPr/>
        </p:nvGrpSpPr>
        <p:grpSpPr>
          <a:xfrm>
            <a:off x="2660138" y="2637545"/>
            <a:ext cx="3530868" cy="2332815"/>
            <a:chOff x="93517" y="1834471"/>
            <a:chExt cx="2335012" cy="1542723"/>
          </a:xfrm>
        </p:grpSpPr>
        <p:pic>
          <p:nvPicPr>
            <p:cNvPr id="3" name="Picture 2">
              <a:extLst>
                <a:ext uri="{FF2B5EF4-FFF2-40B4-BE49-F238E27FC236}">
                  <a16:creationId xmlns:a16="http://schemas.microsoft.com/office/drawing/2014/main" id="{ABD597CE-A001-B8FD-50E2-AD6DDF4A426A}"/>
                </a:ext>
              </a:extLst>
            </p:cNvPr>
            <p:cNvPicPr>
              <a:picLocks noChangeAspect="1"/>
            </p:cNvPicPr>
            <p:nvPr/>
          </p:nvPicPr>
          <p:blipFill>
            <a:blip r:embed="rId14"/>
            <a:srcRect l="6202" r="5396"/>
            <a:stretch>
              <a:fillRect/>
            </a:stretch>
          </p:blipFill>
          <p:spPr>
            <a:xfrm>
              <a:off x="93517" y="2073364"/>
              <a:ext cx="2049056" cy="1303830"/>
            </a:xfrm>
            <a:prstGeom prst="rect">
              <a:avLst/>
            </a:prstGeom>
          </p:spPr>
        </p:pic>
        <p:cxnSp>
          <p:nvCxnSpPr>
            <p:cNvPr id="7" name="Straight Arrow Connector 6">
              <a:extLst>
                <a:ext uri="{FF2B5EF4-FFF2-40B4-BE49-F238E27FC236}">
                  <a16:creationId xmlns:a16="http://schemas.microsoft.com/office/drawing/2014/main" id="{3F41ACDC-CC23-DA98-B68A-F70614F31948}"/>
                </a:ext>
              </a:extLst>
            </p:cNvPr>
            <p:cNvCxnSpPr/>
            <p:nvPr/>
          </p:nvCxnSpPr>
          <p:spPr>
            <a:xfrm>
              <a:off x="904670" y="2725279"/>
              <a:ext cx="498764" cy="0"/>
            </a:xfrm>
            <a:prstGeom prst="straightConnector1">
              <a:avLst/>
            </a:prstGeom>
            <a:ln>
              <a:solidFill>
                <a:srgbClr val="E8B202"/>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66DEE17-3ED9-3031-09A1-FCCC9F85EB0D}"/>
                    </a:ext>
                  </a:extLst>
                </p:cNvPr>
                <p:cNvSpPr txBox="1"/>
                <p:nvPr/>
              </p:nvSpPr>
              <p:spPr>
                <a:xfrm>
                  <a:off x="995720" y="2717560"/>
                  <a:ext cx="3166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8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oMath>
                    </m:oMathPara>
                  </a14:m>
                  <a:endParaRPr lang="en-GB" dirty="0"/>
                </a:p>
              </p:txBody>
            </p:sp>
          </mc:Choice>
          <mc:Fallback xmlns="">
            <p:sp>
              <p:nvSpPr>
                <p:cNvPr id="11" name="TextBox 10">
                  <a:extLst>
                    <a:ext uri="{FF2B5EF4-FFF2-40B4-BE49-F238E27FC236}">
                      <a16:creationId xmlns:a16="http://schemas.microsoft.com/office/drawing/2014/main" id="{466DEE17-3ED9-3031-09A1-FCCC9F85EB0D}"/>
                    </a:ext>
                  </a:extLst>
                </p:cNvPr>
                <p:cNvSpPr txBox="1">
                  <a:spLocks noRot="1" noChangeAspect="1" noMove="1" noResize="1" noEditPoints="1" noAdjustHandles="1" noChangeArrowheads="1" noChangeShapeType="1" noTextEdit="1"/>
                </p:cNvSpPr>
                <p:nvPr/>
              </p:nvSpPr>
              <p:spPr>
                <a:xfrm>
                  <a:off x="995720" y="2717560"/>
                  <a:ext cx="316664" cy="369332"/>
                </a:xfrm>
                <a:prstGeom prst="rect">
                  <a:avLst/>
                </a:prstGeom>
                <a:blipFill>
                  <a:blip r:embed="rId15"/>
                  <a:stretch>
                    <a:fillRect/>
                  </a:stretch>
                </a:blipFill>
              </p:spPr>
              <p:txBody>
                <a:bodyPr/>
                <a:lstStyle/>
                <a:p>
                  <a:r>
                    <a:rPr lang="en-GB">
                      <a:noFill/>
                    </a:rPr>
                    <a:t> </a:t>
                  </a:r>
                </a:p>
              </p:txBody>
            </p:sp>
          </mc:Fallback>
        </mc:AlternateContent>
        <p:sp>
          <p:nvSpPr>
            <p:cNvPr id="13" name="5-point Star 12">
              <a:extLst>
                <a:ext uri="{FF2B5EF4-FFF2-40B4-BE49-F238E27FC236}">
                  <a16:creationId xmlns:a16="http://schemas.microsoft.com/office/drawing/2014/main" id="{5D1A6CAC-5A9F-8E2C-96A3-C160B10BFBDB}"/>
                </a:ext>
              </a:extLst>
            </p:cNvPr>
            <p:cNvSpPr/>
            <p:nvPr/>
          </p:nvSpPr>
          <p:spPr>
            <a:xfrm>
              <a:off x="1039565" y="2130885"/>
              <a:ext cx="194339" cy="173812"/>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F46D6F7-FB2C-871E-FC3F-1257EB0404ED}"/>
                    </a:ext>
                  </a:extLst>
                </p:cNvPr>
                <p:cNvSpPr txBox="1"/>
                <p:nvPr/>
              </p:nvSpPr>
              <p:spPr>
                <a:xfrm>
                  <a:off x="1192757" y="1956871"/>
                  <a:ext cx="1235772" cy="223890"/>
                </a:xfrm>
                <a:prstGeom prst="rect">
                  <a:avLst/>
                </a:prstGeom>
                <a:solidFill>
                  <a:srgbClr val="FFFFFF">
                    <a:alpha val="58039"/>
                  </a:srgbClr>
                </a:solid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600" b="0" i="1" u="none" strike="noStrike" kern="1200" cap="none" spc="0" normalizeH="0" baseline="0" noProof="0" smtClean="0">
                            <a:ln>
                              <a:noFill/>
                            </a:ln>
                            <a:solidFill>
                              <a:schemeClr val="accent1"/>
                            </a:solidFill>
                            <a:effectLst/>
                            <a:uLnTx/>
                            <a:uFillTx/>
                            <a:latin typeface="Cambria Math" panose="02040503050406030204" pitchFamily="18" charset="0"/>
                          </a:rPr>
                          <m:t>𝑃</m:t>
                        </m:r>
                        <m:d>
                          <m:dPr>
                            <m:ctrlPr>
                              <a:rPr kumimoji="0" lang="en-GB" sz="1600" b="0" i="1" u="none" strike="noStrike" kern="1200" cap="none" spc="0" normalizeH="0" baseline="0" noProof="0">
                                <a:ln>
                                  <a:noFill/>
                                </a:ln>
                                <a:solidFill>
                                  <a:schemeClr val="accent1"/>
                                </a:solidFill>
                                <a:effectLst/>
                                <a:uLnTx/>
                                <a:uFillTx/>
                                <a:latin typeface="Cambria Math" panose="02040503050406030204" pitchFamily="18" charset="0"/>
                              </a:rPr>
                            </m:ctrlPr>
                          </m:dPr>
                          <m:e>
                            <m:r>
                              <a:rPr kumimoji="0" lang="en-GB" sz="1600" b="0" i="1" u="none" strike="noStrike" kern="1200" cap="none" spc="0" normalizeH="0" baseline="0" noProof="0">
                                <a:ln>
                                  <a:noFill/>
                                </a:ln>
                                <a:solidFill>
                                  <a:schemeClr val="accent1"/>
                                </a:solidFill>
                                <a:effectLst/>
                                <a:uLnTx/>
                                <a:uFillTx/>
                                <a:latin typeface="Cambria Math" panose="02040503050406030204" pitchFamily="18" charset="0"/>
                              </a:rPr>
                              <m:t>𝐷</m:t>
                            </m:r>
                          </m:e>
                          <m:e>
                            <m:sSub>
                              <m:sSubPr>
                                <m:ctrlPr>
                                  <a:rPr kumimoji="0" lang="en-GB" sz="1600" b="1" i="1" u="none" strike="noStrike" kern="1200" cap="none" spc="0" normalizeH="0" baseline="0" noProof="0" smtClean="0">
                                    <a:ln>
                                      <a:noFill/>
                                    </a:ln>
                                    <a:solidFill>
                                      <a:schemeClr val="accent1"/>
                                    </a:solidFill>
                                    <a:effectLst/>
                                    <a:uLnTx/>
                                    <a:uFillTx/>
                                    <a:latin typeface="Cambria Math" panose="02040503050406030204" pitchFamily="18" charset="0"/>
                                  </a:rPr>
                                </m:ctrlPr>
                              </m:sSubPr>
                              <m:e>
                                <m:r>
                                  <a:rPr kumimoji="0" lang="en-GB" sz="1600" b="1" i="1" u="none" strike="noStrike" kern="1200" cap="none" spc="0" normalizeH="0" baseline="0" noProof="0">
                                    <a:ln>
                                      <a:noFill/>
                                    </a:ln>
                                    <a:solidFill>
                                      <a:schemeClr val="accent1"/>
                                    </a:solidFill>
                                    <a:effectLst/>
                                    <a:uLnTx/>
                                    <a:uFillTx/>
                                    <a:latin typeface="Cambria Math" panose="02040503050406030204" pitchFamily="18" charset="0"/>
                                  </a:rPr>
                                  <m:t>𝝃</m:t>
                                </m:r>
                              </m:e>
                              <m:sub>
                                <m:r>
                                  <a:rPr kumimoji="0" lang="en-GB" sz="1600" b="0" i="1" u="none" strike="noStrike" kern="1200" cap="none" spc="0" normalizeH="0" baseline="0" noProof="0" smtClean="0">
                                    <a:ln>
                                      <a:noFill/>
                                    </a:ln>
                                    <a:solidFill>
                                      <a:schemeClr val="accent1"/>
                                    </a:solidFill>
                                    <a:effectLst/>
                                    <a:uLnTx/>
                                    <a:uFillTx/>
                                    <a:latin typeface="Cambria Math" panose="02040503050406030204" pitchFamily="18" charset="0"/>
                                  </a:rPr>
                                  <m:t>𝑀𝐴𝑃</m:t>
                                </m:r>
                              </m:sub>
                            </m:sSub>
                            <m:r>
                              <a:rPr kumimoji="0" lang="en-GB" sz="16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rPr>
                              <m:t> </m:t>
                            </m:r>
                          </m:e>
                        </m:d>
                        <m: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𝑃</m:t>
                        </m:r>
                        <m:d>
                          <m:dPr>
                            <m:ctrlP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dPr>
                          <m:e>
                            <m:sSub>
                              <m:sSubPr>
                                <m:ctrlP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sSubPr>
                              <m:e>
                                <m:r>
                                  <a:rPr kumimoji="0" lang="en-GB" sz="1600" b="1"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𝝃</m:t>
                                </m:r>
                              </m:e>
                              <m:sub>
                                <m: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𝑀𝐴𝑃</m:t>
                                </m:r>
                              </m:sub>
                            </m:sSub>
                          </m:e>
                        </m:d>
                      </m:oMath>
                    </m:oMathPara>
                  </a14:m>
                  <a:endParaRPr lang="en-GB" sz="1600" dirty="0"/>
                </a:p>
              </p:txBody>
            </p:sp>
          </mc:Choice>
          <mc:Fallback xmlns="">
            <p:sp>
              <p:nvSpPr>
                <p:cNvPr id="31" name="TextBox 30">
                  <a:extLst>
                    <a:ext uri="{FF2B5EF4-FFF2-40B4-BE49-F238E27FC236}">
                      <a16:creationId xmlns:a16="http://schemas.microsoft.com/office/drawing/2014/main" id="{2F46D6F7-FB2C-871E-FC3F-1257EB0404ED}"/>
                    </a:ext>
                  </a:extLst>
                </p:cNvPr>
                <p:cNvSpPr txBox="1">
                  <a:spLocks noRot="1" noChangeAspect="1" noMove="1" noResize="1" noEditPoints="1" noAdjustHandles="1" noChangeArrowheads="1" noChangeShapeType="1" noTextEdit="1"/>
                </p:cNvSpPr>
                <p:nvPr/>
              </p:nvSpPr>
              <p:spPr>
                <a:xfrm>
                  <a:off x="1192757" y="1956871"/>
                  <a:ext cx="1235772" cy="223890"/>
                </a:xfrm>
                <a:prstGeom prst="rect">
                  <a:avLst/>
                </a:prstGeom>
                <a:blipFill>
                  <a:blip r:embed="rId16"/>
                  <a:stretch>
                    <a:fillRect b="-14286"/>
                  </a:stretch>
                </a:blipFill>
              </p:spPr>
              <p:txBody>
                <a:bodyPr/>
                <a:lstStyle/>
                <a:p>
                  <a:r>
                    <a:rPr lang="en-GB">
                      <a:noFill/>
                    </a:rPr>
                    <a:t> </a:t>
                  </a:r>
                </a:p>
              </p:txBody>
            </p:sp>
          </mc:Fallback>
        </mc:AlternateContent>
        <p:sp>
          <p:nvSpPr>
            <p:cNvPr id="32" name="TextBox 31">
              <a:extLst>
                <a:ext uri="{FF2B5EF4-FFF2-40B4-BE49-F238E27FC236}">
                  <a16:creationId xmlns:a16="http://schemas.microsoft.com/office/drawing/2014/main" id="{6BFCB6B1-B435-84EF-E908-E38BDCC13F93}"/>
                </a:ext>
              </a:extLst>
            </p:cNvPr>
            <p:cNvSpPr txBox="1"/>
            <p:nvPr/>
          </p:nvSpPr>
          <p:spPr>
            <a:xfrm>
              <a:off x="93517" y="1834471"/>
              <a:ext cx="703051" cy="223890"/>
            </a:xfrm>
            <a:prstGeom prst="rect">
              <a:avLst/>
            </a:prstGeom>
            <a:noFill/>
          </p:spPr>
          <p:txBody>
            <a:bodyPr wrap="none" rtlCol="0">
              <a:spAutoFit/>
            </a:bodyPr>
            <a:lstStyle/>
            <a:p>
              <a:r>
                <a:rPr lang="en-GB" sz="1600" u="sng" dirty="0">
                  <a:solidFill>
                    <a:srgbClr val="FF0000"/>
                  </a:solidFill>
                </a:rPr>
                <a:t>Posterior:</a:t>
              </a:r>
            </a:p>
          </p:txBody>
        </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358BD03-3D4D-51C2-08F9-4D0AA7EC4D7C}"/>
                  </a:ext>
                </a:extLst>
              </p:cNvPr>
              <p:cNvSpPr txBox="1"/>
              <p:nvPr/>
            </p:nvSpPr>
            <p:spPr>
              <a:xfrm>
                <a:off x="6221245" y="4526523"/>
                <a:ext cx="2922755" cy="45781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0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r>
                        <a:rPr kumimoji="0" lang="en-GB" sz="20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m:t>
                      </m:r>
                      <m:sSubSup>
                        <m:sSubSupPr>
                          <m:ctrlP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SupPr>
                        <m:e>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𝜎</m:t>
                          </m:r>
                        </m:e>
                        <m:sub>
                          <m: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𝑝</m:t>
                          </m:r>
                        </m:sub>
                        <m:sup>
                          <m:r>
                            <a:rPr kumimoji="0" lang="en-GB" sz="20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2</m:t>
                          </m:r>
                        </m:sup>
                      </m:sSubSup>
                      <m:r>
                        <a:rPr kumimoji="0" lang="en-GB" sz="2000" b="1" i="0"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𝐈</m:t>
                      </m:r>
                      <m:r>
                        <a:rPr kumimoji="0" lang="en-GB" sz="20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m:t>
                      </m:r>
                      <m:sSubSup>
                        <m:sSubSupPr>
                          <m:ctrlP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ea typeface="Cambria Math" panose="02040503050406030204" pitchFamily="18" charset="0"/>
                              <a:cs typeface="+mn-cs"/>
                            </a:rPr>
                          </m:ctrlPr>
                        </m:sSubSupPr>
                        <m:e>
                          <m:r>
                            <a:rPr kumimoji="0" lang="en-GB" sz="2000" b="0"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𝜎</m:t>
                          </m:r>
                        </m:e>
                        <m:sub/>
                        <m:sup>
                          <m: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2</m:t>
                          </m:r>
                        </m:sup>
                      </m:sSubSup>
                      <m:sSup>
                        <m:sSupPr>
                          <m:ctrlPr>
                            <a:rPr kumimoji="0" lang="en-GB" sz="2000" b="0" i="1" u="none" strike="noStrike" kern="1200" cap="none" spc="0" normalizeH="0" baseline="0" noProof="0" smtClean="0">
                              <a:ln>
                                <a:noFill/>
                              </a:ln>
                              <a:solidFill>
                                <a:srgbClr val="BA56FF"/>
                              </a:solidFill>
                              <a:effectLst/>
                              <a:uLnTx/>
                              <a:uFillTx/>
                              <a:latin typeface="Cambria Math" panose="02040503050406030204" pitchFamily="18" charset="0"/>
                              <a:cs typeface="+mn-cs"/>
                            </a:rPr>
                          </m:ctrlPr>
                        </m:sSupPr>
                        <m:e>
                          <m:sSub>
                            <m:sSubPr>
                              <m:ctrlPr>
                                <a:rPr kumimoji="0" lang="en-GB" sz="2000" b="1" i="1" u="none" strike="noStrike" kern="1200" cap="none" spc="0" normalizeH="0" baseline="0" noProof="0">
                                  <a:ln>
                                    <a:noFill/>
                                  </a:ln>
                                  <a:solidFill>
                                    <a:srgbClr val="BA56FF"/>
                                  </a:solidFill>
                                  <a:effectLst/>
                                  <a:uLnTx/>
                                  <a:uFillTx/>
                                  <a:latin typeface="Cambria Math" panose="02040503050406030204" pitchFamily="18" charset="0"/>
                                  <a:cs typeface="+mn-cs"/>
                                </a:rPr>
                              </m:ctrlPr>
                            </m:sSubPr>
                            <m:e>
                              <m:r>
                                <a:rPr kumimoji="0" lang="en-GB" sz="2000" b="1" i="0" u="none" strike="noStrike" kern="1200" cap="none" spc="0" normalizeH="0" baseline="0" noProof="0">
                                  <a:ln>
                                    <a:noFill/>
                                  </a:ln>
                                  <a:solidFill>
                                    <a:srgbClr val="BA56FF"/>
                                  </a:solidFill>
                                  <a:effectLst/>
                                  <a:uLnTx/>
                                  <a:uFillTx/>
                                  <a:latin typeface="Cambria Math" panose="02040503050406030204" pitchFamily="18" charset="0"/>
                                  <a:cs typeface="+mn-cs"/>
                                </a:rPr>
                                <m:t>𝚯</m:t>
                              </m:r>
                            </m:e>
                            <m:sub>
                              <m:r>
                                <a:rPr kumimoji="0" lang="en-GB" sz="2000" b="1"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ℳ</m:t>
                              </m:r>
                            </m:sub>
                          </m:sSub>
                        </m:e>
                        <m:sup>
                          <m:r>
                            <m:rPr>
                              <m:sty m:val="p"/>
                            </m:rPr>
                            <a:rPr kumimoji="0" lang="en-GB" sz="2000" b="0" i="0" u="none" strike="noStrike" kern="1200" cap="none" spc="0" normalizeH="0" baseline="0" noProof="0" smtClean="0">
                              <a:ln>
                                <a:noFill/>
                              </a:ln>
                              <a:solidFill>
                                <a:srgbClr val="BA56FF"/>
                              </a:solidFill>
                              <a:effectLst/>
                              <a:uLnTx/>
                              <a:uFillTx/>
                              <a:latin typeface="Cambria Math" panose="02040503050406030204" pitchFamily="18" charset="0"/>
                              <a:cs typeface="+mn-cs"/>
                            </a:rPr>
                            <m:t>T</m:t>
                          </m:r>
                        </m:sup>
                      </m:sSup>
                      <m:sSub>
                        <m:sSubPr>
                          <m:ctrlPr>
                            <a:rPr kumimoji="0" lang="en-GB" sz="2000" b="1" i="1" u="none" strike="noStrike" kern="1200" cap="none" spc="0" normalizeH="0" baseline="0" noProof="0">
                              <a:ln>
                                <a:noFill/>
                              </a:ln>
                              <a:solidFill>
                                <a:srgbClr val="BA56FF"/>
                              </a:solidFill>
                              <a:effectLst/>
                              <a:uLnTx/>
                              <a:uFillTx/>
                              <a:latin typeface="Cambria Math" panose="02040503050406030204" pitchFamily="18" charset="0"/>
                              <a:cs typeface="+mn-cs"/>
                            </a:rPr>
                          </m:ctrlPr>
                        </m:sSubPr>
                        <m:e>
                          <m:r>
                            <a:rPr kumimoji="0" lang="en-GB" sz="2000" b="1" i="0" u="none" strike="noStrike" kern="1200" cap="none" spc="0" normalizeH="0" baseline="0" noProof="0">
                              <a:ln>
                                <a:noFill/>
                              </a:ln>
                              <a:solidFill>
                                <a:srgbClr val="BA56FF"/>
                              </a:solidFill>
                              <a:effectLst/>
                              <a:uLnTx/>
                              <a:uFillTx/>
                              <a:latin typeface="Cambria Math" panose="02040503050406030204" pitchFamily="18" charset="0"/>
                              <a:cs typeface="+mn-cs"/>
                            </a:rPr>
                            <m:t>𝚯</m:t>
                          </m:r>
                        </m:e>
                        <m:sub>
                          <m:r>
                            <a:rPr kumimoji="0" lang="en-GB" sz="2000" b="1" i="1" u="none" strike="noStrike" kern="1200" cap="none" spc="0" normalizeH="0" baseline="0" noProof="0">
                              <a:ln>
                                <a:noFill/>
                              </a:ln>
                              <a:solidFill>
                                <a:srgbClr val="BA56FF"/>
                              </a:solidFill>
                              <a:effectLst/>
                              <a:uLnTx/>
                              <a:uFillTx/>
                              <a:latin typeface="Cambria Math" panose="02040503050406030204" pitchFamily="18" charset="0"/>
                              <a:ea typeface="Cambria Math" panose="02040503050406030204" pitchFamily="18" charset="0"/>
                              <a:cs typeface="+mn-cs"/>
                            </a:rPr>
                            <m:t>ℳ</m:t>
                          </m:r>
                        </m:sub>
                      </m:sSub>
                    </m:oMath>
                  </m:oMathPara>
                </a14:m>
                <a:endParaRPr kumimoji="0" lang="en-GB" sz="2000" b="0" i="0" u="none" strike="noStrike" kern="1200" cap="none" spc="0" normalizeH="0" baseline="0" noProof="0" dirty="0">
                  <a:ln>
                    <a:noFill/>
                  </a:ln>
                  <a:solidFill>
                    <a:srgbClr val="A88000"/>
                  </a:solidFill>
                  <a:effectLst/>
                  <a:uLnTx/>
                  <a:uFillTx/>
                  <a:latin typeface="Arial"/>
                  <a:cs typeface="+mn-cs"/>
                </a:endParaRPr>
              </a:p>
            </p:txBody>
          </p:sp>
        </mc:Choice>
        <mc:Fallback xmlns="">
          <p:sp>
            <p:nvSpPr>
              <p:cNvPr id="4" name="TextBox 3">
                <a:extLst>
                  <a:ext uri="{FF2B5EF4-FFF2-40B4-BE49-F238E27FC236}">
                    <a16:creationId xmlns:a16="http://schemas.microsoft.com/office/drawing/2014/main" id="{5358BD03-3D4D-51C2-08F9-4D0AA7EC4D7C}"/>
                  </a:ext>
                </a:extLst>
              </p:cNvPr>
              <p:cNvSpPr txBox="1">
                <a:spLocks noRot="1" noChangeAspect="1" noMove="1" noResize="1" noEditPoints="1" noAdjustHandles="1" noChangeArrowheads="1" noChangeShapeType="1" noTextEdit="1"/>
              </p:cNvSpPr>
              <p:nvPr/>
            </p:nvSpPr>
            <p:spPr>
              <a:xfrm>
                <a:off x="6221245" y="4526523"/>
                <a:ext cx="2922755" cy="457818"/>
              </a:xfrm>
              <a:prstGeom prst="rect">
                <a:avLst/>
              </a:prstGeom>
              <a:blipFill>
                <a:blip r:embed="rId17"/>
                <a:stretch>
                  <a:fillRect b="-5405"/>
                </a:stretch>
              </a:blipFill>
            </p:spPr>
            <p:txBody>
              <a:bodyPr/>
              <a:lstStyle/>
              <a:p>
                <a:r>
                  <a:rPr lang="en-GB">
                    <a:noFill/>
                  </a:rPr>
                  <a:t> </a:t>
                </a:r>
              </a:p>
            </p:txBody>
          </p:sp>
        </mc:Fallback>
      </mc:AlternateContent>
      <p:sp>
        <p:nvSpPr>
          <p:cNvPr id="10" name="Right Brace 9">
            <a:extLst>
              <a:ext uri="{FF2B5EF4-FFF2-40B4-BE49-F238E27FC236}">
                <a16:creationId xmlns:a16="http://schemas.microsoft.com/office/drawing/2014/main" id="{887A47F3-9543-3B84-B7F0-6891A3D943DE}"/>
              </a:ext>
            </a:extLst>
          </p:cNvPr>
          <p:cNvSpPr/>
          <p:nvPr/>
        </p:nvSpPr>
        <p:spPr>
          <a:xfrm rot="5400000">
            <a:off x="6658322" y="149091"/>
            <a:ext cx="260805" cy="4477918"/>
          </a:xfrm>
          <a:prstGeom prst="rightBrace">
            <a:avLst>
              <a:gd name="adj1" fmla="val 19477"/>
              <a:gd name="adj2" fmla="val 50000"/>
            </a:avLst>
          </a:prstGeom>
          <a:ln>
            <a:solidFill>
              <a:srgbClr val="FF93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TextBox 15">
            <a:extLst>
              <a:ext uri="{FF2B5EF4-FFF2-40B4-BE49-F238E27FC236}">
                <a16:creationId xmlns:a16="http://schemas.microsoft.com/office/drawing/2014/main" id="{DBCEAA5D-D2C9-38BF-BC5F-46227E678BC1}"/>
              </a:ext>
            </a:extLst>
          </p:cNvPr>
          <p:cNvSpPr txBox="1"/>
          <p:nvPr/>
        </p:nvSpPr>
        <p:spPr>
          <a:xfrm>
            <a:off x="5972933" y="2490751"/>
            <a:ext cx="164926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9300"/>
                </a:solidFill>
                <a:effectLst/>
                <a:uLnTx/>
                <a:uFillTx/>
                <a:latin typeface="Arial"/>
                <a:ea typeface="+mn-ea"/>
                <a:cs typeface="+mn-cs"/>
              </a:rPr>
              <a:t>Occam Factor</a:t>
            </a:r>
          </a:p>
        </p:txBody>
      </p:sp>
      <p:sp>
        <p:nvSpPr>
          <p:cNvPr id="17" name="Speech Bubble: Rectangle 15">
            <a:extLst>
              <a:ext uri="{FF2B5EF4-FFF2-40B4-BE49-F238E27FC236}">
                <a16:creationId xmlns:a16="http://schemas.microsoft.com/office/drawing/2014/main" id="{48B348C7-3BA5-7144-2777-8A8E2696D81B}"/>
              </a:ext>
            </a:extLst>
          </p:cNvPr>
          <p:cNvSpPr/>
          <p:nvPr/>
        </p:nvSpPr>
        <p:spPr>
          <a:xfrm>
            <a:off x="7189158" y="3326308"/>
            <a:ext cx="1625931" cy="835957"/>
          </a:xfrm>
          <a:prstGeom prst="wedgeRectCallout">
            <a:avLst>
              <a:gd name="adj1" fmla="val -54979"/>
              <a:gd name="adj2" fmla="val -108765"/>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Penalizes models with too many param.</a:t>
            </a:r>
          </a:p>
        </p:txBody>
      </p:sp>
      <p:sp>
        <p:nvSpPr>
          <p:cNvPr id="34" name="Speech Bubble: Rectangle 16">
            <a:extLst>
              <a:ext uri="{FF2B5EF4-FFF2-40B4-BE49-F238E27FC236}">
                <a16:creationId xmlns:a16="http://schemas.microsoft.com/office/drawing/2014/main" id="{B423BC2F-BA3C-18E5-0F9A-206D6EAE4BC0}"/>
              </a:ext>
            </a:extLst>
          </p:cNvPr>
          <p:cNvSpPr/>
          <p:nvPr/>
        </p:nvSpPr>
        <p:spPr>
          <a:xfrm>
            <a:off x="147484" y="2208627"/>
            <a:ext cx="1546219" cy="592726"/>
          </a:xfrm>
          <a:prstGeom prst="wedgeRectCallout">
            <a:avLst>
              <a:gd name="adj1" fmla="val 149971"/>
              <a:gd name="adj2" fmla="val -114798"/>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Obtained from linear regression</a:t>
            </a:r>
          </a:p>
        </p:txBody>
      </p:sp>
      <p:sp>
        <p:nvSpPr>
          <p:cNvPr id="35" name="Rectangle: Rounded Corners 6">
            <a:extLst>
              <a:ext uri="{FF2B5EF4-FFF2-40B4-BE49-F238E27FC236}">
                <a16:creationId xmlns:a16="http://schemas.microsoft.com/office/drawing/2014/main" id="{DAA5E835-2465-4D21-5834-57B0457ACA46}"/>
              </a:ext>
            </a:extLst>
          </p:cNvPr>
          <p:cNvSpPr/>
          <p:nvPr/>
        </p:nvSpPr>
        <p:spPr>
          <a:xfrm>
            <a:off x="6561914" y="45849"/>
            <a:ext cx="2526042" cy="71419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sng" strike="noStrike" kern="1200" cap="none" spc="0" normalizeH="0" baseline="0" noProof="0">
                <a:ln>
                  <a:noFill/>
                </a:ln>
                <a:solidFill>
                  <a:srgbClr val="000000"/>
                </a:solidFill>
                <a:effectLst/>
                <a:uLnTx/>
                <a:uFillTx/>
                <a:latin typeface="Arial"/>
                <a:ea typeface="+mn-ea"/>
                <a:cs typeface="+mn-cs"/>
              </a:rPr>
              <a:t>Aim:</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8486751-D8CF-6598-4996-188A1D22F036}"/>
                  </a:ext>
                </a:extLst>
              </p:cNvPr>
              <p:cNvSpPr txBox="1"/>
              <p:nvPr/>
            </p:nvSpPr>
            <p:spPr>
              <a:xfrm>
                <a:off x="6981701" y="90184"/>
                <a:ext cx="2303240" cy="58887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uncPr>
                        <m:fName>
                          <m:limLow>
                            <m:limLow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limLowPr>
                            <m:e>
                              <m:r>
                                <m:rPr>
                                  <m:sty m:val="p"/>
                                </m:rPr>
                                <a:rPr kumimoji="0" lang="en-GB"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argmax</m:t>
                              </m:r>
                            </m:e>
                            <m:lim>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𝑖</m:t>
                                  </m:r>
                                </m:sub>
                              </m:sSub>
                            </m:lim>
                          </m:limLow>
                        </m:fName>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𝑃</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e>
                      </m:func>
                    </m:oMath>
                  </m:oMathPara>
                </a14:m>
                <a:endParaRPr kumimoji="0" lang="en-GB" sz="2000" b="0" i="0" u="none" strike="noStrike" kern="1200" cap="none" spc="0" normalizeH="0" baseline="0" noProof="0" dirty="0">
                  <a:ln>
                    <a:noFill/>
                  </a:ln>
                  <a:solidFill>
                    <a:srgbClr val="000000"/>
                  </a:solidFill>
                  <a:effectLst/>
                  <a:uLnTx/>
                  <a:uFillTx/>
                  <a:latin typeface="Arial"/>
                  <a:cs typeface="+mn-cs"/>
                </a:endParaRPr>
              </a:p>
            </p:txBody>
          </p:sp>
        </mc:Choice>
        <mc:Fallback xmlns="">
          <p:sp>
            <p:nvSpPr>
              <p:cNvPr id="36" name="TextBox 35">
                <a:extLst>
                  <a:ext uri="{FF2B5EF4-FFF2-40B4-BE49-F238E27FC236}">
                    <a16:creationId xmlns:a16="http://schemas.microsoft.com/office/drawing/2014/main" id="{08486751-D8CF-6598-4996-188A1D22F036}"/>
                  </a:ext>
                </a:extLst>
              </p:cNvPr>
              <p:cNvSpPr txBox="1">
                <a:spLocks noRot="1" noChangeAspect="1" noMove="1" noResize="1" noEditPoints="1" noAdjustHandles="1" noChangeArrowheads="1" noChangeShapeType="1" noTextEdit="1"/>
              </p:cNvSpPr>
              <p:nvPr/>
            </p:nvSpPr>
            <p:spPr>
              <a:xfrm>
                <a:off x="6981701" y="90184"/>
                <a:ext cx="2303240" cy="588879"/>
              </a:xfrm>
              <a:prstGeom prst="rect">
                <a:avLst/>
              </a:prstGeom>
              <a:blipFill>
                <a:blip r:embed="rId18"/>
                <a:stretch>
                  <a:fillRect b="-4255"/>
                </a:stretch>
              </a:blipFill>
            </p:spPr>
            <p:txBody>
              <a:bodyPr/>
              <a:lstStyle/>
              <a:p>
                <a:r>
                  <a:rPr lang="en-GB">
                    <a:noFill/>
                  </a:rPr>
                  <a:t> </a:t>
                </a:r>
              </a:p>
            </p:txBody>
          </p:sp>
        </mc:Fallback>
      </mc:AlternateContent>
    </p:spTree>
    <p:extLst>
      <p:ext uri="{BB962C8B-B14F-4D97-AF65-F5344CB8AC3E}">
        <p14:creationId xmlns:p14="http://schemas.microsoft.com/office/powerpoint/2010/main" val="52989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linds(horizontal)">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BDDB5-8DCF-20EB-B10F-2114FBF6FD85}"/>
            </a:ext>
          </a:extLst>
        </p:cNvPr>
        <p:cNvGrpSpPr/>
        <p:nvPr/>
      </p:nvGrpSpPr>
      <p:grpSpPr>
        <a:xfrm>
          <a:off x="0" y="0"/>
          <a:ext cx="0" cy="0"/>
          <a:chOff x="0" y="0"/>
          <a:chExt cx="0" cy="0"/>
        </a:xfrm>
      </p:grpSpPr>
      <p:pic>
        <p:nvPicPr>
          <p:cNvPr id="1028" name="Picture 4" descr="undefined">
            <a:extLst>
              <a:ext uri="{FF2B5EF4-FFF2-40B4-BE49-F238E27FC236}">
                <a16:creationId xmlns:a16="http://schemas.microsoft.com/office/drawing/2014/main" id="{F1B70F9B-9C1E-6C56-D848-D09BEC1CF6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801"/>
          <a:stretch>
            <a:fillRect/>
          </a:stretch>
        </p:blipFill>
        <p:spPr bwMode="auto">
          <a:xfrm>
            <a:off x="2870892" y="2784738"/>
            <a:ext cx="2495710" cy="231286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FCC4BA0-FC94-677B-03BB-1EB273D65D61}"/>
              </a:ext>
            </a:extLst>
          </p:cNvPr>
          <p:cNvSpPr>
            <a:spLocks noGrp="1"/>
          </p:cNvSpPr>
          <p:nvPr>
            <p:ph type="title"/>
          </p:nvPr>
        </p:nvSpPr>
        <p:spPr>
          <a:xfrm>
            <a:off x="147484" y="77690"/>
            <a:ext cx="8884428" cy="444829"/>
          </a:xfrm>
        </p:spPr>
        <p:txBody>
          <a:bodyPr/>
          <a:lstStyle/>
          <a:p>
            <a:r>
              <a:rPr lang="en-GB" dirty="0"/>
              <a:t>Approximating Evidence – Laplace Method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C5AA0DE-9062-A7BD-7458-F3CA211E9C5C}"/>
                  </a:ext>
                </a:extLst>
              </p:cNvPr>
              <p:cNvSpPr txBox="1"/>
              <p:nvPr/>
            </p:nvSpPr>
            <p:spPr>
              <a:xfrm>
                <a:off x="1699315" y="586899"/>
                <a:ext cx="3627148" cy="69371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nary>
                        <m:naryPr>
                          <m:supHide m:val="on"/>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𝜉</m:t>
                          </m:r>
                        </m:sub>
                        <m:sup/>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r>
                                <a:rPr kumimoji="0" lang="en-GB" sz="18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e>
                              <m:sSub>
                                <m:sSub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𝑑</m:t>
                          </m:r>
                          <m:r>
                            <a:rPr kumimoji="0" lang="en-GB"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𝝃</m:t>
                          </m:r>
                        </m:e>
                      </m:nary>
                    </m:oMath>
                  </m:oMathPara>
                </a14:m>
                <a:endParaRPr kumimoji="0" lang="en-GB" sz="1800" b="1"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6" name="TextBox 5">
                <a:extLst>
                  <a:ext uri="{FF2B5EF4-FFF2-40B4-BE49-F238E27FC236}">
                    <a16:creationId xmlns:a16="http://schemas.microsoft.com/office/drawing/2014/main" id="{AC5AA0DE-9062-A7BD-7458-F3CA211E9C5C}"/>
                  </a:ext>
                </a:extLst>
              </p:cNvPr>
              <p:cNvSpPr txBox="1">
                <a:spLocks noRot="1" noChangeAspect="1" noMove="1" noResize="1" noEditPoints="1" noAdjustHandles="1" noChangeArrowheads="1" noChangeShapeType="1" noTextEdit="1"/>
              </p:cNvSpPr>
              <p:nvPr/>
            </p:nvSpPr>
            <p:spPr>
              <a:xfrm>
                <a:off x="1699315" y="586899"/>
                <a:ext cx="3627148" cy="693716"/>
              </a:xfrm>
              <a:prstGeom prst="rect">
                <a:avLst/>
              </a:prstGeom>
              <a:blipFill>
                <a:blip r:embed="rId4"/>
                <a:stretch>
                  <a:fillRect l="-6620" t="-165455" b="-2327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8C31DAF-F320-45E5-8E4F-4E44B53D57F8}"/>
                  </a:ext>
                </a:extLst>
              </p:cNvPr>
              <p:cNvSpPr txBox="1"/>
              <p:nvPr/>
            </p:nvSpPr>
            <p:spPr>
              <a:xfrm>
                <a:off x="2142573" y="1288277"/>
                <a:ext cx="6568145" cy="79028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𝑀𝐴𝑃</m:t>
                              </m:r>
                            </m:sub>
                          </m:s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    </m:t>
                      </m:r>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sSub>
                            <m:sSubPr>
                              <m:ctrlP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sub>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𝑀𝐴𝑃</m:t>
                              </m:r>
                            </m:sub>
                          </m:sSub>
                        </m:e>
                        <m:e>
                          <m:sSub>
                            <m:sSub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     </m:t>
                      </m:r>
                      <m:sSup>
                        <m:sSup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sSupPr>
                        <m:e>
                          <m:d>
                            <m:dPr>
                              <m:begChr m:val="["/>
                              <m:endChr m:val="]"/>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unc>
                                <m:func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det</m:t>
                                  </m:r>
                                </m:fName>
                                <m:e>
                                  <m:d>
                                    <m:d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
                                        <m:f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Pr>
                                        <m:num>
                                          <m:r>
                                            <a:rPr kumimoji="0" lang="en-GB" sz="24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num>
                                        <m:den>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𝜋</m:t>
                                          </m:r>
                                        </m:den>
                                      </m:f>
                                    </m:e>
                                  </m:d>
                                </m:e>
                              </m:func>
                            </m:e>
                          </m:d>
                        </m:e>
                        <m:sup>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−1/2</m:t>
                          </m:r>
                        </m:sup>
                      </m:sSup>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a:extLst>
                  <a:ext uri="{FF2B5EF4-FFF2-40B4-BE49-F238E27FC236}">
                    <a16:creationId xmlns:a16="http://schemas.microsoft.com/office/drawing/2014/main" id="{E8C31DAF-F320-45E5-8E4F-4E44B53D57F8}"/>
                  </a:ext>
                </a:extLst>
              </p:cNvPr>
              <p:cNvSpPr txBox="1">
                <a:spLocks noRot="1" noChangeAspect="1" noMove="1" noResize="1" noEditPoints="1" noAdjustHandles="1" noChangeArrowheads="1" noChangeShapeType="1" noTextEdit="1"/>
              </p:cNvSpPr>
              <p:nvPr/>
            </p:nvSpPr>
            <p:spPr>
              <a:xfrm>
                <a:off x="2142573" y="1288277"/>
                <a:ext cx="6568145" cy="790281"/>
              </a:xfrm>
              <a:prstGeom prst="rect">
                <a:avLst/>
              </a:prstGeom>
              <a:blipFill>
                <a:blip r:embed="rId5"/>
                <a:stretch>
                  <a:fillRect b="-11111"/>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AFA04BEC-AFC1-93D4-73F0-CAA93F4545D7}"/>
              </a:ext>
            </a:extLst>
          </p:cNvPr>
          <p:cNvSpPr txBox="1"/>
          <p:nvPr/>
        </p:nvSpPr>
        <p:spPr>
          <a:xfrm>
            <a:off x="2511980" y="2054429"/>
            <a:ext cx="1872629"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3E74"/>
                </a:solidFill>
                <a:effectLst/>
                <a:uLnTx/>
                <a:uFillTx/>
                <a:latin typeface="Arial"/>
                <a:ea typeface="+mn-ea"/>
                <a:cs typeface="+mn-cs"/>
              </a:rPr>
              <a:t>Likelihood @ MAP</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9B9CB95-5FB8-1F55-4B41-9640E37DF88B}"/>
                  </a:ext>
                </a:extLst>
              </p:cNvPr>
              <p:cNvSpPr txBox="1"/>
              <p:nvPr/>
            </p:nvSpPr>
            <p:spPr>
              <a:xfrm>
                <a:off x="6315022" y="2054429"/>
                <a:ext cx="279916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A88000"/>
                    </a:solidFill>
                    <a:effectLst/>
                    <a:uLnTx/>
                    <a:uFillTx/>
                    <a:latin typeface="Arial"/>
                    <a:ea typeface="+mn-ea"/>
                    <a:cs typeface="+mn-cs"/>
                  </a:rPr>
                  <a:t>Uncertainty in </a:t>
                </a:r>
                <a14:m>
                  <m:oMath xmlns:m="http://schemas.openxmlformats.org/officeDocument/2006/math">
                    <m:r>
                      <a:rPr kumimoji="0" lang="en-GB" sz="1600" b="1" i="1" u="none" strike="noStrike" kern="1200" cap="none" spc="0" normalizeH="0" baseline="0" noProof="0" smtClean="0">
                        <a:ln>
                          <a:noFill/>
                        </a:ln>
                        <a:solidFill>
                          <a:srgbClr val="A88000"/>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A88000"/>
                    </a:solidFill>
                    <a:effectLst/>
                    <a:uLnTx/>
                    <a:uFillTx/>
                    <a:latin typeface="Arial"/>
                    <a:ea typeface="+mn-ea"/>
                    <a:cs typeface="+mn-cs"/>
                  </a:rPr>
                  <a:t> around MAP</a:t>
                </a:r>
              </a:p>
            </p:txBody>
          </p:sp>
        </mc:Choice>
        <mc:Fallback xmlns="">
          <p:sp>
            <p:nvSpPr>
              <p:cNvPr id="14" name="TextBox 13">
                <a:extLst>
                  <a:ext uri="{FF2B5EF4-FFF2-40B4-BE49-F238E27FC236}">
                    <a16:creationId xmlns:a16="http://schemas.microsoft.com/office/drawing/2014/main" id="{29B9CB95-5FB8-1F55-4B41-9640E37DF88B}"/>
                  </a:ext>
                </a:extLst>
              </p:cNvPr>
              <p:cNvSpPr txBox="1">
                <a:spLocks noRot="1" noChangeAspect="1" noMove="1" noResize="1" noEditPoints="1" noAdjustHandles="1" noChangeArrowheads="1" noChangeShapeType="1" noTextEdit="1"/>
              </p:cNvSpPr>
              <p:nvPr/>
            </p:nvSpPr>
            <p:spPr>
              <a:xfrm>
                <a:off x="6315022" y="2054429"/>
                <a:ext cx="2799164" cy="338554"/>
              </a:xfrm>
              <a:prstGeom prst="rect">
                <a:avLst/>
              </a:prstGeom>
              <a:blipFill>
                <a:blip r:embed="rId6"/>
                <a:stretch>
                  <a:fillRect l="-1357" t="-3571" r="-452" b="-21429"/>
                </a:stretch>
              </a:blipFill>
            </p:spPr>
            <p:txBody>
              <a:bodyPr/>
              <a:lstStyle/>
              <a:p>
                <a:r>
                  <a:rPr lang="en-GB">
                    <a:noFill/>
                  </a:rPr>
                  <a:t> </a:t>
                </a:r>
              </a:p>
            </p:txBody>
          </p:sp>
        </mc:Fallback>
      </mc:AlternateContent>
      <p:sp>
        <p:nvSpPr>
          <p:cNvPr id="19" name="Rectangle 18">
            <a:extLst>
              <a:ext uri="{FF2B5EF4-FFF2-40B4-BE49-F238E27FC236}">
                <a16:creationId xmlns:a16="http://schemas.microsoft.com/office/drawing/2014/main" id="{59D5E30E-3505-C2FF-BA36-F3DE70405CC0}"/>
              </a:ext>
            </a:extLst>
          </p:cNvPr>
          <p:cNvSpPr/>
          <p:nvPr/>
        </p:nvSpPr>
        <p:spPr>
          <a:xfrm>
            <a:off x="116314" y="3762576"/>
            <a:ext cx="2235181" cy="127363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D4CCADF-DC8E-34CF-4B10-84B5A101F6D4}"/>
                  </a:ext>
                </a:extLst>
              </p:cNvPr>
              <p:cNvSpPr txBox="1"/>
              <p:nvPr/>
            </p:nvSpPr>
            <p:spPr>
              <a:xfrm>
                <a:off x="-138259" y="3762576"/>
                <a:ext cx="1647046" cy="377347"/>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GB" b="1" i="1">
                          <a:solidFill>
                            <a:srgbClr val="000000"/>
                          </a:solidFill>
                          <a:latin typeface="Cambria Math" panose="02040503050406030204" pitchFamily="18" charset="0"/>
                        </a:rPr>
                        <m:t>𝒚</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a:extLst>
                  <a:ext uri="{FF2B5EF4-FFF2-40B4-BE49-F238E27FC236}">
                    <a16:creationId xmlns:a16="http://schemas.microsoft.com/office/drawing/2014/main" id="{4D4CCADF-DC8E-34CF-4B10-84B5A101F6D4}"/>
                  </a:ext>
                </a:extLst>
              </p:cNvPr>
              <p:cNvSpPr txBox="1">
                <a:spLocks noRot="1" noChangeAspect="1" noMove="1" noResize="1" noEditPoints="1" noAdjustHandles="1" noChangeArrowheads="1" noChangeShapeType="1" noTextEdit="1"/>
              </p:cNvSpPr>
              <p:nvPr/>
            </p:nvSpPr>
            <p:spPr>
              <a:xfrm>
                <a:off x="-138259" y="3762576"/>
                <a:ext cx="1647046" cy="377347"/>
              </a:xfrm>
              <a:prstGeom prst="rect">
                <a:avLst/>
              </a:prstGeom>
              <a:blipFill>
                <a:blip r:embed="rId7"/>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EC8B88F-DA1B-384C-41D9-73747CD689D5}"/>
                  </a:ext>
                </a:extLst>
              </p:cNvPr>
              <p:cNvSpPr txBox="1"/>
              <p:nvPr/>
            </p:nvSpPr>
            <p:spPr>
              <a:xfrm>
                <a:off x="-57150" y="4078323"/>
                <a:ext cx="74241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1" name="TextBox 20">
                <a:extLst>
                  <a:ext uri="{FF2B5EF4-FFF2-40B4-BE49-F238E27FC236}">
                    <a16:creationId xmlns:a16="http://schemas.microsoft.com/office/drawing/2014/main" id="{FB3DB105-6DE4-F32F-4266-B5EB22A5726A}"/>
                  </a:ext>
                </a:extLst>
              </p:cNvPr>
              <p:cNvSpPr txBox="1">
                <a:spLocks noRot="1" noChangeAspect="1" noMove="1" noResize="1" noEditPoints="1" noAdjustHandles="1" noChangeArrowheads="1" noChangeShapeType="1" noTextEdit="1"/>
              </p:cNvSpPr>
              <p:nvPr/>
            </p:nvSpPr>
            <p:spPr>
              <a:xfrm>
                <a:off x="-57150" y="4078323"/>
                <a:ext cx="742414" cy="369332"/>
              </a:xfrm>
              <a:prstGeom prst="rect">
                <a:avLst/>
              </a:prstGeom>
              <a:blipFill>
                <a:blip r:embed="rId9"/>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7A63ACF-931F-E1B9-49DD-4CBE196897E6}"/>
                  </a:ext>
                </a:extLst>
              </p:cNvPr>
              <p:cNvSpPr txBox="1"/>
              <p:nvPr/>
            </p:nvSpPr>
            <p:spPr>
              <a:xfrm>
                <a:off x="11762" y="4398339"/>
                <a:ext cx="55082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a:extLst>
                  <a:ext uri="{FF2B5EF4-FFF2-40B4-BE49-F238E27FC236}">
                    <a16:creationId xmlns:a16="http://schemas.microsoft.com/office/drawing/2014/main" id="{FA61DFE6-1BD2-80DD-F903-E9F83F4B5AF0}"/>
                  </a:ext>
                </a:extLst>
              </p:cNvPr>
              <p:cNvSpPr txBox="1">
                <a:spLocks noRot="1" noChangeAspect="1" noMove="1" noResize="1" noEditPoints="1" noAdjustHandles="1" noChangeArrowheads="1" noChangeShapeType="1" noTextEdit="1"/>
              </p:cNvSpPr>
              <p:nvPr/>
            </p:nvSpPr>
            <p:spPr>
              <a:xfrm>
                <a:off x="11762" y="4398339"/>
                <a:ext cx="550824" cy="369332"/>
              </a:xfrm>
              <a:prstGeom prst="rect">
                <a:avLst/>
              </a:prstGeom>
              <a:blipFill>
                <a:blip r:embed="rId10"/>
                <a:stretch>
                  <a:fillRect b="-16667"/>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F142E901-1F18-192D-3EAF-D182DD648E44}"/>
              </a:ext>
            </a:extLst>
          </p:cNvPr>
          <p:cNvSpPr txBox="1"/>
          <p:nvPr/>
        </p:nvSpPr>
        <p:spPr>
          <a:xfrm>
            <a:off x="1192675" y="3825783"/>
            <a:ext cx="56297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24" name="TextBox 23">
            <a:extLst>
              <a:ext uri="{FF2B5EF4-FFF2-40B4-BE49-F238E27FC236}">
                <a16:creationId xmlns:a16="http://schemas.microsoft.com/office/drawing/2014/main" id="{75251ADA-1231-B9F7-93E6-F9E1CA158307}"/>
              </a:ext>
            </a:extLst>
          </p:cNvPr>
          <p:cNvSpPr txBox="1"/>
          <p:nvPr/>
        </p:nvSpPr>
        <p:spPr>
          <a:xfrm>
            <a:off x="459249" y="4142137"/>
            <a:ext cx="67197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25" name="TextBox 24">
            <a:extLst>
              <a:ext uri="{FF2B5EF4-FFF2-40B4-BE49-F238E27FC236}">
                <a16:creationId xmlns:a16="http://schemas.microsoft.com/office/drawing/2014/main" id="{4A4E3ED1-7B65-98A5-0C4B-B4EA50863C7D}"/>
              </a:ext>
            </a:extLst>
          </p:cNvPr>
          <p:cNvSpPr txBox="1"/>
          <p:nvPr/>
        </p:nvSpPr>
        <p:spPr>
          <a:xfrm>
            <a:off x="378803" y="4447655"/>
            <a:ext cx="162576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Fitting parameters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B214466-BBC0-3BB5-27FC-A016685EFFA1}"/>
                  </a:ext>
                </a:extLst>
              </p:cNvPr>
              <p:cNvSpPr txBox="1"/>
              <p:nvPr/>
            </p:nvSpPr>
            <p:spPr>
              <a:xfrm>
                <a:off x="111770" y="4724865"/>
                <a:ext cx="334903"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6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𝐀</m:t>
                      </m:r>
                    </m:oMath>
                  </m:oMathPara>
                </a14:m>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7" name="TextBox 26">
                <a:extLst>
                  <a:ext uri="{FF2B5EF4-FFF2-40B4-BE49-F238E27FC236}">
                    <a16:creationId xmlns:a16="http://schemas.microsoft.com/office/drawing/2014/main" id="{D02762E0-DE18-9ACE-159A-705254901A8D}"/>
                  </a:ext>
                </a:extLst>
              </p:cNvPr>
              <p:cNvSpPr txBox="1">
                <a:spLocks noRot="1" noChangeAspect="1" noMove="1" noResize="1" noEditPoints="1" noAdjustHandles="1" noChangeArrowheads="1" noChangeShapeType="1" noTextEdit="1"/>
              </p:cNvSpPr>
              <p:nvPr/>
            </p:nvSpPr>
            <p:spPr>
              <a:xfrm>
                <a:off x="111770" y="4724865"/>
                <a:ext cx="334903" cy="338554"/>
              </a:xfrm>
              <a:prstGeom prst="rect">
                <a:avLst/>
              </a:prstGeom>
              <a:blipFill>
                <a:blip r:embed="rId11"/>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F281DB34-FDA5-A1EC-9D33-759528814DDC}"/>
              </a:ext>
            </a:extLst>
          </p:cNvPr>
          <p:cNvSpPr txBox="1"/>
          <p:nvPr/>
        </p:nvSpPr>
        <p:spPr>
          <a:xfrm>
            <a:off x="381373" y="4732955"/>
            <a:ext cx="259865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Parameter Uncertainty </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C969D9-7D3F-BC8A-6C20-BF9A2B95474C}"/>
                  </a:ext>
                </a:extLst>
              </p:cNvPr>
              <p:cNvSpPr txBox="1"/>
              <p:nvPr/>
            </p:nvSpPr>
            <p:spPr>
              <a:xfrm>
                <a:off x="-40435" y="705797"/>
                <a:ext cx="2388975"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e>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e>
                      </m:d>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t>𝐷</m:t>
                          </m:r>
                        </m:e>
                        <m:e>
                          <m:sSub>
                            <m:sSub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e>
                      </m:d>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TextBox 17">
                <a:extLst>
                  <a:ext uri="{FF2B5EF4-FFF2-40B4-BE49-F238E27FC236}">
                    <a16:creationId xmlns:a16="http://schemas.microsoft.com/office/drawing/2014/main" id="{5CC969D9-7D3F-BC8A-6C20-BF9A2B95474C}"/>
                  </a:ext>
                </a:extLst>
              </p:cNvPr>
              <p:cNvSpPr txBox="1">
                <a:spLocks noRot="1" noChangeAspect="1" noMove="1" noResize="1" noEditPoints="1" noAdjustHandles="1" noChangeArrowheads="1" noChangeShapeType="1" noTextEdit="1"/>
              </p:cNvSpPr>
              <p:nvPr/>
            </p:nvSpPr>
            <p:spPr>
              <a:xfrm>
                <a:off x="-40435" y="705797"/>
                <a:ext cx="2388975" cy="369332"/>
              </a:xfrm>
              <a:prstGeom prst="rect">
                <a:avLst/>
              </a:prstGeom>
              <a:blipFill>
                <a:blip r:embed="rId12"/>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745337-73CC-331F-EBC7-5431DEEAB2D8}"/>
                  </a:ext>
                </a:extLst>
              </p:cNvPr>
              <p:cNvSpPr txBox="1"/>
              <p:nvPr/>
            </p:nvSpPr>
            <p:spPr>
              <a:xfrm>
                <a:off x="4501539" y="2054429"/>
                <a:ext cx="1834156" cy="338554"/>
              </a:xfrm>
              <a:prstGeom prst="rect">
                <a:avLst/>
              </a:prstGeom>
              <a:noFill/>
            </p:spPr>
            <p:txBody>
              <a:bodyPr wrap="none" rtlCol="0">
                <a:spAutoFit/>
              </a:bodyPr>
              <a:lstStyle/>
              <a:p>
                <a:pPr lvl="0">
                  <a:defRPr/>
                </a:pP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Prior</a:t>
                </a:r>
                <a:r>
                  <a:rPr kumimoji="0" lang="en-GB" sz="1600" b="0" i="0" u="none" strike="noStrike" kern="1200" cap="none" spc="0" normalizeH="0" noProof="0" dirty="0">
                    <a:ln>
                      <a:noFill/>
                    </a:ln>
                    <a:solidFill>
                      <a:srgbClr val="9D9D9D">
                        <a:lumMod val="75000"/>
                      </a:srgbClr>
                    </a:solidFill>
                    <a:effectLst/>
                    <a:uLnTx/>
                    <a:uFillTx/>
                    <a:latin typeface="Arial"/>
                    <a:ea typeface="+mn-ea"/>
                    <a:cs typeface="+mn-cs"/>
                  </a:rPr>
                  <a:t> on</a:t>
                </a: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 </a:t>
                </a:r>
                <a14:m>
                  <m:oMath xmlns:m="http://schemas.openxmlformats.org/officeDocument/2006/math">
                    <m:r>
                      <a:rPr kumimoji="0" lang="en-GB" sz="1600" b="1" i="1" u="none" strike="noStrike" kern="1200" cap="none" spc="0" normalizeH="0" baseline="0" noProof="0" smtClean="0">
                        <a:ln>
                          <a:noFill/>
                        </a:ln>
                        <a:solidFill>
                          <a:srgbClr val="7F7F7F"/>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7F7F7F"/>
                    </a:solidFill>
                    <a:effectLst/>
                    <a:uLnTx/>
                    <a:uFillTx/>
                    <a:latin typeface="Arial"/>
                    <a:ea typeface="+mn-ea"/>
                    <a:cs typeface="+mn-cs"/>
                  </a:rPr>
                  <a:t> </a:t>
                </a:r>
                <a:r>
                  <a:rPr lang="en-GB" sz="1600" dirty="0">
                    <a:solidFill>
                      <a:srgbClr val="7F7F7F"/>
                    </a:solidFill>
                  </a:rPr>
                  <a:t>@ MAP</a:t>
                </a:r>
                <a:endPar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endParaRPr>
              </a:p>
            </p:txBody>
          </p:sp>
        </mc:Choice>
        <mc:Fallback xmlns="">
          <p:sp>
            <p:nvSpPr>
              <p:cNvPr id="15" name="TextBox 14">
                <a:extLst>
                  <a:ext uri="{FF2B5EF4-FFF2-40B4-BE49-F238E27FC236}">
                    <a16:creationId xmlns:a16="http://schemas.microsoft.com/office/drawing/2014/main" id="{E9745337-73CC-331F-EBC7-5431DEEAB2D8}"/>
                  </a:ext>
                </a:extLst>
              </p:cNvPr>
              <p:cNvSpPr txBox="1">
                <a:spLocks noRot="1" noChangeAspect="1" noMove="1" noResize="1" noEditPoints="1" noAdjustHandles="1" noChangeArrowheads="1" noChangeShapeType="1" noTextEdit="1"/>
              </p:cNvSpPr>
              <p:nvPr/>
            </p:nvSpPr>
            <p:spPr>
              <a:xfrm>
                <a:off x="4501539" y="2054429"/>
                <a:ext cx="1834156" cy="338554"/>
              </a:xfrm>
              <a:prstGeom prst="rect">
                <a:avLst/>
              </a:prstGeom>
              <a:blipFill>
                <a:blip r:embed="rId13"/>
                <a:stretch>
                  <a:fillRect l="-2069" t="-3571" r="-1379" b="-21429"/>
                </a:stretch>
              </a:blipFill>
            </p:spPr>
            <p:txBody>
              <a:bodyPr/>
              <a:lstStyle/>
              <a:p>
                <a:r>
                  <a:rPr lang="en-GB">
                    <a:noFill/>
                  </a:rPr>
                  <a:t> </a:t>
                </a:r>
              </a:p>
            </p:txBody>
          </p:sp>
        </mc:Fallback>
      </mc:AlternateContent>
      <p:sp>
        <p:nvSpPr>
          <p:cNvPr id="10" name="Right Brace 9">
            <a:extLst>
              <a:ext uri="{FF2B5EF4-FFF2-40B4-BE49-F238E27FC236}">
                <a16:creationId xmlns:a16="http://schemas.microsoft.com/office/drawing/2014/main" id="{E76E6A5F-0696-999C-8646-1947E74CA909}"/>
              </a:ext>
            </a:extLst>
          </p:cNvPr>
          <p:cNvSpPr/>
          <p:nvPr/>
        </p:nvSpPr>
        <p:spPr>
          <a:xfrm rot="5400000">
            <a:off x="6658322" y="206536"/>
            <a:ext cx="260805" cy="4477918"/>
          </a:xfrm>
          <a:prstGeom prst="rightBrace">
            <a:avLst>
              <a:gd name="adj1" fmla="val 19477"/>
              <a:gd name="adj2" fmla="val 50000"/>
            </a:avLst>
          </a:prstGeom>
          <a:ln>
            <a:solidFill>
              <a:srgbClr val="FF93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TextBox 15">
            <a:extLst>
              <a:ext uri="{FF2B5EF4-FFF2-40B4-BE49-F238E27FC236}">
                <a16:creationId xmlns:a16="http://schemas.microsoft.com/office/drawing/2014/main" id="{615CA87C-DDF8-68EF-151A-3669D9F5D8A9}"/>
              </a:ext>
            </a:extLst>
          </p:cNvPr>
          <p:cNvSpPr txBox="1"/>
          <p:nvPr/>
        </p:nvSpPr>
        <p:spPr>
          <a:xfrm>
            <a:off x="5972933" y="2548196"/>
            <a:ext cx="164926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9300"/>
                </a:solidFill>
                <a:effectLst/>
                <a:uLnTx/>
                <a:uFillTx/>
                <a:latin typeface="Arial"/>
                <a:ea typeface="+mn-ea"/>
                <a:cs typeface="+mn-cs"/>
              </a:rPr>
              <a:t>Occam Factor</a:t>
            </a:r>
          </a:p>
        </p:txBody>
      </p:sp>
      <p:sp>
        <p:nvSpPr>
          <p:cNvPr id="17" name="Speech Bubble: Rectangle 15">
            <a:extLst>
              <a:ext uri="{FF2B5EF4-FFF2-40B4-BE49-F238E27FC236}">
                <a16:creationId xmlns:a16="http://schemas.microsoft.com/office/drawing/2014/main" id="{6E27356A-EE31-AC87-DDF3-8E0AE456D718}"/>
              </a:ext>
            </a:extLst>
          </p:cNvPr>
          <p:cNvSpPr/>
          <p:nvPr/>
        </p:nvSpPr>
        <p:spPr>
          <a:xfrm>
            <a:off x="7235314" y="3377228"/>
            <a:ext cx="1625931" cy="835957"/>
          </a:xfrm>
          <a:prstGeom prst="wedgeRectCallout">
            <a:avLst>
              <a:gd name="adj1" fmla="val -54979"/>
              <a:gd name="adj2" fmla="val -108765"/>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Penalizes models with too many param.</a:t>
            </a:r>
          </a:p>
        </p:txBody>
      </p:sp>
      <p:cxnSp>
        <p:nvCxnSpPr>
          <p:cNvPr id="26" name="Straight Arrow Connector 25">
            <a:extLst>
              <a:ext uri="{FF2B5EF4-FFF2-40B4-BE49-F238E27FC236}">
                <a16:creationId xmlns:a16="http://schemas.microsoft.com/office/drawing/2014/main" id="{A4DAFE0D-50B7-244C-FD81-78E95CFFB3B9}"/>
              </a:ext>
            </a:extLst>
          </p:cNvPr>
          <p:cNvCxnSpPr>
            <a:cxnSpLocks/>
          </p:cNvCxnSpPr>
          <p:nvPr/>
        </p:nvCxnSpPr>
        <p:spPr>
          <a:xfrm>
            <a:off x="4118747" y="4372705"/>
            <a:ext cx="265817" cy="0"/>
          </a:xfrm>
          <a:prstGeom prst="straightConnector1">
            <a:avLst/>
          </a:prstGeom>
          <a:ln>
            <a:solidFill>
              <a:srgbClr val="E8B202"/>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6C2E8D8-EE7E-8074-BF12-BA7CD658E91C}"/>
                  </a:ext>
                </a:extLst>
              </p:cNvPr>
              <p:cNvSpPr txBox="1"/>
              <p:nvPr/>
            </p:nvSpPr>
            <p:spPr>
              <a:xfrm>
                <a:off x="4024396" y="4474769"/>
                <a:ext cx="478841" cy="5584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8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oMath>
                  </m:oMathPara>
                </a14:m>
                <a:endParaRPr lang="en-GB" dirty="0"/>
              </a:p>
            </p:txBody>
          </p:sp>
        </mc:Choice>
        <mc:Fallback xmlns="">
          <p:sp>
            <p:nvSpPr>
              <p:cNvPr id="28" name="TextBox 27">
                <a:extLst>
                  <a:ext uri="{FF2B5EF4-FFF2-40B4-BE49-F238E27FC236}">
                    <a16:creationId xmlns:a16="http://schemas.microsoft.com/office/drawing/2014/main" id="{76C2E8D8-EE7E-8074-BF12-BA7CD658E91C}"/>
                  </a:ext>
                </a:extLst>
              </p:cNvPr>
              <p:cNvSpPr txBox="1">
                <a:spLocks noRot="1" noChangeAspect="1" noMove="1" noResize="1" noEditPoints="1" noAdjustHandles="1" noChangeArrowheads="1" noChangeShapeType="1" noTextEdit="1"/>
              </p:cNvSpPr>
              <p:nvPr/>
            </p:nvSpPr>
            <p:spPr>
              <a:xfrm>
                <a:off x="4024396" y="4474769"/>
                <a:ext cx="478841" cy="558482"/>
              </a:xfrm>
              <a:prstGeom prst="rect">
                <a:avLst/>
              </a:prstGeom>
              <a:blipFill>
                <a:blip r:embed="rId15"/>
                <a:stretch>
                  <a:fillRect/>
                </a:stretch>
              </a:blipFill>
            </p:spPr>
            <p:txBody>
              <a:bodyPr/>
              <a:lstStyle/>
              <a:p>
                <a:r>
                  <a:rPr lang="en-GB">
                    <a:noFill/>
                  </a:rPr>
                  <a:t> </a:t>
                </a:r>
              </a:p>
            </p:txBody>
          </p:sp>
        </mc:Fallback>
      </mc:AlternateContent>
      <p:sp>
        <p:nvSpPr>
          <p:cNvPr id="30" name="5-point Star 29">
            <a:extLst>
              <a:ext uri="{FF2B5EF4-FFF2-40B4-BE49-F238E27FC236}">
                <a16:creationId xmlns:a16="http://schemas.microsoft.com/office/drawing/2014/main" id="{733F6DFC-17D7-D915-56DD-F0F9198B9C71}"/>
              </a:ext>
            </a:extLst>
          </p:cNvPr>
          <p:cNvSpPr/>
          <p:nvPr/>
        </p:nvSpPr>
        <p:spPr>
          <a:xfrm>
            <a:off x="4104721" y="2745186"/>
            <a:ext cx="293868" cy="262828"/>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E8CEDAA-2A7C-F58A-3C06-68F61EA0111D}"/>
                  </a:ext>
                </a:extLst>
              </p:cNvPr>
              <p:cNvSpPr txBox="1"/>
              <p:nvPr/>
            </p:nvSpPr>
            <p:spPr>
              <a:xfrm>
                <a:off x="4348720" y="2919690"/>
                <a:ext cx="1868662" cy="338553"/>
              </a:xfrm>
              <a:prstGeom prst="rect">
                <a:avLst/>
              </a:prstGeom>
              <a:solidFill>
                <a:srgbClr val="FFFFFF">
                  <a:alpha val="58039"/>
                </a:srgbClr>
              </a:solid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600" b="0" i="1" u="none" strike="noStrike" kern="1200" cap="none" spc="0" normalizeH="0" baseline="0" noProof="0" smtClean="0">
                          <a:ln>
                            <a:noFill/>
                          </a:ln>
                          <a:solidFill>
                            <a:schemeClr val="accent1"/>
                          </a:solidFill>
                          <a:effectLst/>
                          <a:uLnTx/>
                          <a:uFillTx/>
                          <a:latin typeface="Cambria Math" panose="02040503050406030204" pitchFamily="18" charset="0"/>
                        </a:rPr>
                        <m:t>𝑃</m:t>
                      </m:r>
                      <m:d>
                        <m:dPr>
                          <m:ctrlPr>
                            <a:rPr kumimoji="0" lang="en-GB" sz="1600" b="0" i="1" u="none" strike="noStrike" kern="1200" cap="none" spc="0" normalizeH="0" baseline="0" noProof="0">
                              <a:ln>
                                <a:noFill/>
                              </a:ln>
                              <a:solidFill>
                                <a:schemeClr val="accent1"/>
                              </a:solidFill>
                              <a:effectLst/>
                              <a:uLnTx/>
                              <a:uFillTx/>
                              <a:latin typeface="Cambria Math" panose="02040503050406030204" pitchFamily="18" charset="0"/>
                            </a:rPr>
                          </m:ctrlPr>
                        </m:dPr>
                        <m:e>
                          <m:r>
                            <a:rPr kumimoji="0" lang="en-GB" sz="1600" b="0" i="1" u="none" strike="noStrike" kern="1200" cap="none" spc="0" normalizeH="0" baseline="0" noProof="0">
                              <a:ln>
                                <a:noFill/>
                              </a:ln>
                              <a:solidFill>
                                <a:schemeClr val="accent1"/>
                              </a:solidFill>
                              <a:effectLst/>
                              <a:uLnTx/>
                              <a:uFillTx/>
                              <a:latin typeface="Cambria Math" panose="02040503050406030204" pitchFamily="18" charset="0"/>
                            </a:rPr>
                            <m:t>𝐷</m:t>
                          </m:r>
                        </m:e>
                        <m:e>
                          <m:sSub>
                            <m:sSubPr>
                              <m:ctrlPr>
                                <a:rPr kumimoji="0" lang="en-GB" sz="1600" b="1" i="1" u="none" strike="noStrike" kern="1200" cap="none" spc="0" normalizeH="0" baseline="0" noProof="0" smtClean="0">
                                  <a:ln>
                                    <a:noFill/>
                                  </a:ln>
                                  <a:solidFill>
                                    <a:schemeClr val="accent1"/>
                                  </a:solidFill>
                                  <a:effectLst/>
                                  <a:uLnTx/>
                                  <a:uFillTx/>
                                  <a:latin typeface="Cambria Math" panose="02040503050406030204" pitchFamily="18" charset="0"/>
                                </a:rPr>
                              </m:ctrlPr>
                            </m:sSubPr>
                            <m:e>
                              <m:r>
                                <a:rPr kumimoji="0" lang="en-GB" sz="1600" b="1" i="1" u="none" strike="noStrike" kern="1200" cap="none" spc="0" normalizeH="0" baseline="0" noProof="0">
                                  <a:ln>
                                    <a:noFill/>
                                  </a:ln>
                                  <a:solidFill>
                                    <a:schemeClr val="accent1"/>
                                  </a:solidFill>
                                  <a:effectLst/>
                                  <a:uLnTx/>
                                  <a:uFillTx/>
                                  <a:latin typeface="Cambria Math" panose="02040503050406030204" pitchFamily="18" charset="0"/>
                                </a:rPr>
                                <m:t>𝝃</m:t>
                              </m:r>
                            </m:e>
                            <m:sub>
                              <m:r>
                                <a:rPr kumimoji="0" lang="en-GB" sz="1600" b="0" i="1" u="none" strike="noStrike" kern="1200" cap="none" spc="0" normalizeH="0" baseline="0" noProof="0" smtClean="0">
                                  <a:ln>
                                    <a:noFill/>
                                  </a:ln>
                                  <a:solidFill>
                                    <a:schemeClr val="accent1"/>
                                  </a:solidFill>
                                  <a:effectLst/>
                                  <a:uLnTx/>
                                  <a:uFillTx/>
                                  <a:latin typeface="Cambria Math" panose="02040503050406030204" pitchFamily="18" charset="0"/>
                                </a:rPr>
                                <m:t>𝑀𝐴𝑃</m:t>
                              </m:r>
                            </m:sub>
                          </m:sSub>
                          <m:r>
                            <a:rPr kumimoji="0" lang="en-GB" sz="16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rPr>
                            <m:t> </m:t>
                          </m:r>
                        </m:e>
                      </m:d>
                      <m: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𝑃</m:t>
                      </m:r>
                      <m:d>
                        <m:dPr>
                          <m:ctrlP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dPr>
                        <m:e>
                          <m:sSub>
                            <m:sSubPr>
                              <m:ctrlP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ctrlPr>
                            </m:sSubPr>
                            <m:e>
                              <m:r>
                                <a:rPr kumimoji="0" lang="en-GB" sz="1600" b="1"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𝝃</m:t>
                              </m:r>
                            </m:e>
                            <m:sub>
                              <m:r>
                                <a:rPr kumimoji="0" lang="en-GB" sz="16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rPr>
                                <m:t>𝑀𝐴𝑃</m:t>
                              </m:r>
                            </m:sub>
                          </m:sSub>
                        </m:e>
                      </m:d>
                    </m:oMath>
                  </m:oMathPara>
                </a14:m>
                <a:endParaRPr lang="en-GB" sz="1600" dirty="0"/>
              </a:p>
            </p:txBody>
          </p:sp>
        </mc:Choice>
        <mc:Fallback xmlns="">
          <p:sp>
            <p:nvSpPr>
              <p:cNvPr id="34" name="TextBox 33">
                <a:extLst>
                  <a:ext uri="{FF2B5EF4-FFF2-40B4-BE49-F238E27FC236}">
                    <a16:creationId xmlns:a16="http://schemas.microsoft.com/office/drawing/2014/main" id="{2E8CEDAA-2A7C-F58A-3C06-68F61EA0111D}"/>
                  </a:ext>
                </a:extLst>
              </p:cNvPr>
              <p:cNvSpPr txBox="1">
                <a:spLocks noRot="1" noChangeAspect="1" noMove="1" noResize="1" noEditPoints="1" noAdjustHandles="1" noChangeArrowheads="1" noChangeShapeType="1" noTextEdit="1"/>
              </p:cNvSpPr>
              <p:nvPr/>
            </p:nvSpPr>
            <p:spPr>
              <a:xfrm>
                <a:off x="4348720" y="2919690"/>
                <a:ext cx="1868662" cy="338553"/>
              </a:xfrm>
              <a:prstGeom prst="rect">
                <a:avLst/>
              </a:prstGeom>
              <a:blipFill>
                <a:blip r:embed="rId16"/>
                <a:stretch>
                  <a:fillRect b="-17857"/>
                </a:stretch>
              </a:blipFill>
            </p:spPr>
            <p:txBody>
              <a:bodyPr/>
              <a:lstStyle/>
              <a:p>
                <a:r>
                  <a:rPr lang="en-GB">
                    <a:noFill/>
                  </a:rPr>
                  <a:t> </a:t>
                </a:r>
              </a:p>
            </p:txBody>
          </p:sp>
        </mc:Fallback>
      </mc:AlternateContent>
      <p:sp>
        <p:nvSpPr>
          <p:cNvPr id="35" name="TextBox 34">
            <a:extLst>
              <a:ext uri="{FF2B5EF4-FFF2-40B4-BE49-F238E27FC236}">
                <a16:creationId xmlns:a16="http://schemas.microsoft.com/office/drawing/2014/main" id="{E6CA5A77-68BB-3EFA-20A0-E03DA084FE00}"/>
              </a:ext>
            </a:extLst>
          </p:cNvPr>
          <p:cNvSpPr txBox="1"/>
          <p:nvPr/>
        </p:nvSpPr>
        <p:spPr>
          <a:xfrm>
            <a:off x="2781911" y="2470736"/>
            <a:ext cx="1063112" cy="338553"/>
          </a:xfrm>
          <a:prstGeom prst="rect">
            <a:avLst/>
          </a:prstGeom>
          <a:noFill/>
        </p:spPr>
        <p:txBody>
          <a:bodyPr wrap="none" rtlCol="0">
            <a:spAutoFit/>
          </a:bodyPr>
          <a:lstStyle/>
          <a:p>
            <a:r>
              <a:rPr lang="en-GB" sz="1600" u="sng" dirty="0">
                <a:solidFill>
                  <a:srgbClr val="FF0000"/>
                </a:solidFill>
              </a:rPr>
              <a:t>Posterior:</a:t>
            </a:r>
          </a:p>
        </p:txBody>
      </p:sp>
      <p:sp>
        <p:nvSpPr>
          <p:cNvPr id="38" name="Speech Bubble: Rectangle 16">
            <a:extLst>
              <a:ext uri="{FF2B5EF4-FFF2-40B4-BE49-F238E27FC236}">
                <a16:creationId xmlns:a16="http://schemas.microsoft.com/office/drawing/2014/main" id="{DBAAAAF0-F216-5DA8-B018-EDC19FCB57EA}"/>
              </a:ext>
            </a:extLst>
          </p:cNvPr>
          <p:cNvSpPr/>
          <p:nvPr/>
        </p:nvSpPr>
        <p:spPr>
          <a:xfrm>
            <a:off x="147483" y="2266072"/>
            <a:ext cx="1872629" cy="592726"/>
          </a:xfrm>
          <a:prstGeom prst="wedgeRectCallout">
            <a:avLst>
              <a:gd name="adj1" fmla="val 101330"/>
              <a:gd name="adj2" fmla="val -102048"/>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Obtained from </a:t>
            </a:r>
            <a:r>
              <a:rPr lang="en-GB" sz="1400" dirty="0">
                <a:solidFill>
                  <a:srgbClr val="000000"/>
                </a:solidFill>
                <a:latin typeface="Arial"/>
              </a:rPr>
              <a:t>variational inference</a:t>
            </a:r>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p:cxnSp>
        <p:nvCxnSpPr>
          <p:cNvPr id="39" name="Straight Arrow Connector 38">
            <a:extLst>
              <a:ext uri="{FF2B5EF4-FFF2-40B4-BE49-F238E27FC236}">
                <a16:creationId xmlns:a16="http://schemas.microsoft.com/office/drawing/2014/main" id="{904808AF-56E6-FA1E-EA6D-CA71006BCC5D}"/>
              </a:ext>
            </a:extLst>
          </p:cNvPr>
          <p:cNvCxnSpPr>
            <a:cxnSpLocks/>
            <a:stCxn id="40" idx="0"/>
          </p:cNvCxnSpPr>
          <p:nvPr/>
        </p:nvCxnSpPr>
        <p:spPr>
          <a:xfrm flipV="1">
            <a:off x="1449056" y="1101190"/>
            <a:ext cx="911045" cy="346182"/>
          </a:xfrm>
          <a:prstGeom prst="straightConnector1">
            <a:avLst/>
          </a:prstGeom>
          <a:ln>
            <a:solidFill>
              <a:srgbClr val="FF0000"/>
            </a:solidFill>
            <a:headEnd w="lg" len="lg"/>
            <a:tailEnd type="triangle" w="lg" len="lg"/>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33F49512-4AC8-602B-9BC8-2F75808C25F8}"/>
              </a:ext>
            </a:extLst>
          </p:cNvPr>
          <p:cNvSpPr txBox="1"/>
          <p:nvPr/>
        </p:nvSpPr>
        <p:spPr>
          <a:xfrm>
            <a:off x="309898" y="1447372"/>
            <a:ext cx="2278316" cy="369332"/>
          </a:xfrm>
          <a:prstGeom prst="rect">
            <a:avLst/>
          </a:prstGeom>
          <a:noFill/>
        </p:spPr>
        <p:txBody>
          <a:bodyPr wrap="square" rtlCol="0">
            <a:spAutoFit/>
          </a:bodyPr>
          <a:lstStyle/>
          <a:p>
            <a:r>
              <a:rPr lang="en-GB" dirty="0">
                <a:solidFill>
                  <a:srgbClr val="FF0000"/>
                </a:solidFill>
              </a:rPr>
              <a:t>Difficult to eval.</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5035985-B767-92F2-3BC1-AD5077772554}"/>
                  </a:ext>
                </a:extLst>
              </p:cNvPr>
              <p:cNvSpPr txBox="1"/>
              <p:nvPr/>
            </p:nvSpPr>
            <p:spPr>
              <a:xfrm>
                <a:off x="3390385" y="1142337"/>
                <a:ext cx="12131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smtClean="0">
                          <a:solidFill>
                            <a:schemeClr val="tx2"/>
                          </a:solidFill>
                          <a:latin typeface="Cambria Math" panose="02040503050406030204" pitchFamily="18" charset="0"/>
                          <a:ea typeface="Cambria Math" panose="02040503050406030204" pitchFamily="18" charset="0"/>
                        </a:rPr>
                        <m:t>∝</m:t>
                      </m:r>
                      <m:r>
                        <a:rPr lang="en-GB" sz="1800" i="1" smtClean="0">
                          <a:solidFill>
                            <a:schemeClr val="tx2"/>
                          </a:solidFill>
                          <a:latin typeface="Cambria Math" panose="02040503050406030204" pitchFamily="18" charset="0"/>
                          <a:ea typeface="Cambria Math" panose="02040503050406030204" pitchFamily="18" charset="0"/>
                        </a:rPr>
                        <m:t>𝑃</m:t>
                      </m:r>
                      <m:d>
                        <m:dPr>
                          <m:ctrlPr>
                            <a:rPr lang="en-GB" sz="1800" i="1">
                              <a:solidFill>
                                <a:schemeClr val="tx2"/>
                              </a:solidFill>
                              <a:latin typeface="Cambria Math" panose="02040503050406030204" pitchFamily="18" charset="0"/>
                              <a:ea typeface="Cambria Math" panose="02040503050406030204" pitchFamily="18" charset="0"/>
                            </a:rPr>
                          </m:ctrlPr>
                        </m:dPr>
                        <m:e>
                          <m:r>
                            <a:rPr lang="en-GB" sz="1800" i="1">
                              <a:solidFill>
                                <a:schemeClr val="tx2"/>
                              </a:solidFill>
                              <a:latin typeface="Cambria Math" panose="02040503050406030204" pitchFamily="18" charset="0"/>
                              <a:ea typeface="Cambria Math" panose="02040503050406030204" pitchFamily="18" charset="0"/>
                            </a:rPr>
                            <m:t>𝝃</m:t>
                          </m:r>
                        </m:e>
                        <m:e>
                          <m:r>
                            <a:rPr lang="en-GB" sz="1800" i="1">
                              <a:solidFill>
                                <a:schemeClr val="tx2"/>
                              </a:solidFill>
                              <a:latin typeface="Cambria Math" panose="02040503050406030204" pitchFamily="18" charset="0"/>
                              <a:ea typeface="Cambria Math" panose="02040503050406030204" pitchFamily="18" charset="0"/>
                            </a:rPr>
                            <m:t>𝐷</m:t>
                          </m:r>
                        </m:e>
                      </m:d>
                    </m:oMath>
                  </m:oMathPara>
                </a14:m>
                <a:endParaRPr lang="en-GB" dirty="0">
                  <a:solidFill>
                    <a:schemeClr val="tx2"/>
                  </a:solidFill>
                </a:endParaRPr>
              </a:p>
            </p:txBody>
          </p:sp>
        </mc:Choice>
        <mc:Fallback xmlns="">
          <p:sp>
            <p:nvSpPr>
              <p:cNvPr id="44" name="TextBox 43">
                <a:extLst>
                  <a:ext uri="{FF2B5EF4-FFF2-40B4-BE49-F238E27FC236}">
                    <a16:creationId xmlns:a16="http://schemas.microsoft.com/office/drawing/2014/main" id="{65035985-B767-92F2-3BC1-AD5077772554}"/>
                  </a:ext>
                </a:extLst>
              </p:cNvPr>
              <p:cNvSpPr txBox="1">
                <a:spLocks noRot="1" noChangeAspect="1" noMove="1" noResize="1" noEditPoints="1" noAdjustHandles="1" noChangeArrowheads="1" noChangeShapeType="1" noTextEdit="1"/>
              </p:cNvSpPr>
              <p:nvPr/>
            </p:nvSpPr>
            <p:spPr>
              <a:xfrm>
                <a:off x="3390385" y="1142337"/>
                <a:ext cx="1213100" cy="369332"/>
              </a:xfrm>
              <a:prstGeom prst="rect">
                <a:avLst/>
              </a:prstGeom>
              <a:blipFill>
                <a:blip r:embed="rId17"/>
                <a:stretch>
                  <a:fillRect b="-16129"/>
                </a:stretch>
              </a:blipFill>
            </p:spPr>
            <p:txBody>
              <a:bodyPr/>
              <a:lstStyle/>
              <a:p>
                <a:r>
                  <a:rPr lang="en-GB">
                    <a:noFill/>
                  </a:rPr>
                  <a:t> </a:t>
                </a:r>
              </a:p>
            </p:txBody>
          </p:sp>
        </mc:Fallback>
      </mc:AlternateContent>
      <p:sp>
        <p:nvSpPr>
          <p:cNvPr id="45" name="Right Brace 44">
            <a:extLst>
              <a:ext uri="{FF2B5EF4-FFF2-40B4-BE49-F238E27FC236}">
                <a16:creationId xmlns:a16="http://schemas.microsoft.com/office/drawing/2014/main" id="{2BAF2626-C08B-7D44-9683-BE0F3A30A003}"/>
              </a:ext>
            </a:extLst>
          </p:cNvPr>
          <p:cNvSpPr/>
          <p:nvPr/>
        </p:nvSpPr>
        <p:spPr>
          <a:xfrm rot="5400000">
            <a:off x="3507153" y="191829"/>
            <a:ext cx="164171" cy="1824601"/>
          </a:xfrm>
          <a:prstGeom prst="rightBrace">
            <a:avLst>
              <a:gd name="adj1" fmla="val 19477"/>
              <a:gd name="adj2" fmla="val 50000"/>
            </a:avLst>
          </a:prstGeom>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chemeClr val="tx2"/>
              </a:solidFill>
              <a:effectLst/>
              <a:uLnTx/>
              <a:uFillTx/>
              <a:latin typeface="Arial"/>
              <a:ea typeface="+mn-ea"/>
              <a:cs typeface="+mn-cs"/>
            </a:endParaRPr>
          </a:p>
        </p:txBody>
      </p:sp>
      <p:sp>
        <p:nvSpPr>
          <p:cNvPr id="47" name="Rectangle: Rounded Corners 6">
            <a:extLst>
              <a:ext uri="{FF2B5EF4-FFF2-40B4-BE49-F238E27FC236}">
                <a16:creationId xmlns:a16="http://schemas.microsoft.com/office/drawing/2014/main" id="{C5ED9707-CB10-AC3B-2974-87662DCC60ED}"/>
              </a:ext>
            </a:extLst>
          </p:cNvPr>
          <p:cNvSpPr/>
          <p:nvPr/>
        </p:nvSpPr>
        <p:spPr>
          <a:xfrm>
            <a:off x="6561914" y="45849"/>
            <a:ext cx="2526042" cy="71419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sng" strike="noStrike" kern="1200" cap="none" spc="0" normalizeH="0" baseline="0" noProof="0">
                <a:ln>
                  <a:noFill/>
                </a:ln>
                <a:solidFill>
                  <a:srgbClr val="000000"/>
                </a:solidFill>
                <a:effectLst/>
                <a:uLnTx/>
                <a:uFillTx/>
                <a:latin typeface="Arial"/>
                <a:ea typeface="+mn-ea"/>
                <a:cs typeface="+mn-cs"/>
              </a:rPr>
              <a:t>Aim:</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FF4058F-F358-8400-8645-7B2A1A0E0077}"/>
                  </a:ext>
                </a:extLst>
              </p:cNvPr>
              <p:cNvSpPr txBox="1"/>
              <p:nvPr/>
            </p:nvSpPr>
            <p:spPr>
              <a:xfrm>
                <a:off x="6981701" y="90184"/>
                <a:ext cx="2303240" cy="58887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uncPr>
                        <m:fName>
                          <m:limLow>
                            <m:limLow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limLowPr>
                            <m:e>
                              <m:r>
                                <m:rPr>
                                  <m:sty m:val="p"/>
                                </m:rPr>
                                <a:rPr kumimoji="0" lang="en-GB"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argmax</m:t>
                              </m:r>
                            </m:e>
                            <m:lim>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𝑖</m:t>
                                  </m:r>
                                </m:sub>
                              </m:sSub>
                            </m:lim>
                          </m:limLow>
                        </m:fName>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𝑃</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e>
                      </m:func>
                    </m:oMath>
                  </m:oMathPara>
                </a14:m>
                <a:endParaRPr kumimoji="0" lang="en-GB" sz="2000" b="0" i="0" u="none" strike="noStrike" kern="1200" cap="none" spc="0" normalizeH="0" baseline="0" noProof="0" dirty="0">
                  <a:ln>
                    <a:noFill/>
                  </a:ln>
                  <a:solidFill>
                    <a:srgbClr val="000000"/>
                  </a:solidFill>
                  <a:effectLst/>
                  <a:uLnTx/>
                  <a:uFillTx/>
                  <a:latin typeface="Arial"/>
                  <a:cs typeface="+mn-cs"/>
                </a:endParaRPr>
              </a:p>
            </p:txBody>
          </p:sp>
        </mc:Choice>
        <mc:Fallback xmlns="">
          <p:sp>
            <p:nvSpPr>
              <p:cNvPr id="48" name="TextBox 47">
                <a:extLst>
                  <a:ext uri="{FF2B5EF4-FFF2-40B4-BE49-F238E27FC236}">
                    <a16:creationId xmlns:a16="http://schemas.microsoft.com/office/drawing/2014/main" id="{CFF4058F-F358-8400-8645-7B2A1A0E0077}"/>
                  </a:ext>
                </a:extLst>
              </p:cNvPr>
              <p:cNvSpPr txBox="1">
                <a:spLocks noRot="1" noChangeAspect="1" noMove="1" noResize="1" noEditPoints="1" noAdjustHandles="1" noChangeArrowheads="1" noChangeShapeType="1" noTextEdit="1"/>
              </p:cNvSpPr>
              <p:nvPr/>
            </p:nvSpPr>
            <p:spPr>
              <a:xfrm>
                <a:off x="6981701" y="90184"/>
                <a:ext cx="2303240" cy="588879"/>
              </a:xfrm>
              <a:prstGeom prst="rect">
                <a:avLst/>
              </a:prstGeom>
              <a:blipFill>
                <a:blip r:embed="rId18"/>
                <a:stretch>
                  <a:fillRect b="-4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18D7712-62E4-0E91-E404-CEA42BDC2CF1}"/>
                  </a:ext>
                </a:extLst>
              </p:cNvPr>
              <p:cNvSpPr txBox="1"/>
              <p:nvPr/>
            </p:nvSpPr>
            <p:spPr>
              <a:xfrm>
                <a:off x="4732445" y="4275885"/>
                <a:ext cx="5005738" cy="794000"/>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r>
                        <a:rPr lang="en-GB" sz="1600" i="1">
                          <a:solidFill>
                            <a:srgbClr val="A88000"/>
                          </a:solidFill>
                          <a:latin typeface="Cambria Math" panose="02040503050406030204" pitchFamily="18" charset="0"/>
                          <a:ea typeface="Cambria Math" panose="02040503050406030204" pitchFamily="18" charset="0"/>
                        </a:rPr>
                        <m:t>𝐀</m:t>
                      </m:r>
                      <m:r>
                        <a:rPr lang="en-GB" sz="1600" i="1">
                          <a:solidFill>
                            <a:srgbClr val="A88000"/>
                          </a:solidFill>
                          <a:latin typeface="Cambria Math" panose="02040503050406030204" pitchFamily="18" charset="0"/>
                          <a:ea typeface="Cambria Math" panose="02040503050406030204" pitchFamily="18" charset="0"/>
                        </a:rPr>
                        <m:t>=−</m:t>
                      </m:r>
                      <m:sSub>
                        <m:sSubPr>
                          <m:ctrlPr>
                            <a:rPr lang="en-GB" sz="1600" i="1">
                              <a:solidFill>
                                <a:srgbClr val="A88000"/>
                              </a:solidFill>
                              <a:latin typeface="Cambria Math" panose="02040503050406030204" pitchFamily="18" charset="0"/>
                              <a:ea typeface="Cambria Math" panose="02040503050406030204" pitchFamily="18" charset="0"/>
                            </a:rPr>
                          </m:ctrlPr>
                        </m:sSubPr>
                        <m:e>
                          <m:d>
                            <m:dPr>
                              <m:begChr m:val=""/>
                              <m:endChr m:val="|"/>
                              <m:ctrlPr>
                                <a:rPr lang="en-GB" sz="1600" i="1">
                                  <a:solidFill>
                                    <a:srgbClr val="A88000"/>
                                  </a:solidFill>
                                  <a:latin typeface="Cambria Math" panose="02040503050406030204" pitchFamily="18" charset="0"/>
                                  <a:ea typeface="Cambria Math" panose="02040503050406030204" pitchFamily="18" charset="0"/>
                                </a:rPr>
                              </m:ctrlPr>
                            </m:dPr>
                            <m:e>
                              <m:f>
                                <m:fPr>
                                  <m:ctrlPr>
                                    <a:rPr lang="en-GB" sz="1600" i="1" smtClean="0">
                                      <a:solidFill>
                                        <a:srgbClr val="A88000"/>
                                      </a:solidFill>
                                      <a:latin typeface="Cambria Math" panose="02040503050406030204" pitchFamily="18" charset="0"/>
                                      <a:ea typeface="Cambria Math" panose="02040503050406030204" pitchFamily="18" charset="0"/>
                                    </a:rPr>
                                  </m:ctrlPr>
                                </m:fPr>
                                <m:num>
                                  <m:sSup>
                                    <m:sSupPr>
                                      <m:ctrlPr>
                                        <a:rPr lang="en-GB" sz="1600" i="1">
                                          <a:solidFill>
                                            <a:srgbClr val="A88000"/>
                                          </a:solidFill>
                                          <a:latin typeface="Cambria Math" panose="02040503050406030204" pitchFamily="18" charset="0"/>
                                          <a:ea typeface="Cambria Math" panose="02040503050406030204" pitchFamily="18" charset="0"/>
                                        </a:rPr>
                                      </m:ctrlPr>
                                    </m:sSupPr>
                                    <m:e>
                                      <m:r>
                                        <a:rPr lang="en-GB" sz="1600" i="1">
                                          <a:solidFill>
                                            <a:srgbClr val="A88000"/>
                                          </a:solidFill>
                                          <a:latin typeface="Cambria Math" panose="02040503050406030204" pitchFamily="18" charset="0"/>
                                          <a:ea typeface="Cambria Math" panose="02040503050406030204" pitchFamily="18" charset="0"/>
                                        </a:rPr>
                                        <m:t>𝑑</m:t>
                                      </m:r>
                                    </m:e>
                                    <m:sup>
                                      <m:r>
                                        <a:rPr lang="en-GB" sz="1600" i="1">
                                          <a:solidFill>
                                            <a:srgbClr val="A88000"/>
                                          </a:solidFill>
                                          <a:latin typeface="Cambria Math" panose="02040503050406030204" pitchFamily="18" charset="0"/>
                                          <a:ea typeface="Cambria Math" panose="02040503050406030204" pitchFamily="18" charset="0"/>
                                        </a:rPr>
                                        <m:t>2</m:t>
                                      </m:r>
                                    </m:sup>
                                  </m:sSup>
                                  <m:func>
                                    <m:funcPr>
                                      <m:ctrlPr>
                                        <a:rPr lang="en-GB" sz="1600" i="1">
                                          <a:solidFill>
                                            <a:srgbClr val="A88000"/>
                                          </a:solidFill>
                                          <a:latin typeface="Cambria Math" panose="02040503050406030204" pitchFamily="18" charset="0"/>
                                          <a:ea typeface="Cambria Math" panose="02040503050406030204" pitchFamily="18" charset="0"/>
                                        </a:rPr>
                                      </m:ctrlPr>
                                    </m:funcPr>
                                    <m:fName>
                                      <m:r>
                                        <m:rPr>
                                          <m:sty m:val="p"/>
                                        </m:rPr>
                                        <a:rPr lang="en-GB" sz="1600" i="1">
                                          <a:solidFill>
                                            <a:srgbClr val="A88000"/>
                                          </a:solidFill>
                                          <a:latin typeface="Cambria Math" panose="02040503050406030204" pitchFamily="18" charset="0"/>
                                          <a:ea typeface="Cambria Math" panose="02040503050406030204" pitchFamily="18" charset="0"/>
                                        </a:rPr>
                                        <m:t>ln</m:t>
                                      </m:r>
                                    </m:fName>
                                    <m:e>
                                      <m:r>
                                        <a:rPr lang="en-GB" sz="1600" i="1">
                                          <a:solidFill>
                                            <a:schemeClr val="accent1"/>
                                          </a:solidFill>
                                          <a:latin typeface="Cambria Math" panose="02040503050406030204" pitchFamily="18" charset="0"/>
                                        </a:rPr>
                                        <m:t>𝑃</m:t>
                                      </m:r>
                                      <m:d>
                                        <m:dPr>
                                          <m:ctrlPr>
                                            <a:rPr lang="en-GB" sz="1600" i="1">
                                              <a:solidFill>
                                                <a:schemeClr val="accent1"/>
                                              </a:solidFill>
                                              <a:latin typeface="Cambria Math" panose="02040503050406030204" pitchFamily="18" charset="0"/>
                                            </a:rPr>
                                          </m:ctrlPr>
                                        </m:dPr>
                                        <m:e>
                                          <m:r>
                                            <a:rPr lang="en-GB" sz="1600" i="1">
                                              <a:solidFill>
                                                <a:schemeClr val="accent1"/>
                                              </a:solidFill>
                                              <a:latin typeface="Cambria Math" panose="02040503050406030204" pitchFamily="18" charset="0"/>
                                            </a:rPr>
                                            <m:t>𝐷</m:t>
                                          </m:r>
                                        </m:e>
                                        <m:e>
                                          <m:r>
                                            <a:rPr lang="en-GB" sz="1600" b="1" i="1">
                                              <a:solidFill>
                                                <a:schemeClr val="accent1"/>
                                              </a:solidFill>
                                              <a:latin typeface="Cambria Math" panose="02040503050406030204" pitchFamily="18" charset="0"/>
                                            </a:rPr>
                                            <m:t>𝝃</m:t>
                                          </m:r>
                                          <m:r>
                                            <a:rPr lang="en-GB" sz="1600" i="1">
                                              <a:solidFill>
                                                <a:schemeClr val="accent1"/>
                                              </a:solidFill>
                                              <a:latin typeface="Cambria Math" panose="02040503050406030204" pitchFamily="18" charset="0"/>
                                            </a:rPr>
                                            <m:t>,</m:t>
                                          </m:r>
                                          <m:sSub>
                                            <m:sSubPr>
                                              <m:ctrlPr>
                                                <a:rPr lang="en-GB" sz="1600" i="1">
                                                  <a:solidFill>
                                                    <a:schemeClr val="accent1"/>
                                                  </a:solidFill>
                                                  <a:latin typeface="Cambria Math" panose="02040503050406030204" pitchFamily="18" charset="0"/>
                                                  <a:ea typeface="Cambria Math" panose="02040503050406030204" pitchFamily="18" charset="0"/>
                                                </a:rPr>
                                              </m:ctrlPr>
                                            </m:sSubPr>
                                            <m:e>
                                              <m:r>
                                                <a:rPr lang="en-GB" sz="1600" i="1">
                                                  <a:solidFill>
                                                    <a:schemeClr val="accent1"/>
                                                  </a:solidFill>
                                                  <a:latin typeface="Cambria Math" panose="02040503050406030204" pitchFamily="18" charset="0"/>
                                                  <a:ea typeface="Cambria Math" panose="02040503050406030204" pitchFamily="18" charset="0"/>
                                                </a:rPr>
                                                <m:t>ℳ</m:t>
                                              </m:r>
                                            </m:e>
                                            <m:sub>
                                              <m:r>
                                                <a:rPr lang="en-GB" sz="1600" i="1">
                                                  <a:solidFill>
                                                    <a:schemeClr val="accent1"/>
                                                  </a:solidFill>
                                                  <a:latin typeface="Cambria Math" panose="02040503050406030204" pitchFamily="18" charset="0"/>
                                                  <a:ea typeface="Cambria Math" panose="02040503050406030204" pitchFamily="18" charset="0"/>
                                                </a:rPr>
                                                <m:t>𝑖</m:t>
                                              </m:r>
                                            </m:sub>
                                          </m:sSub>
                                        </m:e>
                                      </m:d>
                                      <m:r>
                                        <a:rPr lang="en-GB" sz="1600" i="1">
                                          <a:solidFill>
                                            <a:prstClr val="white">
                                              <a:lumMod val="50000"/>
                                            </a:prstClr>
                                          </a:solidFill>
                                          <a:latin typeface="Cambria Math" panose="02040503050406030204" pitchFamily="18" charset="0"/>
                                          <a:ea typeface="Cambria Math" panose="02040503050406030204" pitchFamily="18" charset="0"/>
                                        </a:rPr>
                                        <m:t>𝑃</m:t>
                                      </m:r>
                                      <m:d>
                                        <m:dPr>
                                          <m:ctrlPr>
                                            <a:rPr lang="en-GB" sz="1600" i="1">
                                              <a:solidFill>
                                                <a:prstClr val="white">
                                                  <a:lumMod val="50000"/>
                                                </a:prstClr>
                                              </a:solidFill>
                                              <a:latin typeface="Cambria Math" panose="02040503050406030204" pitchFamily="18" charset="0"/>
                                              <a:ea typeface="Cambria Math" panose="02040503050406030204" pitchFamily="18" charset="0"/>
                                            </a:rPr>
                                          </m:ctrlPr>
                                        </m:dPr>
                                        <m:e>
                                          <m:r>
                                            <a:rPr lang="en-GB" sz="1600" b="1" i="1">
                                              <a:solidFill>
                                                <a:prstClr val="white">
                                                  <a:lumMod val="50000"/>
                                                </a:prstClr>
                                              </a:solidFill>
                                              <a:latin typeface="Cambria Math" panose="02040503050406030204" pitchFamily="18" charset="0"/>
                                              <a:ea typeface="Cambria Math" panose="02040503050406030204" pitchFamily="18" charset="0"/>
                                            </a:rPr>
                                            <m:t>𝝃</m:t>
                                          </m:r>
                                        </m:e>
                                        <m:e>
                                          <m:sSub>
                                            <m:sSubPr>
                                              <m:ctrlPr>
                                                <a:rPr lang="en-GB" sz="1600" i="1">
                                                  <a:solidFill>
                                                    <a:prstClr val="white">
                                                      <a:lumMod val="50000"/>
                                                    </a:prstClr>
                                                  </a:solidFill>
                                                  <a:latin typeface="Cambria Math" panose="02040503050406030204" pitchFamily="18" charset="0"/>
                                                  <a:ea typeface="Cambria Math" panose="02040503050406030204" pitchFamily="18" charset="0"/>
                                                </a:rPr>
                                              </m:ctrlPr>
                                            </m:sSubPr>
                                            <m:e>
                                              <m:r>
                                                <a:rPr lang="en-GB" sz="1600" i="1">
                                                  <a:solidFill>
                                                    <a:prstClr val="white">
                                                      <a:lumMod val="50000"/>
                                                    </a:prstClr>
                                                  </a:solidFill>
                                                  <a:latin typeface="Cambria Math" panose="02040503050406030204" pitchFamily="18" charset="0"/>
                                                  <a:ea typeface="Cambria Math" panose="02040503050406030204" pitchFamily="18" charset="0"/>
                                                </a:rPr>
                                                <m:t>ℳ</m:t>
                                              </m:r>
                                            </m:e>
                                            <m:sub>
                                              <m:r>
                                                <a:rPr lang="en-GB" sz="1600" i="1">
                                                  <a:solidFill>
                                                    <a:prstClr val="white">
                                                      <a:lumMod val="50000"/>
                                                    </a:prstClr>
                                                  </a:solidFill>
                                                  <a:latin typeface="Cambria Math" panose="02040503050406030204" pitchFamily="18" charset="0"/>
                                                  <a:ea typeface="Cambria Math" panose="02040503050406030204" pitchFamily="18" charset="0"/>
                                                </a:rPr>
                                                <m:t>𝑖</m:t>
                                              </m:r>
                                            </m:sub>
                                          </m:sSub>
                                        </m:e>
                                      </m:d>
                                    </m:e>
                                  </m:func>
                                </m:num>
                                <m:den>
                                  <m:r>
                                    <a:rPr lang="en-GB" sz="1600" i="1">
                                      <a:solidFill>
                                        <a:srgbClr val="A88000"/>
                                      </a:solidFill>
                                      <a:latin typeface="Cambria Math" panose="02040503050406030204" pitchFamily="18" charset="0"/>
                                      <a:ea typeface="Cambria Math" panose="02040503050406030204" pitchFamily="18" charset="0"/>
                                    </a:rPr>
                                    <m:t>𝑑</m:t>
                                  </m:r>
                                  <m:sSup>
                                    <m:sSupPr>
                                      <m:ctrlPr>
                                        <a:rPr lang="en-GB" sz="1600" i="1">
                                          <a:solidFill>
                                            <a:srgbClr val="A88000"/>
                                          </a:solidFill>
                                          <a:latin typeface="Cambria Math" panose="02040503050406030204" pitchFamily="18" charset="0"/>
                                          <a:ea typeface="Cambria Math" panose="02040503050406030204" pitchFamily="18" charset="0"/>
                                        </a:rPr>
                                      </m:ctrlPr>
                                    </m:sSupPr>
                                    <m:e>
                                      <m:r>
                                        <a:rPr lang="en-GB" sz="1600" i="1">
                                          <a:solidFill>
                                            <a:srgbClr val="A88000"/>
                                          </a:solidFill>
                                          <a:latin typeface="Cambria Math" panose="02040503050406030204" pitchFamily="18" charset="0"/>
                                          <a:ea typeface="Cambria Math" panose="02040503050406030204" pitchFamily="18" charset="0"/>
                                        </a:rPr>
                                        <m:t>𝜉</m:t>
                                      </m:r>
                                    </m:e>
                                    <m:sup>
                                      <m:r>
                                        <a:rPr lang="en-GB" sz="1600" i="1">
                                          <a:solidFill>
                                            <a:srgbClr val="A88000"/>
                                          </a:solidFill>
                                          <a:latin typeface="Cambria Math" panose="02040503050406030204" pitchFamily="18" charset="0"/>
                                          <a:ea typeface="Cambria Math" panose="02040503050406030204" pitchFamily="18" charset="0"/>
                                        </a:rPr>
                                        <m:t>2</m:t>
                                      </m:r>
                                    </m:sup>
                                  </m:sSup>
                                </m:den>
                              </m:f>
                            </m:e>
                          </m:d>
                        </m:e>
                        <m:sub>
                          <m:sSub>
                            <m:sSubPr>
                              <m:ctrlPr>
                                <a:rPr lang="en-GB" sz="1600" i="1">
                                  <a:solidFill>
                                    <a:srgbClr val="A88000"/>
                                  </a:solidFill>
                                  <a:latin typeface="Cambria Math" panose="02040503050406030204" pitchFamily="18" charset="0"/>
                                  <a:ea typeface="Cambria Math" panose="02040503050406030204" pitchFamily="18" charset="0"/>
                                </a:rPr>
                              </m:ctrlPr>
                            </m:sSubPr>
                            <m:e>
                              <m:r>
                                <a:rPr lang="en-GB" sz="1600" i="1">
                                  <a:solidFill>
                                    <a:srgbClr val="A88000"/>
                                  </a:solidFill>
                                  <a:latin typeface="Cambria Math" panose="02040503050406030204" pitchFamily="18" charset="0"/>
                                  <a:ea typeface="Cambria Math" panose="02040503050406030204" pitchFamily="18" charset="0"/>
                                </a:rPr>
                                <m:t>𝝃</m:t>
                              </m:r>
                            </m:e>
                            <m:sub>
                              <m:r>
                                <a:rPr lang="en-GB" sz="1600" i="1">
                                  <a:solidFill>
                                    <a:srgbClr val="A88000"/>
                                  </a:solidFill>
                                  <a:latin typeface="Cambria Math" panose="02040503050406030204" pitchFamily="18" charset="0"/>
                                  <a:ea typeface="Cambria Math" panose="02040503050406030204" pitchFamily="18" charset="0"/>
                                </a:rPr>
                                <m:t>𝑀𝐴𝑃</m:t>
                              </m:r>
                            </m:sub>
                          </m:sSub>
                        </m:sub>
                      </m:sSub>
                    </m:oMath>
                  </m:oMathPara>
                </a14:m>
                <a:endParaRPr lang="en-GB" sz="1600" i="1" dirty="0">
                  <a:solidFill>
                    <a:srgbClr val="A88000"/>
                  </a:solidFill>
                  <a:latin typeface="Cambria Math" panose="02040503050406030204" pitchFamily="18" charset="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618D7712-62E4-0E91-E404-CEA42BDC2CF1}"/>
                  </a:ext>
                </a:extLst>
              </p:cNvPr>
              <p:cNvSpPr txBox="1">
                <a:spLocks noRot="1" noChangeAspect="1" noMove="1" noResize="1" noEditPoints="1" noAdjustHandles="1" noChangeArrowheads="1" noChangeShapeType="1" noTextEdit="1"/>
              </p:cNvSpPr>
              <p:nvPr/>
            </p:nvSpPr>
            <p:spPr>
              <a:xfrm>
                <a:off x="4732445" y="4275885"/>
                <a:ext cx="5005738" cy="794000"/>
              </a:xfrm>
              <a:prstGeom prst="rect">
                <a:avLst/>
              </a:prstGeom>
              <a:blipFill>
                <a:blip r:embed="rId19"/>
                <a:stretch>
                  <a:fillRect t="-171875" b="-243750"/>
                </a:stretch>
              </a:blipFill>
            </p:spPr>
            <p:txBody>
              <a:bodyPr/>
              <a:lstStyle/>
              <a:p>
                <a:r>
                  <a:rPr lang="en-GB">
                    <a:noFill/>
                  </a:rPr>
                  <a:t> </a:t>
                </a:r>
              </a:p>
            </p:txBody>
          </p:sp>
        </mc:Fallback>
      </mc:AlternateContent>
    </p:spTree>
    <p:extLst>
      <p:ext uri="{BB962C8B-B14F-4D97-AF65-F5344CB8AC3E}">
        <p14:creationId xmlns:p14="http://schemas.microsoft.com/office/powerpoint/2010/main" val="545280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D4A5F-17DE-C619-0E43-04A86A633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DBBA9-F515-135E-D428-7BCED4036B9B}"/>
              </a:ext>
            </a:extLst>
          </p:cNvPr>
          <p:cNvSpPr>
            <a:spLocks noGrp="1"/>
          </p:cNvSpPr>
          <p:nvPr>
            <p:ph type="title"/>
          </p:nvPr>
        </p:nvSpPr>
        <p:spPr>
          <a:xfrm>
            <a:off x="147484" y="195634"/>
            <a:ext cx="8884428" cy="380667"/>
          </a:xfrm>
        </p:spPr>
        <p:txBody>
          <a:bodyPr/>
          <a:lstStyle/>
          <a:p>
            <a:r>
              <a:rPr lang="en-GB" dirty="0"/>
              <a:t>Scaling of Likelihood and Occam Factor and BIC</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90589A6-CC62-BF7A-B6A6-D61F31880B90}"/>
                  </a:ext>
                </a:extLst>
              </p:cNvPr>
              <p:cNvSpPr txBox="1"/>
              <p:nvPr/>
            </p:nvSpPr>
            <p:spPr>
              <a:xfrm>
                <a:off x="0" y="596799"/>
                <a:ext cx="9257201" cy="790281"/>
              </a:xfrm>
              <a:prstGeom prst="rect">
                <a:avLst/>
              </a:prstGeom>
              <a:noFill/>
            </p:spPr>
            <p:txBody>
              <a:bodyPr wrap="square" lIns="0" tIns="0" rIns="0" bIns="0" rtlCol="0">
                <a:spAutoFit/>
              </a:bodyPr>
              <a:lstStyle/>
              <a:p>
                <a:pPr>
                  <a:defRPr/>
                </a:pPr>
                <a14:m>
                  <m:oMathPara xmlns:m="http://schemas.openxmlformats.org/officeDocument/2006/math">
                    <m:oMathParaPr>
                      <m:jc m:val="centerGroup"/>
                    </m:oMathParaPr>
                    <m:oMath xmlns:m="http://schemas.openxmlformats.org/officeDocument/2006/math">
                      <m:r>
                        <m:rPr>
                          <m:sty m:val="p"/>
                        </m:rPr>
                        <a:rPr lang="en-GB" sz="2400" i="1">
                          <a:solidFill>
                            <a:srgbClr val="00B050"/>
                          </a:solidFill>
                          <a:latin typeface="Cambria Math" panose="02040503050406030204" pitchFamily="18" charset="0"/>
                        </a:rPr>
                        <m:t>ln</m:t>
                      </m:r>
                      <m:r>
                        <a:rPr lang="en-GB" sz="2400" i="1">
                          <a:solidFill>
                            <a:srgbClr val="00B050"/>
                          </a:solidFill>
                          <a:latin typeface="Cambria Math" panose="02040503050406030204" pitchFamily="18" charset="0"/>
                        </a:rPr>
                        <m:t> </m:t>
                      </m:r>
                      <m:r>
                        <a:rPr lang="en-GB" sz="2400" i="1">
                          <a:solidFill>
                            <a:srgbClr val="00B050"/>
                          </a:solidFill>
                          <a:latin typeface="Cambria Math" panose="02040503050406030204" pitchFamily="18" charset="0"/>
                        </a:rPr>
                        <m:t>𝑃</m:t>
                      </m:r>
                      <m:d>
                        <m:dPr>
                          <m:ctrlPr>
                            <a:rPr lang="en-GB" sz="2400" i="1">
                              <a:solidFill>
                                <a:srgbClr val="00B050"/>
                              </a:solidFill>
                              <a:latin typeface="Cambria Math" panose="02040503050406030204" pitchFamily="18" charset="0"/>
                            </a:rPr>
                          </m:ctrlPr>
                        </m:dPr>
                        <m:e>
                          <m:r>
                            <a:rPr lang="en-GB" sz="2400" i="1">
                              <a:solidFill>
                                <a:srgbClr val="00B050"/>
                              </a:solidFill>
                              <a:latin typeface="Cambria Math" panose="02040503050406030204" pitchFamily="18" charset="0"/>
                            </a:rPr>
                            <m:t>𝐷</m:t>
                          </m:r>
                        </m:e>
                        <m:e>
                          <m:sSub>
                            <m:sSubPr>
                              <m:ctrlPr>
                                <a:rPr lang="en-GB" sz="2400" i="1">
                                  <a:solidFill>
                                    <a:srgbClr val="00B050"/>
                                  </a:solidFill>
                                  <a:latin typeface="Cambria Math" panose="02040503050406030204" pitchFamily="18" charset="0"/>
                                  <a:ea typeface="Cambria Math" panose="02040503050406030204" pitchFamily="18" charset="0"/>
                                </a:rPr>
                              </m:ctrlPr>
                            </m:sSubPr>
                            <m:e>
                              <m:r>
                                <a:rPr lang="en-GB" sz="2400" i="1">
                                  <a:solidFill>
                                    <a:srgbClr val="00B050"/>
                                  </a:solidFill>
                                  <a:latin typeface="Cambria Math" panose="02040503050406030204" pitchFamily="18" charset="0"/>
                                  <a:ea typeface="Cambria Math" panose="02040503050406030204" pitchFamily="18" charset="0"/>
                                </a:rPr>
                                <m:t>ℳ</m:t>
                              </m:r>
                            </m:e>
                            <m:sub>
                              <m:r>
                                <a:rPr lang="en-GB" sz="2400" i="1">
                                  <a:solidFill>
                                    <a:srgbClr val="00B050"/>
                                  </a:solidFill>
                                  <a:latin typeface="Cambria Math" panose="02040503050406030204" pitchFamily="18" charset="0"/>
                                  <a:ea typeface="Cambria Math" panose="02040503050406030204" pitchFamily="18" charset="0"/>
                                </a:rPr>
                                <m:t>𝑖</m:t>
                              </m:r>
                            </m:sub>
                          </m:sSub>
                        </m:e>
                      </m:d>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lang="en-GB" sz="2400" i="1">
                          <a:solidFill>
                            <a:srgbClr val="00B050"/>
                          </a:solidFill>
                          <a:latin typeface="Cambria Math" panose="02040503050406030204" pitchFamily="18" charset="0"/>
                        </a:rPr>
                        <m:t>ln</m:t>
                      </m:r>
                      <m:r>
                        <a:rPr lang="en-GB" sz="2400" b="0" i="1" smtClean="0">
                          <a:solidFill>
                            <a:srgbClr val="00B050"/>
                          </a:solidFill>
                          <a:latin typeface="Cambria Math" panose="02040503050406030204" pitchFamily="18" charset="0"/>
                        </a:rPr>
                        <m:t> </m:t>
                      </m:r>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𝑀𝐴𝑃</m:t>
                              </m:r>
                            </m:sub>
                          </m:s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m:t>
                      </m:r>
                      <m:r>
                        <m:rPr>
                          <m:sty m:val="p"/>
                        </m:rPr>
                        <a:rPr lang="en-GB" sz="2400" i="1">
                          <a:solidFill>
                            <a:srgbClr val="00B050"/>
                          </a:solidFill>
                          <a:latin typeface="Cambria Math" panose="02040503050406030204" pitchFamily="18" charset="0"/>
                        </a:rPr>
                        <m:t>ln</m:t>
                      </m:r>
                      <m:r>
                        <a:rPr lang="en-GB" sz="2400" b="0" i="1" smtClean="0">
                          <a:solidFill>
                            <a:srgbClr val="00B050"/>
                          </a:solidFill>
                          <a:latin typeface="Cambria Math" panose="02040503050406030204" pitchFamily="18" charset="0"/>
                        </a:rPr>
                        <m:t> </m:t>
                      </m:r>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sSub>
                            <m:sSubPr>
                              <m:ctrlP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sub>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𝑀𝐴𝑃</m:t>
                              </m:r>
                            </m:sub>
                          </m:sSub>
                        </m:e>
                        <m:e>
                          <m:sSub>
                            <m:sSub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r>
                        <m:rPr>
                          <m:sty m:val="p"/>
                        </m:rPr>
                        <a:rPr lang="en-GB" sz="2400" i="1">
                          <a:solidFill>
                            <a:srgbClr val="00B050"/>
                          </a:solidFill>
                          <a:latin typeface="Cambria Math" panose="02040503050406030204" pitchFamily="18" charset="0"/>
                        </a:rPr>
                        <m:t>ln</m:t>
                      </m:r>
                      <m:sSup>
                        <m:sSup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sSupPr>
                        <m:e>
                          <m:d>
                            <m:dPr>
                              <m:begChr m:val="["/>
                              <m:endChr m:val="]"/>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unc>
                                <m:func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det</m:t>
                                  </m:r>
                                </m:fName>
                                <m:e>
                                  <m:d>
                                    <m:d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
                                        <m:f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Pr>
                                        <m:num>
                                          <m:r>
                                            <a:rPr kumimoji="0" lang="en-GB" sz="24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num>
                                        <m:den>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𝜋</m:t>
                                          </m:r>
                                        </m:den>
                                      </m:f>
                                    </m:e>
                                  </m:d>
                                </m:e>
                              </m:func>
                            </m:e>
                          </m:d>
                        </m:e>
                        <m:sup>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−1/2</m:t>
                          </m:r>
                        </m:sup>
                      </m:sSup>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a:extLst>
                  <a:ext uri="{FF2B5EF4-FFF2-40B4-BE49-F238E27FC236}">
                    <a16:creationId xmlns:a16="http://schemas.microsoft.com/office/drawing/2014/main" id="{990589A6-CC62-BF7A-B6A6-D61F31880B90}"/>
                  </a:ext>
                </a:extLst>
              </p:cNvPr>
              <p:cNvSpPr txBox="1">
                <a:spLocks noRot="1" noChangeAspect="1" noMove="1" noResize="1" noEditPoints="1" noAdjustHandles="1" noChangeArrowheads="1" noChangeShapeType="1" noTextEdit="1"/>
              </p:cNvSpPr>
              <p:nvPr/>
            </p:nvSpPr>
            <p:spPr>
              <a:xfrm>
                <a:off x="0" y="596799"/>
                <a:ext cx="9257201" cy="790281"/>
              </a:xfrm>
              <a:prstGeom prst="rect">
                <a:avLst/>
              </a:prstGeom>
              <a:blipFill>
                <a:blip r:embed="rId3"/>
                <a:stretch>
                  <a:fillRect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91C35C6-D63F-FB95-B2F8-B0D86A2A455D}"/>
                  </a:ext>
                </a:extLst>
              </p:cNvPr>
              <p:cNvSpPr txBox="1"/>
              <p:nvPr/>
            </p:nvSpPr>
            <p:spPr>
              <a:xfrm>
                <a:off x="2566255" y="1265069"/>
                <a:ext cx="1143198"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6" name="TextBox 5">
                <a:extLst>
                  <a:ext uri="{FF2B5EF4-FFF2-40B4-BE49-F238E27FC236}">
                    <a16:creationId xmlns:a16="http://schemas.microsoft.com/office/drawing/2014/main" id="{E91C35C6-D63F-FB95-B2F8-B0D86A2A455D}"/>
                  </a:ext>
                </a:extLst>
              </p:cNvPr>
              <p:cNvSpPr txBox="1">
                <a:spLocks noRot="1" noChangeAspect="1" noMove="1" noResize="1" noEditPoints="1" noAdjustHandles="1" noChangeArrowheads="1" noChangeShapeType="1" noTextEdit="1"/>
              </p:cNvSpPr>
              <p:nvPr/>
            </p:nvSpPr>
            <p:spPr>
              <a:xfrm>
                <a:off x="2566255" y="1265069"/>
                <a:ext cx="1143198" cy="461665"/>
              </a:xfrm>
              <a:prstGeom prst="rect">
                <a:avLst/>
              </a:prstGeom>
              <a:blipFill>
                <a:blip r:embed="rId4"/>
                <a:stretch>
                  <a:fillRect b="-189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C3B49CD-6D52-BBF1-7C71-FBA0D010C92F}"/>
                  </a:ext>
                </a:extLst>
              </p:cNvPr>
              <p:cNvSpPr txBox="1"/>
              <p:nvPr/>
            </p:nvSpPr>
            <p:spPr>
              <a:xfrm>
                <a:off x="6969169" y="1338587"/>
                <a:ext cx="1649491" cy="61831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num>
                        <m:den>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den>
                      </m:f>
                      <m:func>
                        <m:funcPr>
                          <m:ctrlP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uncPr>
                        <m:fName>
                          <m:r>
                            <m:rPr>
                              <m:sty m:val="p"/>
                            </m:rPr>
                            <a:rPr kumimoji="0" lang="en-GB"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ln</m:t>
                          </m:r>
                        </m:fName>
                        <m:e>
                          <m:f>
                            <m:fPr>
                              <m:ctrlP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num>
                            <m:den>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𝜋</m:t>
                              </m:r>
                            </m:den>
                          </m:f>
                        </m:e>
                      </m:func>
                      <m:r>
                        <a:rPr kumimoji="0" lang="en-GB"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6" name="TextBox 25">
                <a:extLst>
                  <a:ext uri="{FF2B5EF4-FFF2-40B4-BE49-F238E27FC236}">
                    <a16:creationId xmlns:a16="http://schemas.microsoft.com/office/drawing/2014/main" id="{7C3B49CD-6D52-BBF1-7C71-FBA0D010C92F}"/>
                  </a:ext>
                </a:extLst>
              </p:cNvPr>
              <p:cNvSpPr txBox="1">
                <a:spLocks noRot="1" noChangeAspect="1" noMove="1" noResize="1" noEditPoints="1" noAdjustHandles="1" noChangeArrowheads="1" noChangeShapeType="1" noTextEdit="1"/>
              </p:cNvSpPr>
              <p:nvPr/>
            </p:nvSpPr>
            <p:spPr>
              <a:xfrm>
                <a:off x="6969169" y="1338587"/>
                <a:ext cx="1649491" cy="618311"/>
              </a:xfrm>
              <a:prstGeom prst="rect">
                <a:avLst/>
              </a:prstGeom>
              <a:blipFill>
                <a:blip r:embed="rId5"/>
                <a:stretch>
                  <a:fillRect b="-4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C6ED240-1DB1-2E83-A161-CC6EF92A7358}"/>
                  </a:ext>
                </a:extLst>
              </p:cNvPr>
              <p:cNvSpPr txBox="1"/>
              <p:nvPr/>
            </p:nvSpPr>
            <p:spPr>
              <a:xfrm>
                <a:off x="5241014" y="1297682"/>
                <a:ext cx="1140569"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8" name="TextBox 27">
                <a:extLst>
                  <a:ext uri="{FF2B5EF4-FFF2-40B4-BE49-F238E27FC236}">
                    <a16:creationId xmlns:a16="http://schemas.microsoft.com/office/drawing/2014/main" id="{1C6ED240-1DB1-2E83-A161-CC6EF92A7358}"/>
                  </a:ext>
                </a:extLst>
              </p:cNvPr>
              <p:cNvSpPr txBox="1">
                <a:spLocks noRot="1" noChangeAspect="1" noMove="1" noResize="1" noEditPoints="1" noAdjustHandles="1" noChangeArrowheads="1" noChangeShapeType="1" noTextEdit="1"/>
              </p:cNvSpPr>
              <p:nvPr/>
            </p:nvSpPr>
            <p:spPr>
              <a:xfrm>
                <a:off x="5241014" y="1297682"/>
                <a:ext cx="1140569" cy="461665"/>
              </a:xfrm>
              <a:prstGeom prst="rect">
                <a:avLst/>
              </a:prstGeom>
              <a:blipFill>
                <a:blip r:embed="rId6"/>
                <a:stretch>
                  <a:fillRect b="-162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78308E4-00FE-84F8-D059-72361C20A76D}"/>
                  </a:ext>
                </a:extLst>
              </p:cNvPr>
              <p:cNvSpPr txBox="1"/>
              <p:nvPr/>
            </p:nvSpPr>
            <p:spPr>
              <a:xfrm>
                <a:off x="6502827" y="-20343"/>
                <a:ext cx="2622624" cy="646331"/>
              </a:xfrm>
              <a:prstGeom prst="rect">
                <a:avLst/>
              </a:prstGeom>
              <a:noFill/>
            </p:spPr>
            <p:txBody>
              <a:bodyPr wrap="square" rtlCol="0">
                <a:spAutoFit/>
              </a:bodyPr>
              <a:lstStyle/>
              <a:p>
                <a:pPr algn="r"/>
                <a14:m>
                  <m:oMath xmlns:m="http://schemas.openxmlformats.org/officeDocument/2006/math">
                    <m:r>
                      <a:rPr lang="en-GB" b="1" i="0" dirty="0" smtClean="0">
                        <a:solidFill>
                          <a:srgbClr val="A88000"/>
                        </a:solidFill>
                        <a:latin typeface="Cambria Math" panose="02040503050406030204" pitchFamily="18" charset="0"/>
                      </a:rPr>
                      <m:t>𝐀</m:t>
                    </m:r>
                  </m:oMath>
                </a14:m>
                <a:r>
                  <a:rPr lang="en-GB" dirty="0">
                    <a:solidFill>
                      <a:srgbClr val="A88000"/>
                    </a:solidFill>
                  </a:rPr>
                  <a:t> is a </a:t>
                </a:r>
                <a14:m>
                  <m:oMath xmlns:m="http://schemas.openxmlformats.org/officeDocument/2006/math">
                    <m:r>
                      <a:rPr lang="en-GB" i="1" dirty="0">
                        <a:solidFill>
                          <a:srgbClr val="A88000"/>
                        </a:solidFill>
                        <a:latin typeface="Cambria Math" panose="02040503050406030204" pitchFamily="18" charset="0"/>
                      </a:rPr>
                      <m:t>𝑘</m:t>
                    </m:r>
                    <m:r>
                      <a:rPr lang="en-GB" b="0" i="1" dirty="0" smtClean="0">
                        <a:solidFill>
                          <a:srgbClr val="A88000"/>
                        </a:solidFill>
                        <a:latin typeface="Cambria Math" panose="02040503050406030204" pitchFamily="18" charset="0"/>
                      </a:rPr>
                      <m:t>×</m:t>
                    </m:r>
                    <m:r>
                      <a:rPr lang="en-GB" b="0" i="1" dirty="0" smtClean="0">
                        <a:solidFill>
                          <a:srgbClr val="A88000"/>
                        </a:solidFill>
                        <a:latin typeface="Cambria Math" panose="02040503050406030204" pitchFamily="18" charset="0"/>
                      </a:rPr>
                      <m:t>𝑘</m:t>
                    </m:r>
                    <m:r>
                      <a:rPr lang="en-GB" i="1" dirty="0">
                        <a:solidFill>
                          <a:srgbClr val="A88000"/>
                        </a:solidFill>
                        <a:latin typeface="Cambria Math" panose="02040503050406030204" pitchFamily="18" charset="0"/>
                      </a:rPr>
                      <m:t> </m:t>
                    </m:r>
                  </m:oMath>
                </a14:m>
                <a:r>
                  <a:rPr lang="en-GB" dirty="0">
                    <a:solidFill>
                      <a:srgbClr val="A88000"/>
                    </a:solidFill>
                  </a:rPr>
                  <a:t>matrix scales with </a:t>
                </a:r>
                <a14:m>
                  <m:oMath xmlns:m="http://schemas.openxmlformats.org/officeDocument/2006/math">
                    <m:r>
                      <a:rPr lang="en-GB" i="1" dirty="0" smtClean="0">
                        <a:solidFill>
                          <a:srgbClr val="A88000"/>
                        </a:solidFill>
                        <a:latin typeface="Cambria Math" panose="02040503050406030204" pitchFamily="18" charset="0"/>
                      </a:rPr>
                      <m:t>𝑛</m:t>
                    </m:r>
                  </m:oMath>
                </a14:m>
                <a:endParaRPr lang="en-GB" dirty="0">
                  <a:solidFill>
                    <a:srgbClr val="A88000"/>
                  </a:solidFill>
                </a:endParaRPr>
              </a:p>
            </p:txBody>
          </p:sp>
        </mc:Choice>
        <mc:Fallback xmlns="">
          <p:sp>
            <p:nvSpPr>
              <p:cNvPr id="32" name="TextBox 31">
                <a:extLst>
                  <a:ext uri="{FF2B5EF4-FFF2-40B4-BE49-F238E27FC236}">
                    <a16:creationId xmlns:a16="http://schemas.microsoft.com/office/drawing/2014/main" id="{178308E4-00FE-84F8-D059-72361C20A76D}"/>
                  </a:ext>
                </a:extLst>
              </p:cNvPr>
              <p:cNvSpPr txBox="1">
                <a:spLocks noRot="1" noChangeAspect="1" noMove="1" noResize="1" noEditPoints="1" noAdjustHandles="1" noChangeArrowheads="1" noChangeShapeType="1" noTextEdit="1"/>
              </p:cNvSpPr>
              <p:nvPr/>
            </p:nvSpPr>
            <p:spPr>
              <a:xfrm>
                <a:off x="6502827" y="-20343"/>
                <a:ext cx="2622624" cy="646331"/>
              </a:xfrm>
              <a:prstGeom prst="rect">
                <a:avLst/>
              </a:prstGeom>
              <a:blipFill>
                <a:blip r:embed="rId7"/>
                <a:stretch>
                  <a:fillRect t="-3846" r="-4348" b="-13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0DCA9B0-E5A9-81E9-7C96-6AE21D21BC9F}"/>
                  </a:ext>
                </a:extLst>
              </p:cNvPr>
              <p:cNvSpPr txBox="1"/>
              <p:nvPr/>
            </p:nvSpPr>
            <p:spPr>
              <a:xfrm>
                <a:off x="57750" y="2628058"/>
                <a:ext cx="3072251" cy="523220"/>
              </a:xfrm>
              <a:prstGeom prst="rect">
                <a:avLst/>
              </a:prstGeom>
              <a:noFill/>
            </p:spPr>
            <p:txBody>
              <a:bodyPr wrap="none" rtlCol="0">
                <a:spAutoFit/>
              </a:bodyPr>
              <a:lstStyle/>
              <a:p>
                <a:r>
                  <a:rPr lang="en-GB" sz="2800" dirty="0"/>
                  <a:t>When </a:t>
                </a:r>
                <a14:m>
                  <m:oMath xmlns:m="http://schemas.openxmlformats.org/officeDocument/2006/math">
                    <m:r>
                      <a:rPr lang="en-GB" sz="2800" i="1">
                        <a:solidFill>
                          <a:srgbClr val="000000"/>
                        </a:solidFill>
                        <a:latin typeface="Cambria Math" panose="02040503050406030204" pitchFamily="18" charset="0"/>
                      </a:rPr>
                      <m:t>𝑛</m:t>
                    </m:r>
                    <m:r>
                      <a:rPr lang="en-GB" sz="2800" b="0" i="1" smtClean="0">
                        <a:solidFill>
                          <a:srgbClr val="000000"/>
                        </a:solidFill>
                        <a:latin typeface="Cambria Math" panose="02040503050406030204" pitchFamily="18" charset="0"/>
                      </a:rPr>
                      <m:t>→∞</m:t>
                    </m:r>
                    <m:r>
                      <a:rPr lang="en-GB" sz="2800" i="1" smtClean="0">
                        <a:solidFill>
                          <a:srgbClr val="000000"/>
                        </a:solidFill>
                        <a:latin typeface="Cambria Math" panose="02040503050406030204" pitchFamily="18" charset="0"/>
                        <a:ea typeface="Cambria Math" panose="02040503050406030204" pitchFamily="18" charset="0"/>
                      </a:rPr>
                      <m:t>≫</m:t>
                    </m:r>
                    <m:r>
                      <a:rPr lang="en-GB" sz="2800" b="0" i="1" smtClean="0">
                        <a:solidFill>
                          <a:srgbClr val="000000"/>
                        </a:solidFill>
                        <a:latin typeface="Cambria Math" panose="02040503050406030204" pitchFamily="18" charset="0"/>
                        <a:ea typeface="Cambria Math" panose="02040503050406030204" pitchFamily="18" charset="0"/>
                      </a:rPr>
                      <m:t>𝑘</m:t>
                    </m:r>
                  </m:oMath>
                </a14:m>
                <a:r>
                  <a:rPr lang="en-GB" sz="2800" dirty="0"/>
                  <a:t>,</a:t>
                </a:r>
              </a:p>
            </p:txBody>
          </p:sp>
        </mc:Choice>
        <mc:Fallback xmlns="">
          <p:sp>
            <p:nvSpPr>
              <p:cNvPr id="33" name="TextBox 32">
                <a:extLst>
                  <a:ext uri="{FF2B5EF4-FFF2-40B4-BE49-F238E27FC236}">
                    <a16:creationId xmlns:a16="http://schemas.microsoft.com/office/drawing/2014/main" id="{00DCA9B0-E5A9-81E9-7C96-6AE21D21BC9F}"/>
                  </a:ext>
                </a:extLst>
              </p:cNvPr>
              <p:cNvSpPr txBox="1">
                <a:spLocks noRot="1" noChangeAspect="1" noMove="1" noResize="1" noEditPoints="1" noAdjustHandles="1" noChangeArrowheads="1" noChangeShapeType="1" noTextEdit="1"/>
              </p:cNvSpPr>
              <p:nvPr/>
            </p:nvSpPr>
            <p:spPr>
              <a:xfrm>
                <a:off x="57750" y="2628058"/>
                <a:ext cx="3072251" cy="523220"/>
              </a:xfrm>
              <a:prstGeom prst="rect">
                <a:avLst/>
              </a:prstGeom>
              <a:blipFill>
                <a:blip r:embed="rId8"/>
                <a:stretch>
                  <a:fillRect l="-4115" t="-11628" r="-2881" b="-2790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B58BBCD-F948-B763-3093-E9F1554463A3}"/>
                  </a:ext>
                </a:extLst>
              </p:cNvPr>
              <p:cNvSpPr txBox="1"/>
              <p:nvPr/>
            </p:nvSpPr>
            <p:spPr>
              <a:xfrm>
                <a:off x="-266094" y="3255034"/>
                <a:ext cx="6469894" cy="4715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400" b="0" i="1" smtClean="0">
                          <a:solidFill>
                            <a:srgbClr val="00B050"/>
                          </a:solidFill>
                          <a:latin typeface="Cambria Math" panose="02040503050406030204" pitchFamily="18" charset="0"/>
                        </a:rPr>
                        <m:t>−2 </m:t>
                      </m:r>
                      <m:r>
                        <m:rPr>
                          <m:sty m:val="p"/>
                        </m:rPr>
                        <a:rPr lang="en-GB" sz="2400" i="1" smtClean="0">
                          <a:solidFill>
                            <a:srgbClr val="00B050"/>
                          </a:solidFill>
                          <a:latin typeface="Cambria Math" panose="02040503050406030204" pitchFamily="18" charset="0"/>
                        </a:rPr>
                        <m:t>ln</m:t>
                      </m:r>
                      <m:r>
                        <a:rPr lang="en-GB" sz="2400" i="1" smtClean="0">
                          <a:solidFill>
                            <a:srgbClr val="00B050"/>
                          </a:solidFill>
                          <a:latin typeface="Cambria Math" panose="02040503050406030204" pitchFamily="18" charset="0"/>
                        </a:rPr>
                        <m:t> </m:t>
                      </m:r>
                      <m:r>
                        <a:rPr lang="en-GB" sz="2400" i="1" smtClean="0">
                          <a:solidFill>
                            <a:srgbClr val="00B050"/>
                          </a:solidFill>
                          <a:latin typeface="Cambria Math" panose="02040503050406030204" pitchFamily="18" charset="0"/>
                        </a:rPr>
                        <m:t>𝑃</m:t>
                      </m:r>
                      <m:d>
                        <m:dPr>
                          <m:ctrlPr>
                            <a:rPr lang="en-GB" sz="2400" i="1">
                              <a:solidFill>
                                <a:srgbClr val="00B050"/>
                              </a:solidFill>
                              <a:latin typeface="Cambria Math" panose="02040503050406030204" pitchFamily="18" charset="0"/>
                            </a:rPr>
                          </m:ctrlPr>
                        </m:dPr>
                        <m:e>
                          <m:r>
                            <a:rPr lang="en-GB" sz="2400" i="1">
                              <a:solidFill>
                                <a:srgbClr val="00B050"/>
                              </a:solidFill>
                              <a:latin typeface="Cambria Math" panose="02040503050406030204" pitchFamily="18" charset="0"/>
                            </a:rPr>
                            <m:t>𝐷</m:t>
                          </m:r>
                        </m:e>
                        <m:e>
                          <m:sSub>
                            <m:sSubPr>
                              <m:ctrlPr>
                                <a:rPr lang="en-GB" sz="2400" i="1">
                                  <a:solidFill>
                                    <a:srgbClr val="00B050"/>
                                  </a:solidFill>
                                  <a:latin typeface="Cambria Math" panose="02040503050406030204" pitchFamily="18" charset="0"/>
                                  <a:ea typeface="Cambria Math" panose="02040503050406030204" pitchFamily="18" charset="0"/>
                                </a:rPr>
                              </m:ctrlPr>
                            </m:sSubPr>
                            <m:e>
                              <m:r>
                                <a:rPr lang="en-GB" sz="2400" i="1">
                                  <a:solidFill>
                                    <a:srgbClr val="00B050"/>
                                  </a:solidFill>
                                  <a:latin typeface="Cambria Math" panose="02040503050406030204" pitchFamily="18" charset="0"/>
                                  <a:ea typeface="Cambria Math" panose="02040503050406030204" pitchFamily="18" charset="0"/>
                                </a:rPr>
                                <m:t>ℳ</m:t>
                              </m:r>
                            </m:e>
                            <m:sub>
                              <m:r>
                                <a:rPr lang="en-GB" sz="2400" i="1">
                                  <a:solidFill>
                                    <a:srgbClr val="00B050"/>
                                  </a:solidFill>
                                  <a:latin typeface="Cambria Math" panose="02040503050406030204" pitchFamily="18" charset="0"/>
                                  <a:ea typeface="Cambria Math" panose="02040503050406030204" pitchFamily="18" charset="0"/>
                                </a:rPr>
                                <m:t>𝑖</m:t>
                              </m:r>
                            </m:sub>
                          </m:sSub>
                        </m:e>
                      </m:d>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rPr>
                        <m:t>≈−2 </m:t>
                      </m:r>
                      <m:r>
                        <m:rPr>
                          <m:sty m:val="p"/>
                        </m:rPr>
                        <a:rPr lang="en-GB" sz="2400" i="1">
                          <a:solidFill>
                            <a:srgbClr val="00B050"/>
                          </a:solidFill>
                          <a:latin typeface="Cambria Math" panose="02040503050406030204" pitchFamily="18" charset="0"/>
                        </a:rPr>
                        <m:t>ln</m:t>
                      </m:r>
                      <m:r>
                        <a:rPr lang="en-GB" sz="2400" i="1">
                          <a:solidFill>
                            <a:srgbClr val="00B050"/>
                          </a:solidFill>
                          <a:latin typeface="Cambria Math" panose="02040503050406030204" pitchFamily="18" charset="0"/>
                        </a:rPr>
                        <m:t> </m:t>
                      </m:r>
                      <m:acc>
                        <m:accPr>
                          <m:chr m:val="̂"/>
                          <m:ctrlPr>
                            <a:rPr lang="en-GB" sz="2400" i="1" smtClean="0">
                              <a:solidFill>
                                <a:schemeClr val="accent1"/>
                              </a:solidFill>
                              <a:latin typeface="Cambria Math" panose="02040503050406030204" pitchFamily="18" charset="0"/>
                            </a:rPr>
                          </m:ctrlPr>
                        </m:accPr>
                        <m:e>
                          <m:r>
                            <a:rPr lang="en-GB" sz="2400" i="1">
                              <a:solidFill>
                                <a:schemeClr val="accent1"/>
                              </a:solidFill>
                              <a:latin typeface="Cambria Math" panose="02040503050406030204" pitchFamily="18" charset="0"/>
                            </a:rPr>
                            <m:t>𝐿</m:t>
                          </m:r>
                        </m:e>
                      </m:acc>
                      <m:r>
                        <a:rPr lang="en-GB" sz="2400" b="0" i="1" smtClean="0">
                          <a:solidFill>
                            <a:schemeClr val="accent1"/>
                          </a:solidFill>
                          <a:latin typeface="Cambria Math" panose="02040503050406030204" pitchFamily="18" charset="0"/>
                        </a:rPr>
                        <m:t>+</m:t>
                      </m:r>
                      <m:r>
                        <a:rPr lang="en-GB" sz="2400" b="0" i="1" smtClean="0">
                          <a:solidFill>
                            <a:srgbClr val="000000"/>
                          </a:solidFill>
                          <a:latin typeface="Cambria Math" panose="02040503050406030204" pitchFamily="18" charset="0"/>
                        </a:rPr>
                        <m:t>𝑘</m:t>
                      </m:r>
                      <m:func>
                        <m:funcPr>
                          <m:ctrlPr>
                            <a:rPr lang="en-GB" sz="2400" i="1">
                              <a:solidFill>
                                <a:srgbClr val="000000"/>
                              </a:solidFill>
                              <a:latin typeface="Cambria Math" panose="02040503050406030204" pitchFamily="18" charset="0"/>
                            </a:rPr>
                          </m:ctrlPr>
                        </m:funcPr>
                        <m:fName>
                          <m:r>
                            <m:rPr>
                              <m:sty m:val="p"/>
                            </m:rPr>
                            <a:rPr lang="en-GB" sz="2400">
                              <a:solidFill>
                                <a:srgbClr val="000000"/>
                              </a:solidFill>
                              <a:latin typeface="Cambria Math" panose="02040503050406030204" pitchFamily="18" charset="0"/>
                            </a:rPr>
                            <m:t>ln</m:t>
                          </m:r>
                        </m:fName>
                        <m:e>
                          <m:r>
                            <a:rPr lang="en-GB" sz="2400" b="0" i="1" smtClean="0">
                              <a:solidFill>
                                <a:srgbClr val="000000"/>
                              </a:solidFill>
                              <a:latin typeface="Cambria Math" panose="02040503050406030204" pitchFamily="18" charset="0"/>
                            </a:rPr>
                            <m:t>𝑛</m:t>
                          </m:r>
                        </m:e>
                      </m:func>
                      <m:r>
                        <a:rPr lang="en-GB" sz="2400" b="0" i="1" smtClean="0">
                          <a:solidFill>
                            <a:srgbClr val="000000"/>
                          </a:solidFill>
                          <a:latin typeface="Cambria Math" panose="02040503050406030204" pitchFamily="18" charset="0"/>
                        </a:rPr>
                        <m:t>+</m:t>
                      </m:r>
                      <m:r>
                        <a:rPr lang="en-GB" sz="2400" i="1">
                          <a:solidFill>
                            <a:srgbClr val="000000"/>
                          </a:solidFill>
                          <a:latin typeface="Cambria Math" panose="02040503050406030204" pitchFamily="18" charset="0"/>
                        </a:rPr>
                        <m:t>𝑂</m:t>
                      </m:r>
                      <m:r>
                        <a:rPr lang="en-GB" sz="2400" b="0" i="1" smtClean="0">
                          <a:solidFill>
                            <a:srgbClr val="000000"/>
                          </a:solidFill>
                          <a:latin typeface="Cambria Math" panose="02040503050406030204" pitchFamily="18" charset="0"/>
                        </a:rPr>
                        <m:t>(1)</m:t>
                      </m:r>
                    </m:oMath>
                  </m:oMathPara>
                </a14:m>
                <a:endParaRPr lang="en-GB" sz="2400" dirty="0"/>
              </a:p>
            </p:txBody>
          </p:sp>
        </mc:Choice>
        <mc:Fallback xmlns="">
          <p:sp>
            <p:nvSpPr>
              <p:cNvPr id="35" name="TextBox 34">
                <a:extLst>
                  <a:ext uri="{FF2B5EF4-FFF2-40B4-BE49-F238E27FC236}">
                    <a16:creationId xmlns:a16="http://schemas.microsoft.com/office/drawing/2014/main" id="{4B58BBCD-F948-B763-3093-E9F1554463A3}"/>
                  </a:ext>
                </a:extLst>
              </p:cNvPr>
              <p:cNvSpPr txBox="1">
                <a:spLocks noRot="1" noChangeAspect="1" noMove="1" noResize="1" noEditPoints="1" noAdjustHandles="1" noChangeArrowheads="1" noChangeShapeType="1" noTextEdit="1"/>
              </p:cNvSpPr>
              <p:nvPr/>
            </p:nvSpPr>
            <p:spPr>
              <a:xfrm>
                <a:off x="-266094" y="3255034"/>
                <a:ext cx="6469894" cy="471539"/>
              </a:xfrm>
              <a:prstGeom prst="rect">
                <a:avLst/>
              </a:prstGeom>
              <a:blipFill>
                <a:blip r:embed="rId9"/>
                <a:stretch>
                  <a:fillRect t="-10526" b="-21053"/>
                </a:stretch>
              </a:blipFill>
            </p:spPr>
            <p:txBody>
              <a:bodyPr/>
              <a:lstStyle/>
              <a:p>
                <a:r>
                  <a:rPr lang="en-GB">
                    <a:noFill/>
                  </a:rPr>
                  <a:t> </a:t>
                </a:r>
              </a:p>
            </p:txBody>
          </p:sp>
        </mc:Fallback>
      </mc:AlternateContent>
      <p:sp>
        <p:nvSpPr>
          <p:cNvPr id="36" name="Right Brace 35">
            <a:extLst>
              <a:ext uri="{FF2B5EF4-FFF2-40B4-BE49-F238E27FC236}">
                <a16:creationId xmlns:a16="http://schemas.microsoft.com/office/drawing/2014/main" id="{19BD0FF0-6943-4D22-DEB2-327F8A233F13}"/>
              </a:ext>
            </a:extLst>
          </p:cNvPr>
          <p:cNvSpPr/>
          <p:nvPr/>
        </p:nvSpPr>
        <p:spPr>
          <a:xfrm rot="5400000">
            <a:off x="2970825" y="890949"/>
            <a:ext cx="276997" cy="2221897"/>
          </a:xfrm>
          <a:prstGeom prst="rightBrace">
            <a:avLst>
              <a:gd name="adj1" fmla="val 19477"/>
              <a:gd name="adj2" fmla="val 50000"/>
            </a:avLst>
          </a:prstGeom>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37" name="TextBox 36">
            <a:extLst>
              <a:ext uri="{FF2B5EF4-FFF2-40B4-BE49-F238E27FC236}">
                <a16:creationId xmlns:a16="http://schemas.microsoft.com/office/drawing/2014/main" id="{0F0250DF-DDB6-8BE5-B165-670534E14988}"/>
              </a:ext>
            </a:extLst>
          </p:cNvPr>
          <p:cNvSpPr txBox="1"/>
          <p:nvPr/>
        </p:nvSpPr>
        <p:spPr>
          <a:xfrm>
            <a:off x="2105751" y="2144741"/>
            <a:ext cx="208582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Likelihood @ MAP</a:t>
            </a:r>
          </a:p>
        </p:txBody>
      </p:sp>
      <p:sp>
        <p:nvSpPr>
          <p:cNvPr id="38" name="Right Brace 37">
            <a:extLst>
              <a:ext uri="{FF2B5EF4-FFF2-40B4-BE49-F238E27FC236}">
                <a16:creationId xmlns:a16="http://schemas.microsoft.com/office/drawing/2014/main" id="{5A912022-448B-95BD-1AE7-7292D1599D83}"/>
              </a:ext>
            </a:extLst>
          </p:cNvPr>
          <p:cNvSpPr/>
          <p:nvPr/>
        </p:nvSpPr>
        <p:spPr>
          <a:xfrm rot="5400000">
            <a:off x="6725351" y="-285753"/>
            <a:ext cx="260805" cy="4526145"/>
          </a:xfrm>
          <a:prstGeom prst="rightBrace">
            <a:avLst>
              <a:gd name="adj1" fmla="val 19477"/>
              <a:gd name="adj2" fmla="val 50000"/>
            </a:avLst>
          </a:prstGeom>
          <a:ln>
            <a:solidFill>
              <a:srgbClr val="FF93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TextBox 38">
            <a:extLst>
              <a:ext uri="{FF2B5EF4-FFF2-40B4-BE49-F238E27FC236}">
                <a16:creationId xmlns:a16="http://schemas.microsoft.com/office/drawing/2014/main" id="{B53DB388-A510-C558-5A04-49FF03142CC0}"/>
              </a:ext>
            </a:extLst>
          </p:cNvPr>
          <p:cNvSpPr txBox="1"/>
          <p:nvPr/>
        </p:nvSpPr>
        <p:spPr>
          <a:xfrm>
            <a:off x="6171966" y="2144741"/>
            <a:ext cx="163378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9300"/>
                </a:solidFill>
                <a:effectLst/>
                <a:uLnTx/>
                <a:uFillTx/>
                <a:latin typeface="Arial"/>
                <a:ea typeface="+mn-ea"/>
                <a:cs typeface="+mn-cs"/>
              </a:rPr>
              <a:t>Occam Factor</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21C0527-E3AB-2996-278A-1A74FA70ACA0}"/>
                  </a:ext>
                </a:extLst>
              </p:cNvPr>
              <p:cNvSpPr txBox="1"/>
              <p:nvPr/>
            </p:nvSpPr>
            <p:spPr>
              <a:xfrm>
                <a:off x="3979721" y="2062636"/>
                <a:ext cx="1143198"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40" name="TextBox 39">
                <a:extLst>
                  <a:ext uri="{FF2B5EF4-FFF2-40B4-BE49-F238E27FC236}">
                    <a16:creationId xmlns:a16="http://schemas.microsoft.com/office/drawing/2014/main" id="{221C0527-E3AB-2996-278A-1A74FA70ACA0}"/>
                  </a:ext>
                </a:extLst>
              </p:cNvPr>
              <p:cNvSpPr txBox="1">
                <a:spLocks noRot="1" noChangeAspect="1" noMove="1" noResize="1" noEditPoints="1" noAdjustHandles="1" noChangeArrowheads="1" noChangeShapeType="1" noTextEdit="1"/>
              </p:cNvSpPr>
              <p:nvPr/>
            </p:nvSpPr>
            <p:spPr>
              <a:xfrm>
                <a:off x="3979721" y="2062636"/>
                <a:ext cx="1143198" cy="461665"/>
              </a:xfrm>
              <a:prstGeom prst="rect">
                <a:avLst/>
              </a:prstGeom>
              <a:blipFill>
                <a:blip r:embed="rId10"/>
                <a:stretch>
                  <a:fillRect b="-189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EB9A7C4-E33E-4532-EF1D-581E54C0C4C0}"/>
                  </a:ext>
                </a:extLst>
              </p:cNvPr>
              <p:cNvSpPr txBox="1"/>
              <p:nvPr/>
            </p:nvSpPr>
            <p:spPr>
              <a:xfrm>
                <a:off x="7713341" y="2074944"/>
                <a:ext cx="1140569"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42" name="TextBox 41">
                <a:extLst>
                  <a:ext uri="{FF2B5EF4-FFF2-40B4-BE49-F238E27FC236}">
                    <a16:creationId xmlns:a16="http://schemas.microsoft.com/office/drawing/2014/main" id="{9EB9A7C4-E33E-4532-EF1D-581E54C0C4C0}"/>
                  </a:ext>
                </a:extLst>
              </p:cNvPr>
              <p:cNvSpPr txBox="1">
                <a:spLocks noRot="1" noChangeAspect="1" noMove="1" noResize="1" noEditPoints="1" noAdjustHandles="1" noChangeArrowheads="1" noChangeShapeType="1" noTextEdit="1"/>
              </p:cNvSpPr>
              <p:nvPr/>
            </p:nvSpPr>
            <p:spPr>
              <a:xfrm>
                <a:off x="7713341" y="2074944"/>
                <a:ext cx="1140569" cy="461665"/>
              </a:xfrm>
              <a:prstGeom prst="rect">
                <a:avLst/>
              </a:prstGeom>
              <a:blipFill>
                <a:blip r:embed="rId11"/>
                <a:stretch>
                  <a:fillRect r="-1111" b="-18919"/>
                </a:stretch>
              </a:blipFill>
            </p:spPr>
            <p:txBody>
              <a:bodyPr/>
              <a:lstStyle/>
              <a:p>
                <a:r>
                  <a:rPr lang="en-GB">
                    <a:noFill/>
                  </a:rPr>
                  <a:t> </a:t>
                </a:r>
              </a:p>
            </p:txBody>
          </p:sp>
        </mc:Fallback>
      </mc:AlternateContent>
      <p:grpSp>
        <p:nvGrpSpPr>
          <p:cNvPr id="49" name="Group 48">
            <a:extLst>
              <a:ext uri="{FF2B5EF4-FFF2-40B4-BE49-F238E27FC236}">
                <a16:creationId xmlns:a16="http://schemas.microsoft.com/office/drawing/2014/main" id="{0C766848-F26A-5AC1-983F-5A04F1DF2D84}"/>
              </a:ext>
            </a:extLst>
          </p:cNvPr>
          <p:cNvGrpSpPr/>
          <p:nvPr/>
        </p:nvGrpSpPr>
        <p:grpSpPr>
          <a:xfrm>
            <a:off x="6632408" y="3065149"/>
            <a:ext cx="3037180" cy="1992115"/>
            <a:chOff x="6632408" y="3065149"/>
            <a:chExt cx="3037180" cy="1992115"/>
          </a:xfrm>
        </p:grpSpPr>
        <p:sp>
          <p:nvSpPr>
            <p:cNvPr id="19" name="Rectangle 18">
              <a:extLst>
                <a:ext uri="{FF2B5EF4-FFF2-40B4-BE49-F238E27FC236}">
                  <a16:creationId xmlns:a16="http://schemas.microsoft.com/office/drawing/2014/main" id="{27EC7DBA-00C7-3365-2D2D-6BC7F5CDA4BC}"/>
                </a:ext>
              </a:extLst>
            </p:cNvPr>
            <p:cNvSpPr/>
            <p:nvPr/>
          </p:nvSpPr>
          <p:spPr>
            <a:xfrm>
              <a:off x="6805872" y="3087685"/>
              <a:ext cx="2235181" cy="19423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DF42D64-F933-62EF-0285-93014EADE558}"/>
                    </a:ext>
                  </a:extLst>
                </p:cNvPr>
                <p:cNvSpPr txBox="1"/>
                <p:nvPr/>
              </p:nvSpPr>
              <p:spPr>
                <a:xfrm>
                  <a:off x="6790107" y="3726573"/>
                  <a:ext cx="427017"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a:extLst>
                    <a:ext uri="{FF2B5EF4-FFF2-40B4-BE49-F238E27FC236}">
                      <a16:creationId xmlns:a16="http://schemas.microsoft.com/office/drawing/2014/main" id="{FDF42D64-F933-62EF-0285-93014EADE558}"/>
                    </a:ext>
                  </a:extLst>
                </p:cNvPr>
                <p:cNvSpPr txBox="1">
                  <a:spLocks noRot="1" noChangeAspect="1" noMove="1" noResize="1" noEditPoints="1" noAdjustHandles="1" noChangeArrowheads="1" noChangeShapeType="1" noTextEdit="1"/>
                </p:cNvSpPr>
                <p:nvPr/>
              </p:nvSpPr>
              <p:spPr>
                <a:xfrm>
                  <a:off x="6790107" y="3726573"/>
                  <a:ext cx="427017" cy="369332"/>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2C48309-BF4B-70A6-46D3-E3FFE42E29F7}"/>
                    </a:ext>
                  </a:extLst>
                </p:cNvPr>
                <p:cNvSpPr txBox="1"/>
                <p:nvPr/>
              </p:nvSpPr>
              <p:spPr>
                <a:xfrm>
                  <a:off x="6632408" y="4057285"/>
                  <a:ext cx="74241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1" name="TextBox 20">
                  <a:extLst>
                    <a:ext uri="{FF2B5EF4-FFF2-40B4-BE49-F238E27FC236}">
                      <a16:creationId xmlns:a16="http://schemas.microsoft.com/office/drawing/2014/main" id="{F2C48309-BF4B-70A6-46D3-E3FFE42E29F7}"/>
                    </a:ext>
                  </a:extLst>
                </p:cNvPr>
                <p:cNvSpPr txBox="1">
                  <a:spLocks noRot="1" noChangeAspect="1" noMove="1" noResize="1" noEditPoints="1" noAdjustHandles="1" noChangeArrowheads="1" noChangeShapeType="1" noTextEdit="1"/>
                </p:cNvSpPr>
                <p:nvPr/>
              </p:nvSpPr>
              <p:spPr>
                <a:xfrm>
                  <a:off x="6632408" y="4057285"/>
                  <a:ext cx="742414" cy="369332"/>
                </a:xfrm>
                <a:prstGeom prst="rect">
                  <a:avLst/>
                </a:prstGeom>
                <a:blipFill>
                  <a:blip r:embed="rId13"/>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DF617C8-294A-3050-08F8-43BDE08FB6BF}"/>
                    </a:ext>
                  </a:extLst>
                </p:cNvPr>
                <p:cNvSpPr txBox="1"/>
                <p:nvPr/>
              </p:nvSpPr>
              <p:spPr>
                <a:xfrm>
                  <a:off x="6728203" y="4387997"/>
                  <a:ext cx="55082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a:extLst>
                    <a:ext uri="{FF2B5EF4-FFF2-40B4-BE49-F238E27FC236}">
                      <a16:creationId xmlns:a16="http://schemas.microsoft.com/office/drawing/2014/main" id="{ADF617C8-294A-3050-08F8-43BDE08FB6BF}"/>
                    </a:ext>
                  </a:extLst>
                </p:cNvPr>
                <p:cNvSpPr txBox="1">
                  <a:spLocks noRot="1" noChangeAspect="1" noMove="1" noResize="1" noEditPoints="1" noAdjustHandles="1" noChangeArrowheads="1" noChangeShapeType="1" noTextEdit="1"/>
                </p:cNvSpPr>
                <p:nvPr/>
              </p:nvSpPr>
              <p:spPr>
                <a:xfrm>
                  <a:off x="6728203" y="4387997"/>
                  <a:ext cx="550824" cy="369332"/>
                </a:xfrm>
                <a:prstGeom prst="rect">
                  <a:avLst/>
                </a:prstGeom>
                <a:blipFill>
                  <a:blip r:embed="rId14"/>
                  <a:stretch>
                    <a:fillRect b="-16667"/>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CFB3561E-6FB8-CF50-94F6-11920164D962}"/>
                </a:ext>
              </a:extLst>
            </p:cNvPr>
            <p:cNvSpPr txBox="1"/>
            <p:nvPr/>
          </p:nvSpPr>
          <p:spPr>
            <a:xfrm>
              <a:off x="7138291" y="3786271"/>
              <a:ext cx="56297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24" name="TextBox 23">
              <a:extLst>
                <a:ext uri="{FF2B5EF4-FFF2-40B4-BE49-F238E27FC236}">
                  <a16:creationId xmlns:a16="http://schemas.microsoft.com/office/drawing/2014/main" id="{8F22AFDD-9BA4-2C15-8BAD-5DC688EE66EB}"/>
                </a:ext>
              </a:extLst>
            </p:cNvPr>
            <p:cNvSpPr txBox="1"/>
            <p:nvPr/>
          </p:nvSpPr>
          <p:spPr>
            <a:xfrm>
              <a:off x="7138291" y="4116732"/>
              <a:ext cx="67197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25" name="TextBox 24">
              <a:extLst>
                <a:ext uri="{FF2B5EF4-FFF2-40B4-BE49-F238E27FC236}">
                  <a16:creationId xmlns:a16="http://schemas.microsoft.com/office/drawing/2014/main" id="{DC1713B6-13F6-9D34-8719-837800E363DB}"/>
                </a:ext>
              </a:extLst>
            </p:cNvPr>
            <p:cNvSpPr txBox="1"/>
            <p:nvPr/>
          </p:nvSpPr>
          <p:spPr>
            <a:xfrm>
              <a:off x="7068361" y="4441500"/>
              <a:ext cx="162576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Fitting parameters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C841F82-4F5B-9519-70B1-998ADDA19426}"/>
                    </a:ext>
                  </a:extLst>
                </p:cNvPr>
                <p:cNvSpPr txBox="1"/>
                <p:nvPr/>
              </p:nvSpPr>
              <p:spPr>
                <a:xfrm>
                  <a:off x="6836164" y="4718710"/>
                  <a:ext cx="334903"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6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𝐀</m:t>
                        </m:r>
                      </m:oMath>
                    </m:oMathPara>
                  </a14:m>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7" name="TextBox 26">
                  <a:extLst>
                    <a:ext uri="{FF2B5EF4-FFF2-40B4-BE49-F238E27FC236}">
                      <a16:creationId xmlns:a16="http://schemas.microsoft.com/office/drawing/2014/main" id="{1C841F82-4F5B-9519-70B1-998ADDA19426}"/>
                    </a:ext>
                  </a:extLst>
                </p:cNvPr>
                <p:cNvSpPr txBox="1">
                  <a:spLocks noRot="1" noChangeAspect="1" noMove="1" noResize="1" noEditPoints="1" noAdjustHandles="1" noChangeArrowheads="1" noChangeShapeType="1" noTextEdit="1"/>
                </p:cNvSpPr>
                <p:nvPr/>
              </p:nvSpPr>
              <p:spPr>
                <a:xfrm>
                  <a:off x="6836164" y="4718710"/>
                  <a:ext cx="334903" cy="338554"/>
                </a:xfrm>
                <a:prstGeom prst="rect">
                  <a:avLst/>
                </a:prstGeom>
                <a:blipFill>
                  <a:blip r:embed="rId15"/>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50EAF45E-9A5D-DB3A-804C-C6213816AB03}"/>
                </a:ext>
              </a:extLst>
            </p:cNvPr>
            <p:cNvSpPr txBox="1"/>
            <p:nvPr/>
          </p:nvSpPr>
          <p:spPr>
            <a:xfrm>
              <a:off x="7070931" y="4726800"/>
              <a:ext cx="259865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Parameter Covariance </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BC31101-B28B-01BD-CF91-10D0867D56E2}"/>
                    </a:ext>
                  </a:extLst>
                </p:cNvPr>
                <p:cNvSpPr txBox="1"/>
                <p:nvPr/>
              </p:nvSpPr>
              <p:spPr>
                <a:xfrm>
                  <a:off x="6812313" y="3065149"/>
                  <a:ext cx="3826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oMath>
                    </m:oMathPara>
                  </a14:m>
                  <a:endParaRPr lang="en-GB" dirty="0"/>
                </a:p>
              </p:txBody>
            </p:sp>
          </mc:Choice>
          <mc:Fallback xmlns="">
            <p:sp>
              <p:nvSpPr>
                <p:cNvPr id="45" name="TextBox 44">
                  <a:extLst>
                    <a:ext uri="{FF2B5EF4-FFF2-40B4-BE49-F238E27FC236}">
                      <a16:creationId xmlns:a16="http://schemas.microsoft.com/office/drawing/2014/main" id="{ABC31101-B28B-01BD-CF91-10D0867D56E2}"/>
                    </a:ext>
                  </a:extLst>
                </p:cNvPr>
                <p:cNvSpPr txBox="1">
                  <a:spLocks noRot="1" noChangeAspect="1" noMove="1" noResize="1" noEditPoints="1" noAdjustHandles="1" noChangeArrowheads="1" noChangeShapeType="1" noTextEdit="1"/>
                </p:cNvSpPr>
                <p:nvPr/>
              </p:nvSpPr>
              <p:spPr>
                <a:xfrm>
                  <a:off x="6812313" y="3065149"/>
                  <a:ext cx="382604" cy="369332"/>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457C9CD-FC12-B21C-134C-DED5F176190D}"/>
                    </a:ext>
                  </a:extLst>
                </p:cNvPr>
                <p:cNvSpPr txBox="1"/>
                <p:nvPr/>
              </p:nvSpPr>
              <p:spPr>
                <a:xfrm>
                  <a:off x="6812313" y="3395861"/>
                  <a:ext cx="3826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𝑘</m:t>
                        </m:r>
                      </m:oMath>
                    </m:oMathPara>
                  </a14:m>
                  <a:endParaRPr lang="en-GB" dirty="0"/>
                </a:p>
              </p:txBody>
            </p:sp>
          </mc:Choice>
          <mc:Fallback xmlns="">
            <p:sp>
              <p:nvSpPr>
                <p:cNvPr id="46" name="TextBox 45">
                  <a:extLst>
                    <a:ext uri="{FF2B5EF4-FFF2-40B4-BE49-F238E27FC236}">
                      <a16:creationId xmlns:a16="http://schemas.microsoft.com/office/drawing/2014/main" id="{5457C9CD-FC12-B21C-134C-DED5F176190D}"/>
                    </a:ext>
                  </a:extLst>
                </p:cNvPr>
                <p:cNvSpPr txBox="1">
                  <a:spLocks noRot="1" noChangeAspect="1" noMove="1" noResize="1" noEditPoints="1" noAdjustHandles="1" noChangeArrowheads="1" noChangeShapeType="1" noTextEdit="1"/>
                </p:cNvSpPr>
                <p:nvPr/>
              </p:nvSpPr>
              <p:spPr>
                <a:xfrm>
                  <a:off x="6812313" y="3395861"/>
                  <a:ext cx="382604" cy="369332"/>
                </a:xfrm>
                <a:prstGeom prst="rect">
                  <a:avLst/>
                </a:prstGeom>
                <a:blipFill>
                  <a:blip r:embed="rId17"/>
                  <a:stretch>
                    <a:fillRect/>
                  </a:stretch>
                </a:blipFill>
              </p:spPr>
              <p:txBody>
                <a:bodyPr/>
                <a:lstStyle/>
                <a:p>
                  <a:r>
                    <a:rPr lang="en-GB">
                      <a:noFill/>
                    </a:rPr>
                    <a:t> </a:t>
                  </a:r>
                </a:p>
              </p:txBody>
            </p:sp>
          </mc:Fallback>
        </mc:AlternateContent>
        <p:sp>
          <p:nvSpPr>
            <p:cNvPr id="47" name="TextBox 46">
              <a:extLst>
                <a:ext uri="{FF2B5EF4-FFF2-40B4-BE49-F238E27FC236}">
                  <a16:creationId xmlns:a16="http://schemas.microsoft.com/office/drawing/2014/main" id="{F5EDDA59-9443-11B0-1AD1-65732513F58C}"/>
                </a:ext>
              </a:extLst>
            </p:cNvPr>
            <p:cNvSpPr txBox="1"/>
            <p:nvPr/>
          </p:nvSpPr>
          <p:spPr>
            <a:xfrm>
              <a:off x="7138291" y="3110106"/>
              <a:ext cx="1467068"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Number of data</a:t>
              </a:r>
            </a:p>
          </p:txBody>
        </p:sp>
        <p:sp>
          <p:nvSpPr>
            <p:cNvPr id="48" name="TextBox 47">
              <a:extLst>
                <a:ext uri="{FF2B5EF4-FFF2-40B4-BE49-F238E27FC236}">
                  <a16:creationId xmlns:a16="http://schemas.microsoft.com/office/drawing/2014/main" id="{4EC4D19A-9B2E-E9EA-39D2-E38B6473E2C9}"/>
                </a:ext>
              </a:extLst>
            </p:cNvPr>
            <p:cNvSpPr txBox="1"/>
            <p:nvPr/>
          </p:nvSpPr>
          <p:spPr>
            <a:xfrm>
              <a:off x="7138291" y="3445992"/>
              <a:ext cx="1973617"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Number of parameters</a:t>
              </a:r>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E8F1EA9-06EF-F1B3-B9F8-6E41AE09CAE2}"/>
                  </a:ext>
                </a:extLst>
              </p:cNvPr>
              <p:cNvSpPr txBox="1"/>
              <p:nvPr/>
            </p:nvSpPr>
            <p:spPr>
              <a:xfrm>
                <a:off x="988365" y="3878431"/>
                <a:ext cx="4205072" cy="4715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400" i="1" smtClean="0">
                          <a:solidFill>
                            <a:schemeClr val="tx1"/>
                          </a:solidFill>
                          <a:latin typeface="Cambria Math" panose="02040503050406030204" pitchFamily="18" charset="0"/>
                        </a:rPr>
                        <m:t>𝐵</m:t>
                      </m:r>
                      <m:r>
                        <a:rPr lang="en-GB" sz="2400" b="0" i="1" smtClean="0">
                          <a:solidFill>
                            <a:schemeClr val="tx1"/>
                          </a:solidFill>
                          <a:latin typeface="Cambria Math" panose="02040503050406030204" pitchFamily="18" charset="0"/>
                        </a:rPr>
                        <m:t>𝐼𝐶</m:t>
                      </m:r>
                      <m:r>
                        <a:rPr lang="en-GB" sz="2400" b="0" i="1" smtClean="0">
                          <a:solidFill>
                            <a:schemeClr val="tx1"/>
                          </a:solidFill>
                          <a:latin typeface="Cambria Math" panose="02040503050406030204" pitchFamily="18" charset="0"/>
                        </a:rPr>
                        <m:t>=</m:t>
                      </m:r>
                      <m:r>
                        <a:rPr lang="en-GB" sz="2400" i="1">
                          <a:solidFill>
                            <a:schemeClr val="tx1"/>
                          </a:solidFill>
                          <a:latin typeface="Cambria Math" panose="02040503050406030204" pitchFamily="18" charset="0"/>
                        </a:rPr>
                        <m:t>𝑘</m:t>
                      </m:r>
                      <m:func>
                        <m:funcPr>
                          <m:ctrlPr>
                            <a:rPr lang="en-GB" sz="2400" i="1">
                              <a:solidFill>
                                <a:schemeClr val="tx1"/>
                              </a:solidFill>
                              <a:latin typeface="Cambria Math" panose="02040503050406030204" pitchFamily="18" charset="0"/>
                            </a:rPr>
                          </m:ctrlPr>
                        </m:funcPr>
                        <m:fName>
                          <m:r>
                            <m:rPr>
                              <m:sty m:val="p"/>
                            </m:rPr>
                            <a:rPr lang="en-GB" sz="2400">
                              <a:solidFill>
                                <a:schemeClr val="tx1"/>
                              </a:solidFill>
                              <a:latin typeface="Cambria Math" panose="02040503050406030204" pitchFamily="18" charset="0"/>
                            </a:rPr>
                            <m:t>ln</m:t>
                          </m:r>
                        </m:fName>
                        <m:e>
                          <m:r>
                            <a:rPr lang="en-GB" sz="2400" i="1">
                              <a:solidFill>
                                <a:schemeClr val="tx1"/>
                              </a:solidFill>
                              <a:latin typeface="Cambria Math" panose="02040503050406030204" pitchFamily="18" charset="0"/>
                            </a:rPr>
                            <m:t>𝑛</m:t>
                          </m:r>
                          <m:r>
                            <a:rPr lang="en-GB" sz="2400" i="1">
                              <a:solidFill>
                                <a:schemeClr val="tx1"/>
                              </a:solidFill>
                              <a:latin typeface="Cambria Math" panose="02040503050406030204" pitchFamily="18" charset="0"/>
                            </a:rPr>
                            <m:t>−2 </m:t>
                          </m:r>
                          <m:r>
                            <m:rPr>
                              <m:sty m:val="p"/>
                            </m:rPr>
                            <a:rPr lang="en-GB" sz="2400" i="1">
                              <a:solidFill>
                                <a:schemeClr val="tx1"/>
                              </a:solidFill>
                              <a:latin typeface="Cambria Math" panose="02040503050406030204" pitchFamily="18" charset="0"/>
                            </a:rPr>
                            <m:t>ln</m:t>
                          </m:r>
                          <m:r>
                            <a:rPr lang="en-GB" sz="2400" i="1">
                              <a:solidFill>
                                <a:schemeClr val="tx1"/>
                              </a:solidFill>
                              <a:latin typeface="Cambria Math" panose="02040503050406030204" pitchFamily="18" charset="0"/>
                            </a:rPr>
                            <m:t> </m:t>
                          </m:r>
                          <m:acc>
                            <m:accPr>
                              <m:chr m:val="̂"/>
                              <m:ctrlPr>
                                <a:rPr lang="en-GB" sz="2400" i="1">
                                  <a:solidFill>
                                    <a:schemeClr val="tx1"/>
                                  </a:solidFill>
                                  <a:latin typeface="Cambria Math" panose="02040503050406030204" pitchFamily="18" charset="0"/>
                                </a:rPr>
                              </m:ctrlPr>
                            </m:accPr>
                            <m:e>
                              <m:r>
                                <a:rPr lang="en-GB" sz="2400" i="1">
                                  <a:solidFill>
                                    <a:schemeClr val="tx1"/>
                                  </a:solidFill>
                                  <a:latin typeface="Cambria Math" panose="02040503050406030204" pitchFamily="18" charset="0"/>
                                </a:rPr>
                                <m:t>𝐿</m:t>
                              </m:r>
                            </m:e>
                          </m:acc>
                        </m:e>
                      </m:func>
                    </m:oMath>
                  </m:oMathPara>
                </a14:m>
                <a:endParaRPr lang="en-GB" sz="2400" dirty="0">
                  <a:solidFill>
                    <a:schemeClr val="tx1"/>
                  </a:solidFill>
                </a:endParaRPr>
              </a:p>
            </p:txBody>
          </p:sp>
        </mc:Choice>
        <mc:Fallback xmlns="">
          <p:sp>
            <p:nvSpPr>
              <p:cNvPr id="50" name="TextBox 49">
                <a:extLst>
                  <a:ext uri="{FF2B5EF4-FFF2-40B4-BE49-F238E27FC236}">
                    <a16:creationId xmlns:a16="http://schemas.microsoft.com/office/drawing/2014/main" id="{DE8F1EA9-06EF-F1B3-B9F8-6E41AE09CAE2}"/>
                  </a:ext>
                </a:extLst>
              </p:cNvPr>
              <p:cNvSpPr txBox="1">
                <a:spLocks noRot="1" noChangeAspect="1" noMove="1" noResize="1" noEditPoints="1" noAdjustHandles="1" noChangeArrowheads="1" noChangeShapeType="1" noTextEdit="1"/>
              </p:cNvSpPr>
              <p:nvPr/>
            </p:nvSpPr>
            <p:spPr>
              <a:xfrm>
                <a:off x="988365" y="3878431"/>
                <a:ext cx="4205072" cy="471539"/>
              </a:xfrm>
              <a:prstGeom prst="rect">
                <a:avLst/>
              </a:prstGeom>
              <a:blipFill>
                <a:blip r:embed="rId18"/>
                <a:stretch>
                  <a:fillRect t="-7895" b="-210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D501EC3-D90F-BFEF-0596-6F1997F7483C}"/>
                  </a:ext>
                </a:extLst>
              </p:cNvPr>
              <p:cNvSpPr txBox="1"/>
              <p:nvPr/>
            </p:nvSpPr>
            <p:spPr>
              <a:xfrm>
                <a:off x="37043" y="4624366"/>
                <a:ext cx="5311069" cy="461665"/>
              </a:xfrm>
              <a:prstGeom prst="rect">
                <a:avLst/>
              </a:prstGeom>
              <a:noFill/>
            </p:spPr>
            <p:txBody>
              <a:bodyPr wrap="none" rtlCol="0">
                <a:spAutoFit/>
              </a:bodyPr>
              <a:lstStyle/>
              <a:p>
                <a14:m>
                  <m:oMath xmlns:m="http://schemas.openxmlformats.org/officeDocument/2006/math">
                    <m:r>
                      <a:rPr lang="en-GB" sz="2400" i="1" smtClean="0">
                        <a:latin typeface="Cambria Math" panose="02040503050406030204" pitchFamily="18" charset="0"/>
                        <a:ea typeface="Cambria Math" panose="02040503050406030204" pitchFamily="18" charset="0"/>
                      </a:rPr>
                      <m:t>∴</m:t>
                    </m:r>
                  </m:oMath>
                </a14:m>
                <a:r>
                  <a:rPr lang="en-GB" sz="2400" dirty="0"/>
                  <a:t> Minimise BIC </a:t>
                </a:r>
                <a14:m>
                  <m:oMath xmlns:m="http://schemas.openxmlformats.org/officeDocument/2006/math">
                    <m:r>
                      <a:rPr lang="en-GB" sz="2400" b="0" i="1" smtClean="0">
                        <a:latin typeface="Cambria Math" panose="02040503050406030204" pitchFamily="18" charset="0"/>
                      </a:rPr>
                      <m:t>≈</m:t>
                    </m:r>
                  </m:oMath>
                </a14:m>
                <a:r>
                  <a:rPr lang="en-GB" sz="2400" dirty="0"/>
                  <a:t> Maximise Evidence</a:t>
                </a:r>
              </a:p>
            </p:txBody>
          </p:sp>
        </mc:Choice>
        <mc:Fallback xmlns="">
          <p:sp>
            <p:nvSpPr>
              <p:cNvPr id="51" name="TextBox 50">
                <a:extLst>
                  <a:ext uri="{FF2B5EF4-FFF2-40B4-BE49-F238E27FC236}">
                    <a16:creationId xmlns:a16="http://schemas.microsoft.com/office/drawing/2014/main" id="{4D501EC3-D90F-BFEF-0596-6F1997F7483C}"/>
                  </a:ext>
                </a:extLst>
              </p:cNvPr>
              <p:cNvSpPr txBox="1">
                <a:spLocks noRot="1" noChangeAspect="1" noMove="1" noResize="1" noEditPoints="1" noAdjustHandles="1" noChangeArrowheads="1" noChangeShapeType="1" noTextEdit="1"/>
              </p:cNvSpPr>
              <p:nvPr/>
            </p:nvSpPr>
            <p:spPr>
              <a:xfrm>
                <a:off x="37043" y="4624366"/>
                <a:ext cx="5311069" cy="461665"/>
              </a:xfrm>
              <a:prstGeom prst="rect">
                <a:avLst/>
              </a:prstGeom>
              <a:blipFill>
                <a:blip r:embed="rId19"/>
                <a:stretch>
                  <a:fillRect t="-10811" r="-955" b="-27027"/>
                </a:stretch>
              </a:blipFill>
            </p:spPr>
            <p:txBody>
              <a:bodyPr/>
              <a:lstStyle/>
              <a:p>
                <a:r>
                  <a:rPr lang="en-GB">
                    <a:noFill/>
                  </a:rPr>
                  <a:t> </a:t>
                </a:r>
              </a:p>
            </p:txBody>
          </p:sp>
        </mc:Fallback>
      </mc:AlternateContent>
    </p:spTree>
    <p:extLst>
      <p:ext uri="{BB962C8B-B14F-4D97-AF65-F5344CB8AC3E}">
        <p14:creationId xmlns:p14="http://schemas.microsoft.com/office/powerpoint/2010/main" val="121348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p:bldP spid="36" grpId="0" animBg="1"/>
      <p:bldP spid="37" grpId="0"/>
      <p:bldP spid="38" grpId="0" animBg="1"/>
      <p:bldP spid="39" grpId="0"/>
      <p:bldP spid="40" grpId="0"/>
      <p:bldP spid="42" grpId="0"/>
      <p:bldP spid="50" grpId="0"/>
      <p:bldP spid="51"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B9EB02A8-64F1-1E4B-1153-DD42B35A418E}"/>
              </a:ext>
            </a:extLst>
          </p:cNvPr>
          <p:cNvSpPr/>
          <p:nvPr/>
        </p:nvSpPr>
        <p:spPr>
          <a:xfrm>
            <a:off x="2442458" y="3304647"/>
            <a:ext cx="6681370" cy="1810994"/>
          </a:xfrm>
          <a:prstGeom prst="roundRect">
            <a:avLst>
              <a:gd name="adj" fmla="val 6689"/>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8D22487A-E59B-16D1-6B1D-FB84A1C59F88}"/>
              </a:ext>
            </a:extLst>
          </p:cNvPr>
          <p:cNvSpPr/>
          <p:nvPr/>
        </p:nvSpPr>
        <p:spPr>
          <a:xfrm>
            <a:off x="6561914" y="45849"/>
            <a:ext cx="2526042" cy="71419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sng" strike="noStrike" kern="1200" cap="none" spc="0" normalizeH="0" baseline="0" noProof="0">
                <a:ln>
                  <a:noFill/>
                </a:ln>
                <a:solidFill>
                  <a:srgbClr val="000000"/>
                </a:solidFill>
                <a:effectLst/>
                <a:uLnTx/>
                <a:uFillTx/>
                <a:latin typeface="Arial"/>
                <a:ea typeface="+mn-ea"/>
                <a:cs typeface="+mn-cs"/>
              </a:rPr>
              <a:t>Aim:</a:t>
            </a:r>
          </a:p>
        </p:txBody>
      </p:sp>
      <p:sp>
        <p:nvSpPr>
          <p:cNvPr id="2" name="Title 1">
            <a:extLst>
              <a:ext uri="{FF2B5EF4-FFF2-40B4-BE49-F238E27FC236}">
                <a16:creationId xmlns:a16="http://schemas.microsoft.com/office/drawing/2014/main" id="{8C86C76E-002A-A30B-E6A4-D71B9E5D0B7F}"/>
              </a:ext>
            </a:extLst>
          </p:cNvPr>
          <p:cNvSpPr>
            <a:spLocks noGrp="1"/>
          </p:cNvSpPr>
          <p:nvPr>
            <p:ph type="title"/>
          </p:nvPr>
        </p:nvSpPr>
        <p:spPr>
          <a:xfrm>
            <a:off x="147484" y="104194"/>
            <a:ext cx="8884428" cy="380667"/>
          </a:xfrm>
        </p:spPr>
        <p:txBody>
          <a:bodyPr/>
          <a:lstStyle/>
          <a:p>
            <a:r>
              <a:rPr lang="en-GB" dirty="0"/>
              <a:t>Scaling of Likelihood and Occam Factor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51A1B74-1B77-BE4C-3C53-89FA038FC24C}"/>
                  </a:ext>
                </a:extLst>
              </p:cNvPr>
              <p:cNvSpPr txBox="1"/>
              <p:nvPr/>
            </p:nvSpPr>
            <p:spPr>
              <a:xfrm>
                <a:off x="6981701" y="90184"/>
                <a:ext cx="2303240" cy="58887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uncPr>
                        <m:fName>
                          <m:limLow>
                            <m:limLow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limLowPr>
                            <m:e>
                              <m:r>
                                <m:rPr>
                                  <m:sty m:val="p"/>
                                </m:rPr>
                                <a:rPr kumimoji="0" lang="en-GB"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argmax</m:t>
                              </m:r>
                            </m:e>
                            <m:lim>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𝑖</m:t>
                                  </m:r>
                                </m:sub>
                              </m:sSub>
                            </m:lim>
                          </m:limLow>
                        </m:fName>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𝑃</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r>
                            <a:rPr kumimoji="0" lang="en-GB"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e>
                      </m:func>
                    </m:oMath>
                  </m:oMathPara>
                </a14:m>
                <a:endParaRPr kumimoji="0" lang="en-GB" sz="2000" b="0" i="0" u="none" strike="noStrike" kern="1200" cap="none" spc="0" normalizeH="0" baseline="0" noProof="0" dirty="0">
                  <a:ln>
                    <a:noFill/>
                  </a:ln>
                  <a:solidFill>
                    <a:srgbClr val="000000"/>
                  </a:solidFill>
                  <a:effectLst/>
                  <a:uLnTx/>
                  <a:uFillTx/>
                  <a:latin typeface="Arial"/>
                  <a:cs typeface="+mn-cs"/>
                </a:endParaRPr>
              </a:p>
            </p:txBody>
          </p:sp>
        </mc:Choice>
        <mc:Fallback xmlns="">
          <p:sp>
            <p:nvSpPr>
              <p:cNvPr id="4" name="TextBox 3">
                <a:extLst>
                  <a:ext uri="{FF2B5EF4-FFF2-40B4-BE49-F238E27FC236}">
                    <a16:creationId xmlns:a16="http://schemas.microsoft.com/office/drawing/2014/main" id="{851A1B74-1B77-BE4C-3C53-89FA038FC24C}"/>
                  </a:ext>
                </a:extLst>
              </p:cNvPr>
              <p:cNvSpPr txBox="1">
                <a:spLocks noRot="1" noChangeAspect="1" noMove="1" noResize="1" noEditPoints="1" noAdjustHandles="1" noChangeArrowheads="1" noChangeShapeType="1" noTextEdit="1"/>
              </p:cNvSpPr>
              <p:nvPr/>
            </p:nvSpPr>
            <p:spPr>
              <a:xfrm>
                <a:off x="6981701" y="90184"/>
                <a:ext cx="2303240" cy="588879"/>
              </a:xfrm>
              <a:prstGeom prst="rect">
                <a:avLst/>
              </a:prstGeom>
              <a:blipFill>
                <a:blip r:embed="rId3"/>
                <a:stretch>
                  <a:fillRect b="-4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893890-EAC9-1D9F-F860-A30841836E0D}"/>
                  </a:ext>
                </a:extLst>
              </p:cNvPr>
              <p:cNvSpPr txBox="1"/>
              <p:nvPr/>
            </p:nvSpPr>
            <p:spPr>
              <a:xfrm>
                <a:off x="1699315" y="831901"/>
                <a:ext cx="3627148" cy="69371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nary>
                        <m:naryPr>
                          <m:supHide m:val="on"/>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𝜉</m:t>
                          </m:r>
                        </m:sub>
                        <m:sup/>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r>
                                <a:rPr kumimoji="0" lang="en-GB" sz="18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e>
                              <m:sSub>
                                <m:sSubPr>
                                  <m:ctrlP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𝑑</m:t>
                          </m:r>
                          <m:r>
                            <a:rPr kumimoji="0" lang="en-GB" sz="18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𝝃</m:t>
                          </m:r>
                        </m:e>
                      </m:nary>
                    </m:oMath>
                  </m:oMathPara>
                </a14:m>
                <a:endParaRPr kumimoji="0" lang="en-GB" sz="1800" b="1"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6" name="TextBox 5">
                <a:extLst>
                  <a:ext uri="{FF2B5EF4-FFF2-40B4-BE49-F238E27FC236}">
                    <a16:creationId xmlns:a16="http://schemas.microsoft.com/office/drawing/2014/main" id="{D3893890-EAC9-1D9F-F860-A30841836E0D}"/>
                  </a:ext>
                </a:extLst>
              </p:cNvPr>
              <p:cNvSpPr txBox="1">
                <a:spLocks noRot="1" noChangeAspect="1" noMove="1" noResize="1" noEditPoints="1" noAdjustHandles="1" noChangeArrowheads="1" noChangeShapeType="1" noTextEdit="1"/>
              </p:cNvSpPr>
              <p:nvPr/>
            </p:nvSpPr>
            <p:spPr>
              <a:xfrm>
                <a:off x="1699315" y="831901"/>
                <a:ext cx="3627148" cy="693716"/>
              </a:xfrm>
              <a:prstGeom prst="rect">
                <a:avLst/>
              </a:prstGeom>
              <a:blipFill>
                <a:blip r:embed="rId4"/>
                <a:stretch>
                  <a:fillRect l="-6620" t="-160714" b="-2285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3C302C2-6018-C328-5FBC-590158CB1505}"/>
                  </a:ext>
                </a:extLst>
              </p:cNvPr>
              <p:cNvSpPr txBox="1"/>
              <p:nvPr/>
            </p:nvSpPr>
            <p:spPr>
              <a:xfrm>
                <a:off x="56044" y="554535"/>
                <a:ext cx="567342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a:ea typeface="+mn-ea"/>
                    <a:cs typeface="+mn-cs"/>
                  </a:rPr>
                  <a:t>Assuming the prior to all models </a:t>
                </a:r>
                <a14:m>
                  <m:oMath xmlns:m="http://schemas.openxmlformats.org/officeDocument/2006/math">
                    <m:sSub>
                      <m:sSub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𝑃</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GB" sz="1800" b="0" i="0" u="none" strike="noStrike" kern="1200" cap="none" spc="0" normalizeH="0" baseline="0" noProof="0" dirty="0">
                    <a:ln>
                      <a:noFill/>
                    </a:ln>
                    <a:solidFill>
                      <a:srgbClr val="000000"/>
                    </a:solidFill>
                    <a:effectLst/>
                    <a:uLnTx/>
                    <a:uFillTx/>
                    <a:latin typeface="Arial"/>
                    <a:ea typeface="+mn-ea"/>
                    <a:cs typeface="+mn-cs"/>
                  </a:rPr>
                  <a:t> is uniform: </a:t>
                </a:r>
              </a:p>
            </p:txBody>
          </p:sp>
        </mc:Choice>
        <mc:Fallback xmlns="">
          <p:sp>
            <p:nvSpPr>
              <p:cNvPr id="8" name="TextBox 7">
                <a:extLst>
                  <a:ext uri="{FF2B5EF4-FFF2-40B4-BE49-F238E27FC236}">
                    <a16:creationId xmlns:a16="http://schemas.microsoft.com/office/drawing/2014/main" id="{F3C302C2-6018-C328-5FBC-590158CB1505}"/>
                  </a:ext>
                </a:extLst>
              </p:cNvPr>
              <p:cNvSpPr txBox="1">
                <a:spLocks noRot="1" noChangeAspect="1" noMove="1" noResize="1" noEditPoints="1" noAdjustHandles="1" noChangeArrowheads="1" noChangeShapeType="1" noTextEdit="1"/>
              </p:cNvSpPr>
              <p:nvPr/>
            </p:nvSpPr>
            <p:spPr>
              <a:xfrm>
                <a:off x="56044" y="554535"/>
                <a:ext cx="5673424" cy="369332"/>
              </a:xfrm>
              <a:prstGeom prst="rect">
                <a:avLst/>
              </a:prstGeom>
              <a:blipFill>
                <a:blip r:embed="rId5"/>
                <a:stretch>
                  <a:fillRect l="-893"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0B0655-761B-42F7-44F4-03740B9F37F6}"/>
                  </a:ext>
                </a:extLst>
              </p:cNvPr>
              <p:cNvSpPr txBox="1"/>
              <p:nvPr/>
            </p:nvSpPr>
            <p:spPr>
              <a:xfrm>
                <a:off x="1535687" y="1623797"/>
                <a:ext cx="5962210" cy="79028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𝑀𝐴𝑃</m:t>
                              </m:r>
                            </m:sub>
                          </m:s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sSub>
                            <m:sSubPr>
                              <m:ctrlP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sub>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𝑀𝐴𝑃</m:t>
                              </m:r>
                            </m:sub>
                          </m:sSub>
                        </m:e>
                        <m:e>
                          <m:sSub>
                            <m:sSub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sSup>
                        <m:sSup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sSupPr>
                        <m:e>
                          <m:d>
                            <m:dPr>
                              <m:begChr m:val="["/>
                              <m:endChr m:val="]"/>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unc>
                                <m:func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det</m:t>
                                  </m:r>
                                </m:fName>
                                <m:e>
                                  <m:d>
                                    <m:d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
                                        <m:f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Pr>
                                        <m:num>
                                          <m:r>
                                            <a:rPr kumimoji="0" lang="en-GB" sz="24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num>
                                        <m:den>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𝜋</m:t>
                                          </m:r>
                                        </m:den>
                                      </m:f>
                                    </m:e>
                                  </m:d>
                                </m:e>
                              </m:func>
                            </m:e>
                          </m:d>
                        </m:e>
                        <m:sup>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−1/2</m:t>
                          </m:r>
                        </m:sup>
                      </m:sSup>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a:extLst>
                  <a:ext uri="{FF2B5EF4-FFF2-40B4-BE49-F238E27FC236}">
                    <a16:creationId xmlns:a16="http://schemas.microsoft.com/office/drawing/2014/main" id="{F50B0655-761B-42F7-44F4-03740B9F37F6}"/>
                  </a:ext>
                </a:extLst>
              </p:cNvPr>
              <p:cNvSpPr txBox="1">
                <a:spLocks noRot="1" noChangeAspect="1" noMove="1" noResize="1" noEditPoints="1" noAdjustHandles="1" noChangeArrowheads="1" noChangeShapeType="1" noTextEdit="1"/>
              </p:cNvSpPr>
              <p:nvPr/>
            </p:nvSpPr>
            <p:spPr>
              <a:xfrm>
                <a:off x="1535687" y="1623797"/>
                <a:ext cx="5962210" cy="790281"/>
              </a:xfrm>
              <a:prstGeom prst="rect">
                <a:avLst/>
              </a:prstGeom>
              <a:blipFill>
                <a:blip r:embed="rId6"/>
                <a:stretch>
                  <a:fillRect b="-10938"/>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266D935E-B41F-951D-ECE7-F6710DA0B048}"/>
              </a:ext>
            </a:extLst>
          </p:cNvPr>
          <p:cNvSpPr txBox="1"/>
          <p:nvPr/>
        </p:nvSpPr>
        <p:spPr>
          <a:xfrm>
            <a:off x="-202844" y="1490510"/>
            <a:ext cx="2998307"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3E74"/>
                </a:solidFill>
                <a:effectLst/>
                <a:uLnTx/>
                <a:uFillTx/>
                <a:latin typeface="Arial"/>
                <a:ea typeface="+mn-ea"/>
                <a:cs typeface="+mn-cs"/>
              </a:rPr>
              <a:t>(approximating by Laplace method)</a:t>
            </a:r>
          </a:p>
        </p:txBody>
      </p:sp>
      <p:sp>
        <p:nvSpPr>
          <p:cNvPr id="11" name="Right Brace 10">
            <a:extLst>
              <a:ext uri="{FF2B5EF4-FFF2-40B4-BE49-F238E27FC236}">
                <a16:creationId xmlns:a16="http://schemas.microsoft.com/office/drawing/2014/main" id="{41C235BF-F29D-F6A3-19CE-5BDD427972FC}"/>
              </a:ext>
            </a:extLst>
          </p:cNvPr>
          <p:cNvSpPr/>
          <p:nvPr/>
        </p:nvSpPr>
        <p:spPr>
          <a:xfrm rot="5400000">
            <a:off x="2765212" y="1561148"/>
            <a:ext cx="276997" cy="1928732"/>
          </a:xfrm>
          <a:prstGeom prst="rightBrace">
            <a:avLst>
              <a:gd name="adj1" fmla="val 19477"/>
              <a:gd name="adj2" fmla="val 50000"/>
            </a:avLst>
          </a:prstGeom>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TextBox 11">
            <a:extLst>
              <a:ext uri="{FF2B5EF4-FFF2-40B4-BE49-F238E27FC236}">
                <a16:creationId xmlns:a16="http://schemas.microsoft.com/office/drawing/2014/main" id="{ACD33AC0-50C7-2A7A-3CD6-3DBB1E19BB8C}"/>
              </a:ext>
            </a:extLst>
          </p:cNvPr>
          <p:cNvSpPr txBox="1"/>
          <p:nvPr/>
        </p:nvSpPr>
        <p:spPr>
          <a:xfrm>
            <a:off x="1928389" y="2697957"/>
            <a:ext cx="208582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Likelihood @ MAP</a:t>
            </a:r>
          </a:p>
        </p:txBody>
      </p:sp>
      <p:sp>
        <p:nvSpPr>
          <p:cNvPr id="13" name="Right Brace 12">
            <a:extLst>
              <a:ext uri="{FF2B5EF4-FFF2-40B4-BE49-F238E27FC236}">
                <a16:creationId xmlns:a16="http://schemas.microsoft.com/office/drawing/2014/main" id="{59DC66C6-0415-5598-5371-C6FD1F19DE75}"/>
              </a:ext>
            </a:extLst>
          </p:cNvPr>
          <p:cNvSpPr/>
          <p:nvPr/>
        </p:nvSpPr>
        <p:spPr>
          <a:xfrm rot="5400000">
            <a:off x="5512035" y="759249"/>
            <a:ext cx="260805" cy="3548723"/>
          </a:xfrm>
          <a:prstGeom prst="rightBrace">
            <a:avLst>
              <a:gd name="adj1" fmla="val 19477"/>
              <a:gd name="adj2" fmla="val 50000"/>
            </a:avLst>
          </a:prstGeom>
          <a:ln>
            <a:solidFill>
              <a:srgbClr val="FF93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002890A-1C3B-E53D-EF73-7B7CF1717343}"/>
                  </a:ext>
                </a:extLst>
              </p:cNvPr>
              <p:cNvSpPr txBox="1"/>
              <p:nvPr/>
            </p:nvSpPr>
            <p:spPr>
              <a:xfrm>
                <a:off x="5569009" y="1424798"/>
                <a:ext cx="1601721"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A88000"/>
                    </a:solidFill>
                    <a:effectLst/>
                    <a:uLnTx/>
                    <a:uFillTx/>
                    <a:latin typeface="Arial"/>
                    <a:ea typeface="+mn-ea"/>
                    <a:cs typeface="+mn-cs"/>
                  </a:rPr>
                  <a:t>Uncertainty in </a:t>
                </a:r>
                <a14:m>
                  <m:oMath xmlns:m="http://schemas.openxmlformats.org/officeDocument/2006/math">
                    <m:r>
                      <a:rPr kumimoji="0" lang="en-GB" sz="1600" b="1" i="1" u="none" strike="noStrike" kern="1200" cap="none" spc="0" normalizeH="0" baseline="0" noProof="0" smtClean="0">
                        <a:ln>
                          <a:noFill/>
                        </a:ln>
                        <a:solidFill>
                          <a:srgbClr val="A88000"/>
                        </a:solidFill>
                        <a:effectLst/>
                        <a:uLnTx/>
                        <a:uFillTx/>
                        <a:latin typeface="Cambria Math" panose="02040503050406030204" pitchFamily="18" charset="0"/>
                        <a:ea typeface="+mn-ea"/>
                        <a:cs typeface="+mn-cs"/>
                      </a:rPr>
                      <m:t>𝝃</m:t>
                    </m:r>
                  </m:oMath>
                </a14:m>
                <a:endParaRPr kumimoji="0" lang="en-GB" sz="1600" b="0" i="0" u="none" strike="noStrike" kern="1200" cap="none" spc="0" normalizeH="0" baseline="0" noProof="0" dirty="0">
                  <a:ln>
                    <a:noFill/>
                  </a:ln>
                  <a:solidFill>
                    <a:srgbClr val="A88000"/>
                  </a:solidFill>
                  <a:effectLst/>
                  <a:uLnTx/>
                  <a:uFillTx/>
                  <a:latin typeface="Arial"/>
                  <a:ea typeface="+mn-ea"/>
                  <a:cs typeface="+mn-cs"/>
                </a:endParaRPr>
              </a:p>
            </p:txBody>
          </p:sp>
        </mc:Choice>
        <mc:Fallback xmlns="">
          <p:sp>
            <p:nvSpPr>
              <p:cNvPr id="14" name="TextBox 13">
                <a:extLst>
                  <a:ext uri="{FF2B5EF4-FFF2-40B4-BE49-F238E27FC236}">
                    <a16:creationId xmlns:a16="http://schemas.microsoft.com/office/drawing/2014/main" id="{C002890A-1C3B-E53D-EF73-7B7CF1717343}"/>
                  </a:ext>
                </a:extLst>
              </p:cNvPr>
              <p:cNvSpPr txBox="1">
                <a:spLocks noRot="1" noChangeAspect="1" noMove="1" noResize="1" noEditPoints="1" noAdjustHandles="1" noChangeArrowheads="1" noChangeShapeType="1" noTextEdit="1"/>
              </p:cNvSpPr>
              <p:nvPr/>
            </p:nvSpPr>
            <p:spPr>
              <a:xfrm>
                <a:off x="5569009" y="1424798"/>
                <a:ext cx="1601721" cy="338554"/>
              </a:xfrm>
              <a:prstGeom prst="rect">
                <a:avLst/>
              </a:prstGeom>
              <a:blipFill>
                <a:blip r:embed="rId7"/>
                <a:stretch>
                  <a:fillRect l="-2362" t="-7407" b="-25926"/>
                </a:stretch>
              </a:blipFill>
            </p:spPr>
            <p:txBody>
              <a:bodyPr/>
              <a:lstStyle/>
              <a:p>
                <a:r>
                  <a:rPr lang="en-GB">
                    <a:noFill/>
                  </a:rPr>
                  <a:t> </a:t>
                </a:r>
              </a:p>
            </p:txBody>
          </p:sp>
        </mc:Fallback>
      </mc:AlternateContent>
      <p:sp>
        <p:nvSpPr>
          <p:cNvPr id="16" name="Speech Bubble: Rectangle 15">
            <a:extLst>
              <a:ext uri="{FF2B5EF4-FFF2-40B4-BE49-F238E27FC236}">
                <a16:creationId xmlns:a16="http://schemas.microsoft.com/office/drawing/2014/main" id="{66E06183-DB9B-7655-8C23-BF5F3084570D}"/>
              </a:ext>
            </a:extLst>
          </p:cNvPr>
          <p:cNvSpPr/>
          <p:nvPr/>
        </p:nvSpPr>
        <p:spPr>
          <a:xfrm>
            <a:off x="7497897" y="2148859"/>
            <a:ext cx="1625931" cy="835957"/>
          </a:xfrm>
          <a:prstGeom prst="wedgeRectCallout">
            <a:avLst>
              <a:gd name="adj1" fmla="val -114936"/>
              <a:gd name="adj2" fmla="val 40395"/>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Penalizes models with too many param.</a:t>
            </a:r>
          </a:p>
        </p:txBody>
      </p:sp>
      <p:sp>
        <p:nvSpPr>
          <p:cNvPr id="17" name="Speech Bubble: Rectangle 16">
            <a:extLst>
              <a:ext uri="{FF2B5EF4-FFF2-40B4-BE49-F238E27FC236}">
                <a16:creationId xmlns:a16="http://schemas.microsoft.com/office/drawing/2014/main" id="{29FA700A-5A76-DB2E-9335-2335E25DA09C}"/>
              </a:ext>
            </a:extLst>
          </p:cNvPr>
          <p:cNvSpPr/>
          <p:nvPr/>
        </p:nvSpPr>
        <p:spPr>
          <a:xfrm>
            <a:off x="56044" y="2307116"/>
            <a:ext cx="1546219" cy="592726"/>
          </a:xfrm>
          <a:prstGeom prst="wedgeRectCallout">
            <a:avLst>
              <a:gd name="adj1" fmla="val 74216"/>
              <a:gd name="adj2" fmla="val 45847"/>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Obtained from linear regression</a:t>
            </a:r>
          </a:p>
        </p:txBody>
      </p:sp>
      <p:sp>
        <p:nvSpPr>
          <p:cNvPr id="19" name="Rectangle 18">
            <a:extLst>
              <a:ext uri="{FF2B5EF4-FFF2-40B4-BE49-F238E27FC236}">
                <a16:creationId xmlns:a16="http://schemas.microsoft.com/office/drawing/2014/main" id="{D3FBFBCC-7766-6B50-FFAE-3BBECE4CB1EC}"/>
              </a:ext>
            </a:extLst>
          </p:cNvPr>
          <p:cNvSpPr/>
          <p:nvPr/>
        </p:nvSpPr>
        <p:spPr>
          <a:xfrm>
            <a:off x="116314" y="3762576"/>
            <a:ext cx="2235181" cy="127363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E0BDA1A-FA2A-F342-028C-2C6819F99564}"/>
                  </a:ext>
                </a:extLst>
              </p:cNvPr>
              <p:cNvSpPr txBox="1"/>
              <p:nvPr/>
            </p:nvSpPr>
            <p:spPr>
              <a:xfrm>
                <a:off x="-138259" y="3762576"/>
                <a:ext cx="1647046"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acc>
                        <m:accPr>
                          <m:chr m:val="̇"/>
                          <m:ctrlP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accPr>
                        <m:e>
                          <m:r>
                            <a:rPr kumimoji="0" lang="en-GB"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𝒙</m:t>
                          </m:r>
                        </m:e>
                      </m:acc>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a:extLst>
                  <a:ext uri="{FF2B5EF4-FFF2-40B4-BE49-F238E27FC236}">
                    <a16:creationId xmlns:a16="http://schemas.microsoft.com/office/drawing/2014/main" id="{6E0BDA1A-FA2A-F342-028C-2C6819F99564}"/>
                  </a:ext>
                </a:extLst>
              </p:cNvPr>
              <p:cNvSpPr txBox="1">
                <a:spLocks noRot="1" noChangeAspect="1" noMove="1" noResize="1" noEditPoints="1" noAdjustHandles="1" noChangeArrowheads="1" noChangeShapeType="1" noTextEdit="1"/>
              </p:cNvSpPr>
              <p:nvPr/>
            </p:nvSpPr>
            <p:spPr>
              <a:xfrm>
                <a:off x="-138259" y="3762576"/>
                <a:ext cx="1647046" cy="369332"/>
              </a:xfrm>
              <a:prstGeom prst="rect">
                <a:avLst/>
              </a:prstGeom>
              <a:blipFill>
                <a:blip r:embed="rId8"/>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B3DB105-6DE4-F32F-4266-B5EB22A5726A}"/>
                  </a:ext>
                </a:extLst>
              </p:cNvPr>
              <p:cNvSpPr txBox="1"/>
              <p:nvPr/>
            </p:nvSpPr>
            <p:spPr>
              <a:xfrm>
                <a:off x="-57150" y="4078323"/>
                <a:ext cx="74241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1" name="TextBox 20">
                <a:extLst>
                  <a:ext uri="{FF2B5EF4-FFF2-40B4-BE49-F238E27FC236}">
                    <a16:creationId xmlns:a16="http://schemas.microsoft.com/office/drawing/2014/main" id="{FB3DB105-6DE4-F32F-4266-B5EB22A5726A}"/>
                  </a:ext>
                </a:extLst>
              </p:cNvPr>
              <p:cNvSpPr txBox="1">
                <a:spLocks noRot="1" noChangeAspect="1" noMove="1" noResize="1" noEditPoints="1" noAdjustHandles="1" noChangeArrowheads="1" noChangeShapeType="1" noTextEdit="1"/>
              </p:cNvSpPr>
              <p:nvPr/>
            </p:nvSpPr>
            <p:spPr>
              <a:xfrm>
                <a:off x="-57150" y="4078323"/>
                <a:ext cx="742414" cy="369332"/>
              </a:xfrm>
              <a:prstGeom prst="rect">
                <a:avLst/>
              </a:prstGeom>
              <a:blipFill>
                <a:blip r:embed="rId9"/>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A61DFE6-1BD2-80DD-F903-E9F83F4B5AF0}"/>
                  </a:ext>
                </a:extLst>
              </p:cNvPr>
              <p:cNvSpPr txBox="1"/>
              <p:nvPr/>
            </p:nvSpPr>
            <p:spPr>
              <a:xfrm>
                <a:off x="11762" y="4398339"/>
                <a:ext cx="55082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a:extLst>
                  <a:ext uri="{FF2B5EF4-FFF2-40B4-BE49-F238E27FC236}">
                    <a16:creationId xmlns:a16="http://schemas.microsoft.com/office/drawing/2014/main" id="{FA61DFE6-1BD2-80DD-F903-E9F83F4B5AF0}"/>
                  </a:ext>
                </a:extLst>
              </p:cNvPr>
              <p:cNvSpPr txBox="1">
                <a:spLocks noRot="1" noChangeAspect="1" noMove="1" noResize="1" noEditPoints="1" noAdjustHandles="1" noChangeArrowheads="1" noChangeShapeType="1" noTextEdit="1"/>
              </p:cNvSpPr>
              <p:nvPr/>
            </p:nvSpPr>
            <p:spPr>
              <a:xfrm>
                <a:off x="11762" y="4398339"/>
                <a:ext cx="550824" cy="369332"/>
              </a:xfrm>
              <a:prstGeom prst="rect">
                <a:avLst/>
              </a:prstGeom>
              <a:blipFill>
                <a:blip r:embed="rId10"/>
                <a:stretch>
                  <a:fillRect b="-16667"/>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7E20E3AE-5000-3C27-39F4-0E2DBCB56888}"/>
              </a:ext>
            </a:extLst>
          </p:cNvPr>
          <p:cNvSpPr txBox="1"/>
          <p:nvPr/>
        </p:nvSpPr>
        <p:spPr>
          <a:xfrm>
            <a:off x="1192675" y="3787283"/>
            <a:ext cx="56297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24" name="TextBox 23">
            <a:extLst>
              <a:ext uri="{FF2B5EF4-FFF2-40B4-BE49-F238E27FC236}">
                <a16:creationId xmlns:a16="http://schemas.microsoft.com/office/drawing/2014/main" id="{2698D381-CC3F-7EC4-77C5-600DCFB61272}"/>
              </a:ext>
            </a:extLst>
          </p:cNvPr>
          <p:cNvSpPr txBox="1"/>
          <p:nvPr/>
        </p:nvSpPr>
        <p:spPr>
          <a:xfrm>
            <a:off x="459249" y="4142137"/>
            <a:ext cx="67197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25" name="TextBox 24">
            <a:extLst>
              <a:ext uri="{FF2B5EF4-FFF2-40B4-BE49-F238E27FC236}">
                <a16:creationId xmlns:a16="http://schemas.microsoft.com/office/drawing/2014/main" id="{6B65D317-E27F-A7B2-97F5-A75E3A8050BE}"/>
              </a:ext>
            </a:extLst>
          </p:cNvPr>
          <p:cNvSpPr txBox="1"/>
          <p:nvPr/>
        </p:nvSpPr>
        <p:spPr>
          <a:xfrm>
            <a:off x="378803" y="4447655"/>
            <a:ext cx="162576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Fitting parameters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02762E0-DE18-9ACE-159A-705254901A8D}"/>
                  </a:ext>
                </a:extLst>
              </p:cNvPr>
              <p:cNvSpPr txBox="1"/>
              <p:nvPr/>
            </p:nvSpPr>
            <p:spPr>
              <a:xfrm>
                <a:off x="111770" y="4724865"/>
                <a:ext cx="334903"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6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𝐀</m:t>
                      </m:r>
                    </m:oMath>
                  </m:oMathPara>
                </a14:m>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7" name="TextBox 26">
                <a:extLst>
                  <a:ext uri="{FF2B5EF4-FFF2-40B4-BE49-F238E27FC236}">
                    <a16:creationId xmlns:a16="http://schemas.microsoft.com/office/drawing/2014/main" id="{D02762E0-DE18-9ACE-159A-705254901A8D}"/>
                  </a:ext>
                </a:extLst>
              </p:cNvPr>
              <p:cNvSpPr txBox="1">
                <a:spLocks noRot="1" noChangeAspect="1" noMove="1" noResize="1" noEditPoints="1" noAdjustHandles="1" noChangeArrowheads="1" noChangeShapeType="1" noTextEdit="1"/>
              </p:cNvSpPr>
              <p:nvPr/>
            </p:nvSpPr>
            <p:spPr>
              <a:xfrm>
                <a:off x="111770" y="4724865"/>
                <a:ext cx="334903" cy="338554"/>
              </a:xfrm>
              <a:prstGeom prst="rect">
                <a:avLst/>
              </a:prstGeom>
              <a:blipFill>
                <a:blip r:embed="rId11"/>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E83C2F11-B977-E97F-29F0-5B4FEE58B7E9}"/>
              </a:ext>
            </a:extLst>
          </p:cNvPr>
          <p:cNvSpPr txBox="1"/>
          <p:nvPr/>
        </p:nvSpPr>
        <p:spPr>
          <a:xfrm>
            <a:off x="381373" y="4732955"/>
            <a:ext cx="259865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Parameter Covariance </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2C31E6B-C5AB-BE88-8BB6-C64BDA0229DB}"/>
                  </a:ext>
                </a:extLst>
              </p:cNvPr>
              <p:cNvSpPr txBox="1"/>
              <p:nvPr/>
            </p:nvSpPr>
            <p:spPr>
              <a:xfrm>
                <a:off x="3371222" y="2974732"/>
                <a:ext cx="185749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𝑒𝑥𝑝</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𝐷𝑎𝑡𝑎</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𝑁𝑜𝑖𝑠𝑒</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1" name="TextBox 30">
                <a:extLst>
                  <a:ext uri="{FF2B5EF4-FFF2-40B4-BE49-F238E27FC236}">
                    <a16:creationId xmlns:a16="http://schemas.microsoft.com/office/drawing/2014/main" id="{B2C31E6B-C5AB-BE88-8BB6-C64BDA0229DB}"/>
                  </a:ext>
                </a:extLst>
              </p:cNvPr>
              <p:cNvSpPr txBox="1">
                <a:spLocks noRot="1" noChangeAspect="1" noMove="1" noResize="1" noEditPoints="1" noAdjustHandles="1" noChangeArrowheads="1" noChangeShapeType="1" noTextEdit="1"/>
              </p:cNvSpPr>
              <p:nvPr/>
            </p:nvSpPr>
            <p:spPr>
              <a:xfrm>
                <a:off x="3371222" y="2974732"/>
                <a:ext cx="1857496" cy="307777"/>
              </a:xfrm>
              <a:prstGeom prst="rect">
                <a:avLst/>
              </a:prstGeom>
              <a:blipFill>
                <a:blip r:embed="rId12"/>
                <a:stretch>
                  <a:fillRect b="-1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04B35BD-BADD-7E3E-1B6A-A52BF584B98F}"/>
                  </a:ext>
                </a:extLst>
              </p:cNvPr>
              <p:cNvSpPr txBox="1"/>
              <p:nvPr/>
            </p:nvSpPr>
            <p:spPr>
              <a:xfrm>
                <a:off x="5363949" y="2970868"/>
                <a:ext cx="145629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𝑒𝑥𝑝</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𝑃𝑎𝑟𝑎𝑚</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2" name="TextBox 31">
                <a:extLst>
                  <a:ext uri="{FF2B5EF4-FFF2-40B4-BE49-F238E27FC236}">
                    <a16:creationId xmlns:a16="http://schemas.microsoft.com/office/drawing/2014/main" id="{F04B35BD-BADD-7E3E-1B6A-A52BF584B98F}"/>
                  </a:ext>
                </a:extLst>
              </p:cNvPr>
              <p:cNvSpPr txBox="1">
                <a:spLocks noRot="1" noChangeAspect="1" noMove="1" noResize="1" noEditPoints="1" noAdjustHandles="1" noChangeArrowheads="1" noChangeShapeType="1" noTextEdit="1"/>
              </p:cNvSpPr>
              <p:nvPr/>
            </p:nvSpPr>
            <p:spPr>
              <a:xfrm>
                <a:off x="5363949" y="2970868"/>
                <a:ext cx="1456296" cy="307777"/>
              </a:xfrm>
              <a:prstGeom prst="rect">
                <a:avLst/>
              </a:prstGeom>
              <a:blipFill>
                <a:blip r:embed="rId13"/>
                <a:stretch>
                  <a:fillRect b="-115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FD60A13-2DC2-93AB-09B4-7F945B285F71}"/>
                  </a:ext>
                </a:extLst>
              </p:cNvPr>
              <p:cNvSpPr txBox="1"/>
              <p:nvPr/>
            </p:nvSpPr>
            <p:spPr>
              <a:xfrm>
                <a:off x="2442458" y="3304647"/>
                <a:ext cx="4677050" cy="993734"/>
              </a:xfrm>
              <a:prstGeom prst="rect">
                <a:avLst/>
              </a:prstGeom>
              <a:noFill/>
            </p:spPr>
            <p:txBody>
              <a:bodyPr wrap="none" rtlCol="0">
                <a:spAutoFit/>
              </a:bodyPr>
              <a:lstStyle/>
              <a:p>
                <a:pPr lvl="0">
                  <a:defRPr/>
                </a:pPr>
                <a:r>
                  <a:rPr kumimoji="0" lang="en-GB" sz="2400" b="0" i="0" u="none" strike="noStrike" kern="1200" cap="none" spc="0" normalizeH="0" baseline="0" noProof="0" dirty="0">
                    <a:ln>
                      <a:noFill/>
                    </a:ln>
                    <a:solidFill>
                      <a:srgbClr val="000000"/>
                    </a:solidFill>
                    <a:effectLst/>
                    <a:uLnTx/>
                    <a:uFillTx/>
                    <a:latin typeface="Arial"/>
                    <a:ea typeface="+mn-ea"/>
                    <a:cs typeface="+mn-cs"/>
                  </a:rPr>
                  <a:t>When </a:t>
                </a:r>
                <a14:m>
                  <m:oMath xmlns:m="http://schemas.openxmlformats.org/officeDocument/2006/math">
                    <m:f>
                      <m:fPr>
                        <m:ctrlPr>
                          <a:rPr lang="en-GB" sz="2400" i="1">
                            <a:solidFill>
                              <a:srgbClr val="000000"/>
                            </a:solidFill>
                            <a:latin typeface="Cambria Math" panose="02040503050406030204" pitchFamily="18" charset="0"/>
                          </a:rPr>
                        </m:ctrlPr>
                      </m:fPr>
                      <m:num>
                        <m:r>
                          <a:rPr lang="en-GB" sz="2400" b="0" i="1" smtClean="0">
                            <a:solidFill>
                              <a:srgbClr val="000000"/>
                            </a:solidFill>
                            <a:latin typeface="Cambria Math" panose="02040503050406030204" pitchFamily="18" charset="0"/>
                          </a:rPr>
                          <m:t>#</m:t>
                        </m:r>
                        <m:r>
                          <a:rPr lang="en-GB" sz="2400" i="1">
                            <a:solidFill>
                              <a:srgbClr val="000000"/>
                            </a:solidFill>
                            <a:latin typeface="Cambria Math" panose="02040503050406030204" pitchFamily="18" charset="0"/>
                          </a:rPr>
                          <m:t>𝐷𝑎𝑡𝑎</m:t>
                        </m:r>
                      </m:num>
                      <m:den>
                        <m:r>
                          <a:rPr lang="en-GB" sz="2400" i="1">
                            <a:solidFill>
                              <a:srgbClr val="000000"/>
                            </a:solidFill>
                            <a:latin typeface="Cambria Math" panose="02040503050406030204" pitchFamily="18" charset="0"/>
                          </a:rPr>
                          <m:t>𝑁𝑜𝑖𝑠𝑒</m:t>
                        </m:r>
                      </m:den>
                    </m:f>
                    <m:r>
                      <a:rPr lang="en-GB" sz="2400" b="0" i="1" smtClean="0">
                        <a:solidFill>
                          <a:srgbClr val="000000"/>
                        </a:solidFill>
                        <a:latin typeface="Cambria Math" panose="02040503050406030204" pitchFamily="18" charset="0"/>
                      </a:rPr>
                      <m:t>=</m:t>
                    </m:r>
                    <m:f>
                      <m:fPr>
                        <m:ctrlP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lang="en-GB" sz="2400" i="1">
                            <a:solidFill>
                              <a:srgbClr val="000000"/>
                            </a:solidFill>
                            <a:latin typeface="Cambria Math" panose="02040503050406030204" pitchFamily="18" charset="0"/>
                          </a:rPr>
                          <m:t>𝑛</m:t>
                        </m:r>
                      </m:num>
                      <m:den>
                        <m:sSup>
                          <m:sSupPr>
                            <m:ctrlP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𝜎</m:t>
                            </m:r>
                          </m:e>
                          <m:sup>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den>
                    </m:f>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𝑃𝑎𝑟𝑎𝑚</m:t>
                    </m:r>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a:t>
                </a:r>
                <a:br>
                  <a:rPr kumimoji="0" lang="en-GB" sz="2400" b="0" i="0" u="none" strike="noStrike" kern="1200" cap="none" spc="0" normalizeH="0" baseline="0" noProof="0" dirty="0">
                    <a:ln>
                      <a:noFill/>
                    </a:ln>
                    <a:solidFill>
                      <a:srgbClr val="000000"/>
                    </a:solidFill>
                    <a:effectLst/>
                    <a:uLnTx/>
                    <a:uFillTx/>
                    <a:latin typeface="Arial"/>
                    <a:ea typeface="+mn-ea"/>
                    <a:cs typeface="+mn-cs"/>
                  </a:rPr>
                </a:br>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3" name="TextBox 32">
                <a:extLst>
                  <a:ext uri="{FF2B5EF4-FFF2-40B4-BE49-F238E27FC236}">
                    <a16:creationId xmlns:a16="http://schemas.microsoft.com/office/drawing/2014/main" id="{DFD60A13-2DC2-93AB-09B4-7F945B285F71}"/>
                  </a:ext>
                </a:extLst>
              </p:cNvPr>
              <p:cNvSpPr txBox="1">
                <a:spLocks noRot="1" noChangeAspect="1" noMove="1" noResize="1" noEditPoints="1" noAdjustHandles="1" noChangeArrowheads="1" noChangeShapeType="1" noTextEdit="1"/>
              </p:cNvSpPr>
              <p:nvPr/>
            </p:nvSpPr>
            <p:spPr>
              <a:xfrm>
                <a:off x="2442458" y="3304647"/>
                <a:ext cx="4677050" cy="993734"/>
              </a:xfrm>
              <a:prstGeom prst="rect">
                <a:avLst/>
              </a:prstGeom>
              <a:blipFill>
                <a:blip r:embed="rId14"/>
                <a:stretch>
                  <a:fillRect l="-2168" r="-10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30AD3A3-114A-6D0F-A194-C8C027843923}"/>
                  </a:ext>
                </a:extLst>
              </p:cNvPr>
              <p:cNvSpPr txBox="1"/>
              <p:nvPr/>
            </p:nvSpPr>
            <p:spPr>
              <a:xfrm>
                <a:off x="2483363" y="3833987"/>
                <a:ext cx="459524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0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0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sSubPr>
                            <m:e>
                              <m:r>
                                <a:rPr kumimoji="0" lang="en-GB" sz="20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𝑀𝐴𝑃</m:t>
                              </m:r>
                            </m:sub>
                          </m:sSub>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GB"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𝑃</m:t>
                      </m:r>
                      <m:d>
                        <m:dPr>
                          <m:ctrlPr>
                            <a:rPr kumimoji="0" lang="en-GB" sz="20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ctrlPr>
                        </m:dPr>
                        <m:e>
                          <m:r>
                            <a:rPr kumimoji="0" lang="en-GB" sz="2000" b="0" i="1" u="none" strike="noStrike" kern="1200" cap="none" spc="0" normalizeH="0" baseline="0" noProof="0">
                              <a:ln>
                                <a:noFill/>
                              </a:ln>
                              <a:solidFill>
                                <a:schemeClr val="tx1"/>
                              </a:solidFill>
                              <a:effectLst/>
                              <a:uLnTx/>
                              <a:uFillTx/>
                              <a:latin typeface="Cambria Math" panose="02040503050406030204" pitchFamily="18" charset="0"/>
                              <a:ea typeface="+mn-ea"/>
                              <a:cs typeface="+mn-cs"/>
                            </a:rPr>
                            <m:t>𝐷</m:t>
                          </m:r>
                        </m:e>
                        <m:e>
                          <m:sSub>
                            <m:sSubPr>
                              <m:ctrlPr>
                                <a:rPr kumimoji="0" lang="en-GB" sz="20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𝑖</m:t>
                              </m:r>
                            </m:sub>
                          </m:sSub>
                        </m:e>
                      </m:d>
                    </m:oMath>
                  </m:oMathPara>
                </a14:m>
                <a:endParaRPr kumimoji="0" lang="en-GB"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4" name="TextBox 33">
                <a:extLst>
                  <a:ext uri="{FF2B5EF4-FFF2-40B4-BE49-F238E27FC236}">
                    <a16:creationId xmlns:a16="http://schemas.microsoft.com/office/drawing/2014/main" id="{630AD3A3-114A-6D0F-A194-C8C027843923}"/>
                  </a:ext>
                </a:extLst>
              </p:cNvPr>
              <p:cNvSpPr txBox="1">
                <a:spLocks noRot="1" noChangeAspect="1" noMove="1" noResize="1" noEditPoints="1" noAdjustHandles="1" noChangeArrowheads="1" noChangeShapeType="1" noTextEdit="1"/>
              </p:cNvSpPr>
              <p:nvPr/>
            </p:nvSpPr>
            <p:spPr>
              <a:xfrm>
                <a:off x="2483363" y="3833987"/>
                <a:ext cx="4595240" cy="400110"/>
              </a:xfrm>
              <a:prstGeom prst="rect">
                <a:avLst/>
              </a:prstGeom>
              <a:blipFill>
                <a:blip r:embed="rId15"/>
                <a:stretch>
                  <a:fillRect b="-121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46E8D3C-1D4E-7AF7-06CA-14E0E1FDE841}"/>
                  </a:ext>
                </a:extLst>
              </p:cNvPr>
              <p:cNvSpPr txBox="1"/>
              <p:nvPr/>
            </p:nvSpPr>
            <p:spPr>
              <a:xfrm>
                <a:off x="2456047" y="4142137"/>
                <a:ext cx="4502899" cy="1363065"/>
              </a:xfrm>
              <a:prstGeom prst="rect">
                <a:avLst/>
              </a:prstGeom>
              <a:noFill/>
            </p:spPr>
            <p:txBody>
              <a:bodyPr wrap="none" rtlCol="0">
                <a:spAutoFit/>
              </a:bodyPr>
              <a:lstStyle/>
              <a:p>
                <a:pPr lvl="0">
                  <a:defRPr/>
                </a:pPr>
                <a:r>
                  <a:rPr kumimoji="0" lang="en-GB" sz="2400" b="0" i="0" u="none" strike="noStrike" kern="1200" cap="none" spc="0" normalizeH="0" baseline="0" noProof="0" dirty="0">
                    <a:ln>
                      <a:noFill/>
                    </a:ln>
                    <a:solidFill>
                      <a:srgbClr val="000000"/>
                    </a:solidFill>
                    <a:effectLst/>
                    <a:uLnTx/>
                    <a:uFillTx/>
                    <a:latin typeface="Arial"/>
                    <a:ea typeface="+mn-ea"/>
                    <a:cs typeface="+mn-cs"/>
                  </a:rPr>
                  <a:t>When </a:t>
                </a:r>
                <a14:m>
                  <m:oMath xmlns:m="http://schemas.openxmlformats.org/officeDocument/2006/math">
                    <m:f>
                      <m:fPr>
                        <m:ctrlPr>
                          <a:rPr lang="en-GB" sz="2400" i="1">
                            <a:solidFill>
                              <a:srgbClr val="000000"/>
                            </a:solidFill>
                            <a:latin typeface="Cambria Math" panose="02040503050406030204" pitchFamily="18" charset="0"/>
                          </a:rPr>
                        </m:ctrlPr>
                      </m:fPr>
                      <m:num>
                        <m:r>
                          <a:rPr lang="en-GB" sz="2400" i="1">
                            <a:solidFill>
                              <a:srgbClr val="000000"/>
                            </a:solidFill>
                            <a:latin typeface="Cambria Math" panose="02040503050406030204" pitchFamily="18" charset="0"/>
                          </a:rPr>
                          <m:t>#</m:t>
                        </m:r>
                        <m:r>
                          <a:rPr lang="en-GB" sz="2400" i="1">
                            <a:solidFill>
                              <a:srgbClr val="000000"/>
                            </a:solidFill>
                            <a:latin typeface="Cambria Math" panose="02040503050406030204" pitchFamily="18" charset="0"/>
                          </a:rPr>
                          <m:t>𝐷𝑎𝑡𝑎</m:t>
                        </m:r>
                      </m:num>
                      <m:den>
                        <m:r>
                          <a:rPr lang="en-GB" sz="2400" i="1">
                            <a:solidFill>
                              <a:srgbClr val="000000"/>
                            </a:solidFill>
                            <a:latin typeface="Cambria Math" panose="02040503050406030204" pitchFamily="18" charset="0"/>
                          </a:rPr>
                          <m:t>𝑁𝑜𝑖𝑠𝑒</m:t>
                        </m:r>
                      </m:den>
                    </m:f>
                    <m:r>
                      <a:rPr lang="en-GB" sz="2400" i="1">
                        <a:solidFill>
                          <a:srgbClr val="000000"/>
                        </a:solidFill>
                        <a:latin typeface="Cambria Math" panose="02040503050406030204" pitchFamily="18" charset="0"/>
                      </a:rPr>
                      <m:t>=</m:t>
                    </m:r>
                    <m:f>
                      <m:fPr>
                        <m:ctrlPr>
                          <a:rPr lang="en-GB" sz="2400" i="1">
                            <a:solidFill>
                              <a:srgbClr val="000000"/>
                            </a:solidFill>
                            <a:latin typeface="Cambria Math" panose="02040503050406030204" pitchFamily="18" charset="0"/>
                          </a:rPr>
                        </m:ctrlPr>
                      </m:fPr>
                      <m:num>
                        <m:r>
                          <a:rPr lang="en-GB" sz="2400" i="1">
                            <a:solidFill>
                              <a:srgbClr val="000000"/>
                            </a:solidFill>
                            <a:latin typeface="Cambria Math" panose="02040503050406030204" pitchFamily="18" charset="0"/>
                          </a:rPr>
                          <m:t>𝑛</m:t>
                        </m:r>
                      </m:num>
                      <m:den>
                        <m:sSup>
                          <m:sSupPr>
                            <m:ctrlPr>
                              <a:rPr lang="en-GB" sz="2400" i="1">
                                <a:solidFill>
                                  <a:srgbClr val="000000"/>
                                </a:solidFill>
                                <a:latin typeface="Cambria Math" panose="02040503050406030204" pitchFamily="18" charset="0"/>
                              </a:rPr>
                            </m:ctrlPr>
                          </m:sSupPr>
                          <m:e>
                            <m:r>
                              <a:rPr lang="en-GB" sz="2400" i="1">
                                <a:solidFill>
                                  <a:srgbClr val="000000"/>
                                </a:solidFill>
                                <a:latin typeface="Cambria Math" panose="02040503050406030204" pitchFamily="18" charset="0"/>
                              </a:rPr>
                              <m:t>𝜎</m:t>
                            </m:r>
                          </m:e>
                          <m:sup>
                            <m:r>
                              <a:rPr lang="en-GB" sz="2400" i="1">
                                <a:solidFill>
                                  <a:srgbClr val="000000"/>
                                </a:solidFill>
                                <a:latin typeface="Cambria Math" panose="02040503050406030204" pitchFamily="18" charset="0"/>
                              </a:rPr>
                              <m:t>2</m:t>
                            </m:r>
                          </m:sup>
                        </m:sSup>
                      </m:den>
                    </m:f>
                    <m:r>
                      <a:rPr lang="en-GB" sz="2400" b="0" i="1" smtClean="0">
                        <a:solidFill>
                          <a:srgbClr val="000000"/>
                        </a:solidFill>
                        <a:latin typeface="Cambria Math" panose="02040503050406030204" pitchFamily="18" charset="0"/>
                      </a:rPr>
                      <m:t>~</m:t>
                    </m:r>
                    <m:r>
                      <a:rPr lang="en-GB" sz="2400" i="1">
                        <a:solidFill>
                          <a:srgbClr val="000000"/>
                        </a:solidFill>
                        <a:latin typeface="Cambria Math" panose="02040503050406030204" pitchFamily="18" charset="0"/>
                      </a:rPr>
                      <m:t>𝑘</m:t>
                    </m:r>
                    <m:r>
                      <a:rPr lang="en-GB" sz="2400" i="1">
                        <a:solidFill>
                          <a:srgbClr val="000000"/>
                        </a:solidFill>
                        <a:latin typeface="Cambria Math" panose="02040503050406030204" pitchFamily="18" charset="0"/>
                      </a:rPr>
                      <m:t>=#</m:t>
                    </m:r>
                    <m:r>
                      <a:rPr lang="en-GB" sz="2400" i="1">
                        <a:solidFill>
                          <a:srgbClr val="000000"/>
                        </a:solidFill>
                        <a:latin typeface="Cambria Math" panose="02040503050406030204" pitchFamily="18" charset="0"/>
                      </a:rPr>
                      <m:t>𝑃𝑎𝑟𝑎𝑚</m:t>
                    </m:r>
                  </m:oMath>
                </a14:m>
                <a:r>
                  <a:rPr lang="en-GB" sz="2400" dirty="0">
                    <a:solidFill>
                      <a:srgbClr val="000000"/>
                    </a:solidFill>
                  </a:rPr>
                  <a:t>,</a:t>
                </a:r>
                <a:br>
                  <a:rPr lang="en-GB" sz="2400" dirty="0">
                    <a:solidFill>
                      <a:srgbClr val="000000"/>
                    </a:solidFill>
                  </a:rPr>
                </a:br>
                <a:r>
                  <a:rPr kumimoji="0" lang="en-GB" sz="2400" b="0" i="0" u="none" strike="noStrike" kern="1200" cap="none" spc="0" normalizeH="0" baseline="0" noProof="0" dirty="0">
                    <a:ln>
                      <a:noFill/>
                    </a:ln>
                    <a:solidFill>
                      <a:srgbClr val="000000"/>
                    </a:solidFill>
                    <a:effectLst/>
                    <a:uLnTx/>
                    <a:uFillTx/>
                    <a:latin typeface="Arial"/>
                    <a:ea typeface="+mn-ea"/>
                    <a:cs typeface="+mn-cs"/>
                  </a:rPr>
                  <a:t>,</a:t>
                </a:r>
                <a:br>
                  <a:rPr kumimoji="0" lang="en-GB" sz="2400" b="0" i="0" u="none" strike="noStrike" kern="1200" cap="none" spc="0" normalizeH="0" baseline="0" noProof="0" dirty="0">
                    <a:ln>
                      <a:noFill/>
                    </a:ln>
                    <a:solidFill>
                      <a:srgbClr val="000000"/>
                    </a:solidFill>
                    <a:effectLst/>
                    <a:uLnTx/>
                    <a:uFillTx/>
                    <a:latin typeface="Arial"/>
                    <a:ea typeface="+mn-ea"/>
                    <a:cs typeface="+mn-cs"/>
                  </a:rPr>
                </a:br>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6" name="TextBox 35">
                <a:extLst>
                  <a:ext uri="{FF2B5EF4-FFF2-40B4-BE49-F238E27FC236}">
                    <a16:creationId xmlns:a16="http://schemas.microsoft.com/office/drawing/2014/main" id="{846E8D3C-1D4E-7AF7-06CA-14E0E1FDE841}"/>
                  </a:ext>
                </a:extLst>
              </p:cNvPr>
              <p:cNvSpPr txBox="1">
                <a:spLocks noRot="1" noChangeAspect="1" noMove="1" noResize="1" noEditPoints="1" noAdjustHandles="1" noChangeArrowheads="1" noChangeShapeType="1" noTextEdit="1"/>
              </p:cNvSpPr>
              <p:nvPr/>
            </p:nvSpPr>
            <p:spPr>
              <a:xfrm>
                <a:off x="2456047" y="4142137"/>
                <a:ext cx="4502899" cy="1363065"/>
              </a:xfrm>
              <a:prstGeom prst="rect">
                <a:avLst/>
              </a:prstGeom>
              <a:blipFill>
                <a:blip r:embed="rId16"/>
                <a:stretch>
                  <a:fillRect l="-2247" r="-8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9FE262E-680C-A39C-2169-723B34A87E62}"/>
                  </a:ext>
                </a:extLst>
              </p:cNvPr>
              <p:cNvSpPr txBox="1"/>
              <p:nvPr/>
            </p:nvSpPr>
            <p:spPr>
              <a:xfrm>
                <a:off x="2553787" y="4379976"/>
                <a:ext cx="4254871" cy="75091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0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0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sSubPr>
                            <m:e>
                              <m:r>
                                <a:rPr kumimoji="0" lang="en-GB" sz="20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𝑀𝐴𝑃</m:t>
                              </m:r>
                            </m:sub>
                          </m:sSub>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sSub>
                            <m:sSubPr>
                              <m:ctrlP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0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sub>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𝑀𝐴𝑃</m:t>
                              </m:r>
                            </m:sub>
                          </m:sSub>
                        </m:e>
                        <m:e>
                          <m:sSub>
                            <m:sSubPr>
                              <m:ctrlP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sSup>
                        <m:sSupPr>
                          <m:ctrlPr>
                            <a:rPr kumimoji="0" lang="en-GB" sz="20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sSupPr>
                        <m:e>
                          <m:d>
                            <m:dPr>
                              <m:begChr m:val="["/>
                              <m:endChr m:val="]"/>
                              <m:ctrlPr>
                                <a:rPr kumimoji="0" lang="en-GB" sz="2000" b="0" i="1"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ctrlPr>
                            </m:dPr>
                            <m:e>
                              <m:func>
                                <m:funcPr>
                                  <m:ctrlPr>
                                    <a:rPr kumimoji="0" lang="en-GB" sz="2000" b="0" i="1"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000" b="0" i="0"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t>det</m:t>
                                  </m:r>
                                </m:fName>
                                <m:e>
                                  <m:d>
                                    <m:dPr>
                                      <m:ctrlPr>
                                        <a:rPr kumimoji="0" lang="en-GB" sz="2000" b="0" i="1"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ctrlPr>
                                    </m:dPr>
                                    <m:e>
                                      <m:f>
                                        <m:fPr>
                                          <m:ctrlPr>
                                            <a:rPr kumimoji="0" lang="en-GB" sz="2000" b="0" i="1"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ctrlPr>
                                        </m:fPr>
                                        <m:num>
                                          <m:r>
                                            <a:rPr kumimoji="0" lang="en-GB" sz="2000" b="1" i="0"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t>𝐀</m:t>
                                          </m:r>
                                        </m:num>
                                        <m:den>
                                          <m:r>
                                            <a:rPr kumimoji="0" lang="en-GB" sz="2000" b="0" i="1"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t>2</m:t>
                                          </m:r>
                                          <m:r>
                                            <a:rPr kumimoji="0" lang="en-GB" sz="2000" b="0" i="1"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t>𝜋</m:t>
                                          </m:r>
                                        </m:den>
                                      </m:f>
                                    </m:e>
                                  </m:d>
                                </m:e>
                              </m:func>
                            </m:e>
                          </m:d>
                        </m:e>
                        <m:sup>
                          <m:r>
                            <a:rPr kumimoji="0" lang="en-GB" sz="2000" b="0" i="1" u="none" strike="noStrike" kern="1200" cap="none" spc="0" normalizeH="0" baseline="0" noProof="0">
                              <a:ln>
                                <a:noFill/>
                              </a:ln>
                              <a:solidFill>
                                <a:srgbClr val="A88000"/>
                              </a:solidFill>
                              <a:effectLst/>
                              <a:uLnTx/>
                              <a:uFillTx/>
                              <a:latin typeface="Cambria Math" panose="02040503050406030204" pitchFamily="18" charset="0"/>
                              <a:ea typeface="Cambria Math" panose="02040503050406030204" pitchFamily="18" charset="0"/>
                              <a:cs typeface="+mn-cs"/>
                            </a:rPr>
                            <m:t>−1/2</m:t>
                          </m:r>
                        </m:sup>
                      </m:sSup>
                    </m:oMath>
                  </m:oMathPara>
                </a14:m>
                <a:endParaRPr kumimoji="0" lang="en-GB"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7" name="TextBox 36">
                <a:extLst>
                  <a:ext uri="{FF2B5EF4-FFF2-40B4-BE49-F238E27FC236}">
                    <a16:creationId xmlns:a16="http://schemas.microsoft.com/office/drawing/2014/main" id="{89FE262E-680C-A39C-2169-723B34A87E62}"/>
                  </a:ext>
                </a:extLst>
              </p:cNvPr>
              <p:cNvSpPr txBox="1">
                <a:spLocks noRot="1" noChangeAspect="1" noMove="1" noResize="1" noEditPoints="1" noAdjustHandles="1" noChangeArrowheads="1" noChangeShapeType="1" noTextEdit="1"/>
              </p:cNvSpPr>
              <p:nvPr/>
            </p:nvSpPr>
            <p:spPr>
              <a:xfrm>
                <a:off x="2553787" y="4379976"/>
                <a:ext cx="4254871" cy="750911"/>
              </a:xfrm>
              <a:prstGeom prst="rect">
                <a:avLst/>
              </a:prstGeom>
              <a:blipFill>
                <a:blip r:embed="rId17"/>
                <a:stretch>
                  <a:fillRect r="-15476"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83229A2-141E-0C3B-7AA9-E9C5C34FE936}"/>
                  </a:ext>
                </a:extLst>
              </p:cNvPr>
              <p:cNvSpPr txBox="1"/>
              <p:nvPr/>
            </p:nvSpPr>
            <p:spPr>
              <a:xfrm>
                <a:off x="-40435" y="950799"/>
                <a:ext cx="2388975"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e>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𝐷</m:t>
                          </m:r>
                        </m:e>
                      </m:d>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d>
                        <m:d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ctrlPr>
                        </m:d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mn-ea"/>
                              <a:cs typeface="+mn-cs"/>
                            </a:rPr>
                            <m:t>𝐷</m:t>
                          </m:r>
                        </m:e>
                        <m:e>
                          <m:sSub>
                            <m:sSubPr>
                              <m:ctrlP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e>
                      </m:d>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TextBox 17">
                <a:extLst>
                  <a:ext uri="{FF2B5EF4-FFF2-40B4-BE49-F238E27FC236}">
                    <a16:creationId xmlns:a16="http://schemas.microsoft.com/office/drawing/2014/main" id="{F83229A2-141E-0C3B-7AA9-E9C5C34FE936}"/>
                  </a:ext>
                </a:extLst>
              </p:cNvPr>
              <p:cNvSpPr txBox="1">
                <a:spLocks noRot="1" noChangeAspect="1" noMove="1" noResize="1" noEditPoints="1" noAdjustHandles="1" noChangeArrowheads="1" noChangeShapeType="1" noTextEdit="1"/>
              </p:cNvSpPr>
              <p:nvPr/>
            </p:nvSpPr>
            <p:spPr>
              <a:xfrm>
                <a:off x="-40435" y="950799"/>
                <a:ext cx="2388975" cy="369332"/>
              </a:xfrm>
              <a:prstGeom prst="rect">
                <a:avLst/>
              </a:prstGeom>
              <a:blipFill>
                <a:blip r:embed="rId19"/>
                <a:stretch>
                  <a:fillRect b="-32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03723DD-1449-D8A6-579F-755DC2864B4E}"/>
                  </a:ext>
                </a:extLst>
              </p:cNvPr>
              <p:cNvSpPr txBox="1"/>
              <p:nvPr/>
            </p:nvSpPr>
            <p:spPr>
              <a:xfrm>
                <a:off x="3744193" y="1424798"/>
                <a:ext cx="1911101"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Prior: </a:t>
                </a:r>
                <a14:m>
                  <m:oMath xmlns:m="http://schemas.openxmlformats.org/officeDocument/2006/math">
                    <m:r>
                      <a:rPr kumimoji="0" lang="en-GB" sz="1600" b="1" i="1" u="none" strike="noStrike" kern="1200" cap="none" spc="0" normalizeH="0" baseline="0" noProof="0">
                        <a:ln>
                          <a:noFill/>
                        </a:ln>
                        <a:solidFill>
                          <a:srgbClr val="9D9D9D">
                            <a:lumMod val="75000"/>
                          </a:srgbClr>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 magnitude </a:t>
                </a:r>
              </a:p>
            </p:txBody>
          </p:sp>
        </mc:Choice>
        <mc:Fallback xmlns="">
          <p:sp>
            <p:nvSpPr>
              <p:cNvPr id="15" name="TextBox 14">
                <a:extLst>
                  <a:ext uri="{FF2B5EF4-FFF2-40B4-BE49-F238E27FC236}">
                    <a16:creationId xmlns:a16="http://schemas.microsoft.com/office/drawing/2014/main" id="{203723DD-1449-D8A6-579F-755DC2864B4E}"/>
                  </a:ext>
                </a:extLst>
              </p:cNvPr>
              <p:cNvSpPr txBox="1">
                <a:spLocks noRot="1" noChangeAspect="1" noMove="1" noResize="1" noEditPoints="1" noAdjustHandles="1" noChangeArrowheads="1" noChangeShapeType="1" noTextEdit="1"/>
              </p:cNvSpPr>
              <p:nvPr/>
            </p:nvSpPr>
            <p:spPr>
              <a:xfrm>
                <a:off x="3744193" y="1424798"/>
                <a:ext cx="1911101" cy="338554"/>
              </a:xfrm>
              <a:prstGeom prst="rect">
                <a:avLst/>
              </a:prstGeom>
              <a:blipFill>
                <a:blip r:embed="rId20"/>
                <a:stretch>
                  <a:fillRect l="-1316" t="-7407" r="-658" b="-25926"/>
                </a:stretch>
              </a:blipFill>
            </p:spPr>
            <p:txBody>
              <a:bodyPr/>
              <a:lstStyle/>
              <a:p>
                <a:r>
                  <a:rPr lang="en-GB">
                    <a:noFill/>
                  </a:rPr>
                  <a:t> </a:t>
                </a:r>
              </a:p>
            </p:txBody>
          </p:sp>
        </mc:Fallback>
      </mc:AlternateContent>
      <p:sp>
        <p:nvSpPr>
          <p:cNvPr id="26" name="TextBox 25">
            <a:extLst>
              <a:ext uri="{FF2B5EF4-FFF2-40B4-BE49-F238E27FC236}">
                <a16:creationId xmlns:a16="http://schemas.microsoft.com/office/drawing/2014/main" id="{06ACB56D-E73F-4B01-CD8F-8D3283140A4B}"/>
              </a:ext>
            </a:extLst>
          </p:cNvPr>
          <p:cNvSpPr txBox="1"/>
          <p:nvPr/>
        </p:nvSpPr>
        <p:spPr>
          <a:xfrm>
            <a:off x="4825546" y="2674696"/>
            <a:ext cx="163378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9300"/>
                </a:solidFill>
                <a:effectLst/>
                <a:uLnTx/>
                <a:uFillTx/>
                <a:latin typeface="Arial"/>
                <a:ea typeface="+mn-ea"/>
                <a:cs typeface="+mn-cs"/>
              </a:rPr>
              <a:t>Occam Factor</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00FC96-E1B9-C659-2857-6FB81D9E546E}"/>
                  </a:ext>
                </a:extLst>
              </p:cNvPr>
              <p:cNvSpPr txBox="1"/>
              <p:nvPr/>
            </p:nvSpPr>
            <p:spPr>
              <a:xfrm>
                <a:off x="6087206" y="743987"/>
                <a:ext cx="3374279" cy="760721"/>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r>
                        <a:rPr lang="en-GB" sz="2000" i="1" smtClean="0">
                          <a:solidFill>
                            <a:srgbClr val="A88000"/>
                          </a:solidFill>
                          <a:latin typeface="Cambria Math" panose="02040503050406030204" pitchFamily="18" charset="0"/>
                          <a:ea typeface="Cambria Math" panose="02040503050406030204" pitchFamily="18" charset="0"/>
                        </a:rPr>
                        <m:t>𝐀</m:t>
                      </m:r>
                      <m:r>
                        <a:rPr lang="en-GB" sz="2000" i="1" smtClean="0">
                          <a:solidFill>
                            <a:srgbClr val="A88000"/>
                          </a:solidFill>
                          <a:latin typeface="Cambria Math" panose="02040503050406030204" pitchFamily="18" charset="0"/>
                          <a:ea typeface="Cambria Math" panose="02040503050406030204" pitchFamily="18" charset="0"/>
                        </a:rPr>
                        <m:t>≈</m:t>
                      </m:r>
                      <m:f>
                        <m:fPr>
                          <m:ctrlPr>
                            <a:rPr lang="en-GB" sz="2000" i="1">
                              <a:solidFill>
                                <a:srgbClr val="A88000"/>
                              </a:solidFill>
                              <a:latin typeface="Cambria Math" panose="02040503050406030204" pitchFamily="18" charset="0"/>
                              <a:ea typeface="Cambria Math" panose="02040503050406030204" pitchFamily="18" charset="0"/>
                            </a:rPr>
                          </m:ctrlPr>
                        </m:fPr>
                        <m:num>
                          <m:sSup>
                            <m:sSupPr>
                              <m:ctrlPr>
                                <a:rPr lang="en-GB" sz="2000" i="1">
                                  <a:solidFill>
                                    <a:srgbClr val="A88000"/>
                                  </a:solidFill>
                                  <a:latin typeface="Cambria Math" panose="02040503050406030204" pitchFamily="18" charset="0"/>
                                  <a:ea typeface="Cambria Math" panose="02040503050406030204" pitchFamily="18" charset="0"/>
                                </a:rPr>
                              </m:ctrlPr>
                            </m:sSupPr>
                            <m:e>
                              <m:r>
                                <a:rPr lang="en-GB" sz="2000" b="0" i="1">
                                  <a:solidFill>
                                    <a:srgbClr val="A88000"/>
                                  </a:solidFill>
                                  <a:latin typeface="Cambria Math" panose="02040503050406030204" pitchFamily="18" charset="0"/>
                                  <a:ea typeface="Cambria Math" panose="02040503050406030204" pitchFamily="18" charset="0"/>
                                </a:rPr>
                                <m:t>𝑑</m:t>
                              </m:r>
                            </m:e>
                            <m:sup>
                              <m:r>
                                <a:rPr lang="en-GB" sz="2000" b="0" i="1">
                                  <a:solidFill>
                                    <a:srgbClr val="A88000"/>
                                  </a:solidFill>
                                  <a:latin typeface="Cambria Math" panose="02040503050406030204" pitchFamily="18" charset="0"/>
                                  <a:ea typeface="Cambria Math" panose="02040503050406030204" pitchFamily="18" charset="0"/>
                                </a:rPr>
                                <m:t>2</m:t>
                              </m:r>
                            </m:sup>
                          </m:sSup>
                        </m:num>
                        <m:den>
                          <m:r>
                            <a:rPr lang="en-GB" sz="2000" b="0" i="1">
                              <a:solidFill>
                                <a:srgbClr val="A88000"/>
                              </a:solidFill>
                              <a:latin typeface="Cambria Math" panose="02040503050406030204" pitchFamily="18" charset="0"/>
                              <a:ea typeface="Cambria Math" panose="02040503050406030204" pitchFamily="18" charset="0"/>
                            </a:rPr>
                            <m:t>𝑑</m:t>
                          </m:r>
                          <m:sSup>
                            <m:sSupPr>
                              <m:ctrlPr>
                                <a:rPr lang="en-GB" sz="2000" i="1">
                                  <a:solidFill>
                                    <a:srgbClr val="A88000"/>
                                  </a:solidFill>
                                  <a:latin typeface="Cambria Math" panose="02040503050406030204" pitchFamily="18" charset="0"/>
                                  <a:ea typeface="Cambria Math" panose="02040503050406030204" pitchFamily="18" charset="0"/>
                                </a:rPr>
                              </m:ctrlPr>
                            </m:sSupPr>
                            <m:e>
                              <m:r>
                                <a:rPr lang="en-GB" sz="2000" b="0" i="1">
                                  <a:solidFill>
                                    <a:srgbClr val="A88000"/>
                                  </a:solidFill>
                                  <a:latin typeface="Cambria Math" panose="02040503050406030204" pitchFamily="18" charset="0"/>
                                  <a:ea typeface="Cambria Math" panose="02040503050406030204" pitchFamily="18" charset="0"/>
                                </a:rPr>
                                <m:t>𝜉</m:t>
                              </m:r>
                            </m:e>
                            <m:sup>
                              <m:r>
                                <a:rPr lang="en-GB" sz="2000" b="0" i="1">
                                  <a:solidFill>
                                    <a:srgbClr val="A88000"/>
                                  </a:solidFill>
                                  <a:latin typeface="Cambria Math" panose="02040503050406030204" pitchFamily="18" charset="0"/>
                                  <a:ea typeface="Cambria Math" panose="02040503050406030204" pitchFamily="18" charset="0"/>
                                </a:rPr>
                                <m:t>2</m:t>
                              </m:r>
                            </m:sup>
                          </m:sSup>
                        </m:den>
                      </m:f>
                      <m:d>
                        <m:dPr>
                          <m:ctrlPr>
                            <a:rPr lang="en-GB" sz="2000" i="1">
                              <a:solidFill>
                                <a:srgbClr val="A88000"/>
                              </a:solidFill>
                              <a:latin typeface="Cambria Math" panose="02040503050406030204" pitchFamily="18" charset="0"/>
                              <a:ea typeface="Cambria Math" panose="02040503050406030204" pitchFamily="18" charset="0"/>
                            </a:rPr>
                          </m:ctrlPr>
                        </m:dPr>
                        <m:e>
                          <m:r>
                            <a:rPr lang="en-GB" sz="2000" i="1">
                              <a:solidFill>
                                <a:srgbClr val="A88000"/>
                              </a:solidFill>
                              <a:latin typeface="Cambria Math" panose="02040503050406030204" pitchFamily="18" charset="0"/>
                              <a:ea typeface="Cambria Math" panose="02040503050406030204" pitchFamily="18" charset="0"/>
                            </a:rPr>
                            <m:t>−2</m:t>
                          </m:r>
                          <m:func>
                            <m:funcPr>
                              <m:ctrlPr>
                                <a:rPr lang="en-GB" sz="2000" i="1">
                                  <a:solidFill>
                                    <a:srgbClr val="A88000"/>
                                  </a:solidFill>
                                  <a:latin typeface="Cambria Math" panose="02040503050406030204" pitchFamily="18" charset="0"/>
                                  <a:ea typeface="Cambria Math" panose="02040503050406030204" pitchFamily="18" charset="0"/>
                                </a:rPr>
                              </m:ctrlPr>
                            </m:funcPr>
                            <m:fName>
                              <m:r>
                                <m:rPr>
                                  <m:sty m:val="p"/>
                                </m:rPr>
                                <a:rPr lang="en-GB" sz="2000" i="1">
                                  <a:solidFill>
                                    <a:srgbClr val="A88000"/>
                                  </a:solidFill>
                                  <a:latin typeface="Cambria Math" panose="02040503050406030204" pitchFamily="18" charset="0"/>
                                  <a:ea typeface="Cambria Math" panose="02040503050406030204" pitchFamily="18" charset="0"/>
                                </a:rPr>
                                <m:t>ln</m:t>
                              </m:r>
                            </m:fName>
                            <m:e>
                              <m:r>
                                <a:rPr lang="en-GB" sz="2000" i="1">
                                  <a:solidFill>
                                    <a:srgbClr val="A88000"/>
                                  </a:solidFill>
                                  <a:latin typeface="Cambria Math" panose="02040503050406030204" pitchFamily="18" charset="0"/>
                                  <a:ea typeface="Cambria Math" panose="02040503050406030204" pitchFamily="18" charset="0"/>
                                </a:rPr>
                                <m:t>𝑃</m:t>
                              </m:r>
                              <m:d>
                                <m:dPr>
                                  <m:ctrlPr>
                                    <a:rPr lang="en-GB" sz="2000" i="1">
                                      <a:solidFill>
                                        <a:srgbClr val="A88000"/>
                                      </a:solidFill>
                                      <a:latin typeface="Cambria Math" panose="02040503050406030204" pitchFamily="18" charset="0"/>
                                      <a:ea typeface="Cambria Math" panose="02040503050406030204" pitchFamily="18" charset="0"/>
                                    </a:rPr>
                                  </m:ctrlPr>
                                </m:dPr>
                                <m:e>
                                  <m:r>
                                    <a:rPr lang="en-GB" sz="2000" i="1">
                                      <a:solidFill>
                                        <a:srgbClr val="A88000"/>
                                      </a:solidFill>
                                      <a:latin typeface="Cambria Math" panose="02040503050406030204" pitchFamily="18" charset="0"/>
                                      <a:ea typeface="Cambria Math" panose="02040503050406030204" pitchFamily="18" charset="0"/>
                                    </a:rPr>
                                    <m:t>𝝃</m:t>
                                  </m:r>
                                </m:e>
                                <m:e>
                                  <m:r>
                                    <a:rPr lang="en-GB" sz="2000" i="1">
                                      <a:solidFill>
                                        <a:srgbClr val="A88000"/>
                                      </a:solidFill>
                                      <a:latin typeface="Cambria Math" panose="02040503050406030204" pitchFamily="18" charset="0"/>
                                      <a:ea typeface="Cambria Math" panose="02040503050406030204" pitchFamily="18" charset="0"/>
                                    </a:rPr>
                                    <m:t>𝐷</m:t>
                                  </m:r>
                                </m:e>
                              </m:d>
                            </m:e>
                          </m:func>
                        </m:e>
                      </m:d>
                    </m:oMath>
                  </m:oMathPara>
                </a14:m>
                <a:endParaRPr lang="en-GB" sz="2000" b="1" dirty="0">
                  <a:solidFill>
                    <a:srgbClr val="A88000"/>
                  </a:solidFill>
                  <a:latin typeface="Cambria Math" panose="02040503050406030204" pitchFamily="18" charset="0"/>
                  <a:ea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1E00FC96-E1B9-C659-2857-6FB81D9E546E}"/>
                  </a:ext>
                </a:extLst>
              </p:cNvPr>
              <p:cNvSpPr txBox="1">
                <a:spLocks noRot="1" noChangeAspect="1" noMove="1" noResize="1" noEditPoints="1" noAdjustHandles="1" noChangeArrowheads="1" noChangeShapeType="1" noTextEdit="1"/>
              </p:cNvSpPr>
              <p:nvPr/>
            </p:nvSpPr>
            <p:spPr>
              <a:xfrm>
                <a:off x="6087206" y="743987"/>
                <a:ext cx="3374279" cy="760721"/>
              </a:xfrm>
              <a:prstGeom prst="rect">
                <a:avLst/>
              </a:prstGeom>
              <a:blipFill>
                <a:blip r:embed="rId21"/>
                <a:stretch>
                  <a:fillRect b="-8197"/>
                </a:stretch>
              </a:blipFill>
            </p:spPr>
            <p:txBody>
              <a:bodyPr/>
              <a:lstStyle/>
              <a:p>
                <a:r>
                  <a:rPr lang="en-GB">
                    <a:noFill/>
                  </a:rPr>
                  <a:t> </a:t>
                </a:r>
              </a:p>
            </p:txBody>
          </p:sp>
        </mc:Fallback>
      </mc:AlternateContent>
    </p:spTree>
    <p:extLst>
      <p:ext uri="{BB962C8B-B14F-4D97-AF65-F5344CB8AC3E}">
        <p14:creationId xmlns:p14="http://schemas.microsoft.com/office/powerpoint/2010/main" val="88684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P spid="10" grpId="0"/>
      <p:bldP spid="11" grpId="0" animBg="1"/>
      <p:bldP spid="12" grpId="0"/>
      <p:bldP spid="13" grpId="0" animBg="1"/>
      <p:bldP spid="14" grpId="0"/>
      <p:bldP spid="16" grpId="0" animBg="1"/>
      <p:bldP spid="17" grpId="0" animBg="1"/>
      <p:bldP spid="31" grpId="0"/>
      <p:bldP spid="32" grpId="0"/>
      <p:bldP spid="33" grpId="0"/>
      <p:bldP spid="34" grpId="0"/>
      <p:bldP spid="36" grpId="0"/>
      <p:bldP spid="37" grpId="0"/>
      <p:bldP spid="15" grpId="0"/>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1CEC84-4B99-8354-16E1-86F7AF0DC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2912B-B23B-AD66-C8E3-32B7D2E13C93}"/>
              </a:ext>
            </a:extLst>
          </p:cNvPr>
          <p:cNvSpPr>
            <a:spLocks noGrp="1"/>
          </p:cNvSpPr>
          <p:nvPr>
            <p:ph type="title"/>
          </p:nvPr>
        </p:nvSpPr>
        <p:spPr>
          <a:xfrm>
            <a:off x="147484" y="77690"/>
            <a:ext cx="8884428" cy="687259"/>
          </a:xfrm>
        </p:spPr>
        <p:txBody>
          <a:bodyPr/>
          <a:lstStyle/>
          <a:p>
            <a:r>
              <a:rPr lang="en-GB" dirty="0"/>
              <a:t>Side note: </a:t>
            </a:r>
            <a:br>
              <a:rPr lang="en-GB" dirty="0"/>
            </a:br>
            <a:r>
              <a:rPr lang="en-GB" dirty="0"/>
              <a:t>How does Bayesian Information Criterion (BIC) come about?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E42F5DF-DC9B-B90F-9770-81DD6E251469}"/>
                  </a:ext>
                </a:extLst>
              </p:cNvPr>
              <p:cNvSpPr txBox="1"/>
              <p:nvPr/>
            </p:nvSpPr>
            <p:spPr>
              <a:xfrm>
                <a:off x="1611712" y="1916662"/>
                <a:ext cx="7593617" cy="790281"/>
              </a:xfrm>
              <a:prstGeom prst="rect">
                <a:avLst/>
              </a:prstGeom>
              <a:noFill/>
            </p:spPr>
            <p:txBody>
              <a:bodyPr wrap="non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lang="en-GB" sz="2400" i="1">
                          <a:solidFill>
                            <a:srgbClr val="00B050"/>
                          </a:solidFill>
                          <a:latin typeface="Cambria Math" panose="02040503050406030204" pitchFamily="18" charset="0"/>
                        </a:rPr>
                        <m:t>ln</m:t>
                      </m:r>
                      <m:r>
                        <a:rPr lang="en-GB" sz="2400" b="0" i="1" smtClean="0">
                          <a:solidFill>
                            <a:srgbClr val="00B050"/>
                          </a:solidFill>
                          <a:latin typeface="Cambria Math" panose="02040503050406030204" pitchFamily="18" charset="0"/>
                        </a:rPr>
                        <m:t> </m:t>
                      </m:r>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𝑀𝐴𝑃</m:t>
                              </m:r>
                            </m:sub>
                          </m:s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m:t>
                      </m:r>
                      <m:r>
                        <m:rPr>
                          <m:sty m:val="p"/>
                        </m:rPr>
                        <a:rPr lang="en-GB" sz="2400" i="1">
                          <a:solidFill>
                            <a:srgbClr val="00B050"/>
                          </a:solidFill>
                          <a:latin typeface="Cambria Math" panose="02040503050406030204" pitchFamily="18" charset="0"/>
                        </a:rPr>
                        <m:t>ln</m:t>
                      </m:r>
                      <m:r>
                        <a:rPr lang="en-GB" sz="2400" b="0" i="1" smtClean="0">
                          <a:solidFill>
                            <a:srgbClr val="00B050"/>
                          </a:solidFill>
                          <a:latin typeface="Cambria Math" panose="02040503050406030204" pitchFamily="18" charset="0"/>
                        </a:rPr>
                        <m:t> </m:t>
                      </m:r>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sSub>
                            <m:sSubPr>
                              <m:ctrlP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1"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𝝃</m:t>
                              </m:r>
                            </m:e>
                            <m:sub>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𝑀𝐴𝑃</m:t>
                              </m:r>
                            </m:sub>
                          </m:sSub>
                        </m:e>
                        <m:e>
                          <m:sSub>
                            <m:sSubPr>
                              <m:ctrlP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𝑖</m:t>
                              </m:r>
                            </m:sub>
                          </m:sSub>
                        </m:e>
                      </m:d>
                      <m:r>
                        <a:rPr kumimoji="0" lang="en-GB" sz="2400" b="0" i="1" u="none" strike="noStrike" kern="1200" cap="none" spc="0" normalizeH="0" baseline="0" noProof="0" smtClean="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m:t>
                      </m:r>
                      <m:r>
                        <m:rPr>
                          <m:sty m:val="p"/>
                        </m:rPr>
                        <a:rPr lang="en-GB" sz="2400" i="1">
                          <a:solidFill>
                            <a:srgbClr val="00B050"/>
                          </a:solidFill>
                          <a:latin typeface="Cambria Math" panose="02040503050406030204" pitchFamily="18" charset="0"/>
                        </a:rPr>
                        <m:t>ln</m:t>
                      </m:r>
                      <m:sSup>
                        <m:sSup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sSupPr>
                        <m:e>
                          <m:d>
                            <m:dPr>
                              <m:begChr m:val="["/>
                              <m:endChr m:val="]"/>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unc>
                                <m:func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det</m:t>
                                  </m:r>
                                </m:fName>
                                <m:e>
                                  <m:d>
                                    <m:d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dPr>
                                    <m:e>
                                      <m:f>
                                        <m:fPr>
                                          <m:ctrlP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ctrlPr>
                                        </m:fPr>
                                        <m:num>
                                          <m:r>
                                            <a:rPr kumimoji="0" lang="en-GB" sz="2400" b="1" i="0"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𝐀</m:t>
                                          </m:r>
                                        </m:num>
                                        <m:den>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2</m:t>
                                          </m:r>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𝜋</m:t>
                                          </m:r>
                                        </m:den>
                                      </m:f>
                                    </m:e>
                                  </m:d>
                                </m:e>
                              </m:func>
                            </m:e>
                          </m:d>
                        </m:e>
                        <m:sup>
                          <m:r>
                            <a:rPr kumimoji="0" lang="en-GB" sz="2400" b="0" i="1" u="none" strike="noStrike" kern="1200" cap="none" spc="0" normalizeH="0" baseline="0" noProof="0" smtClean="0">
                              <a:ln>
                                <a:noFill/>
                              </a:ln>
                              <a:solidFill>
                                <a:srgbClr val="A88000"/>
                              </a:solidFill>
                              <a:effectLst/>
                              <a:uLnTx/>
                              <a:uFillTx/>
                              <a:latin typeface="Cambria Math" panose="02040503050406030204" pitchFamily="18" charset="0"/>
                              <a:ea typeface="Cambria Math" panose="02040503050406030204" pitchFamily="18" charset="0"/>
                              <a:cs typeface="+mn-cs"/>
                            </a:rPr>
                            <m:t>−1/2</m:t>
                          </m:r>
                        </m:sup>
                      </m:sSup>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a:extLst>
                  <a:ext uri="{FF2B5EF4-FFF2-40B4-BE49-F238E27FC236}">
                    <a16:creationId xmlns:a16="http://schemas.microsoft.com/office/drawing/2014/main" id="{0E42F5DF-DC9B-B90F-9770-81DD6E251469}"/>
                  </a:ext>
                </a:extLst>
              </p:cNvPr>
              <p:cNvSpPr txBox="1">
                <a:spLocks noRot="1" noChangeAspect="1" noMove="1" noResize="1" noEditPoints="1" noAdjustHandles="1" noChangeArrowheads="1" noChangeShapeType="1" noTextEdit="1"/>
              </p:cNvSpPr>
              <p:nvPr/>
            </p:nvSpPr>
            <p:spPr>
              <a:xfrm>
                <a:off x="1611712" y="1916662"/>
                <a:ext cx="7593617" cy="790281"/>
              </a:xfrm>
              <a:prstGeom prst="rect">
                <a:avLst/>
              </a:prstGeom>
              <a:blipFill>
                <a:blip r:embed="rId3"/>
                <a:stretch>
                  <a:fillRect b="-10938"/>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3A2FA03A-1F8A-73E4-2F4C-6C19B426548A}"/>
              </a:ext>
            </a:extLst>
          </p:cNvPr>
          <p:cNvSpPr txBox="1"/>
          <p:nvPr/>
        </p:nvSpPr>
        <p:spPr>
          <a:xfrm>
            <a:off x="2490113" y="3720547"/>
            <a:ext cx="1872629"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3E74"/>
                </a:solidFill>
                <a:effectLst/>
                <a:uLnTx/>
                <a:uFillTx/>
                <a:latin typeface="Arial"/>
                <a:ea typeface="+mn-ea"/>
                <a:cs typeface="+mn-cs"/>
              </a:rPr>
              <a:t>Likelihood @ MAP</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CC2D353-3B24-FB9F-44FF-DA63160BC37A}"/>
                  </a:ext>
                </a:extLst>
              </p:cNvPr>
              <p:cNvSpPr txBox="1"/>
              <p:nvPr/>
            </p:nvSpPr>
            <p:spPr>
              <a:xfrm>
                <a:off x="6406165" y="3459186"/>
                <a:ext cx="279916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A88000"/>
                    </a:solidFill>
                    <a:effectLst/>
                    <a:uLnTx/>
                    <a:uFillTx/>
                    <a:latin typeface="Arial"/>
                    <a:ea typeface="+mn-ea"/>
                    <a:cs typeface="+mn-cs"/>
                  </a:rPr>
                  <a:t>Uncertainty in </a:t>
                </a:r>
                <a14:m>
                  <m:oMath xmlns:m="http://schemas.openxmlformats.org/officeDocument/2006/math">
                    <m:r>
                      <a:rPr kumimoji="0" lang="en-GB" sz="1600" b="1" i="1" u="none" strike="noStrike" kern="1200" cap="none" spc="0" normalizeH="0" baseline="0" noProof="0" smtClean="0">
                        <a:ln>
                          <a:noFill/>
                        </a:ln>
                        <a:solidFill>
                          <a:srgbClr val="A88000"/>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A88000"/>
                    </a:solidFill>
                    <a:effectLst/>
                    <a:uLnTx/>
                    <a:uFillTx/>
                    <a:latin typeface="Arial"/>
                    <a:ea typeface="+mn-ea"/>
                    <a:cs typeface="+mn-cs"/>
                  </a:rPr>
                  <a:t> around MAP</a:t>
                </a:r>
              </a:p>
            </p:txBody>
          </p:sp>
        </mc:Choice>
        <mc:Fallback xmlns="">
          <p:sp>
            <p:nvSpPr>
              <p:cNvPr id="14" name="TextBox 13">
                <a:extLst>
                  <a:ext uri="{FF2B5EF4-FFF2-40B4-BE49-F238E27FC236}">
                    <a16:creationId xmlns:a16="http://schemas.microsoft.com/office/drawing/2014/main" id="{ECC2D353-3B24-FB9F-44FF-DA63160BC37A}"/>
                  </a:ext>
                </a:extLst>
              </p:cNvPr>
              <p:cNvSpPr txBox="1">
                <a:spLocks noRot="1" noChangeAspect="1" noMove="1" noResize="1" noEditPoints="1" noAdjustHandles="1" noChangeArrowheads="1" noChangeShapeType="1" noTextEdit="1"/>
              </p:cNvSpPr>
              <p:nvPr/>
            </p:nvSpPr>
            <p:spPr>
              <a:xfrm>
                <a:off x="6406165" y="3459186"/>
                <a:ext cx="2799164" cy="338554"/>
              </a:xfrm>
              <a:prstGeom prst="rect">
                <a:avLst/>
              </a:prstGeom>
              <a:blipFill>
                <a:blip r:embed="rId4"/>
                <a:stretch>
                  <a:fillRect l="-905" t="-3571" r="-452" b="-21429"/>
                </a:stretch>
              </a:blipFill>
            </p:spPr>
            <p:txBody>
              <a:bodyPr/>
              <a:lstStyle/>
              <a:p>
                <a:r>
                  <a:rPr lang="en-GB">
                    <a:noFill/>
                  </a:rPr>
                  <a:t> </a:t>
                </a:r>
              </a:p>
            </p:txBody>
          </p:sp>
        </mc:Fallback>
      </mc:AlternateContent>
      <p:sp>
        <p:nvSpPr>
          <p:cNvPr id="19" name="Rectangle 18">
            <a:extLst>
              <a:ext uri="{FF2B5EF4-FFF2-40B4-BE49-F238E27FC236}">
                <a16:creationId xmlns:a16="http://schemas.microsoft.com/office/drawing/2014/main" id="{1F749B7D-F1CC-971A-2EC9-80AABD081E16}"/>
              </a:ext>
            </a:extLst>
          </p:cNvPr>
          <p:cNvSpPr/>
          <p:nvPr/>
        </p:nvSpPr>
        <p:spPr>
          <a:xfrm>
            <a:off x="116314" y="3762576"/>
            <a:ext cx="2235181" cy="127363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7A68E08-D064-3CD7-4DB8-30C86AC91FAD}"/>
                  </a:ext>
                </a:extLst>
              </p:cNvPr>
              <p:cNvSpPr txBox="1"/>
              <p:nvPr/>
            </p:nvSpPr>
            <p:spPr>
              <a:xfrm>
                <a:off x="-138259" y="3762576"/>
                <a:ext cx="1647046"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acc>
                        <m:accPr>
                          <m:chr m:val="̇"/>
                          <m:ctrlP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accPr>
                        <m:e>
                          <m:r>
                            <a:rPr kumimoji="0" lang="en-GB"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𝒙</m:t>
                          </m:r>
                        </m:e>
                      </m:acc>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a:extLst>
                  <a:ext uri="{FF2B5EF4-FFF2-40B4-BE49-F238E27FC236}">
                    <a16:creationId xmlns:a16="http://schemas.microsoft.com/office/drawing/2014/main" id="{6E0BDA1A-FA2A-F342-028C-2C6819F99564}"/>
                  </a:ext>
                </a:extLst>
              </p:cNvPr>
              <p:cNvSpPr txBox="1">
                <a:spLocks noRot="1" noChangeAspect="1" noMove="1" noResize="1" noEditPoints="1" noAdjustHandles="1" noChangeArrowheads="1" noChangeShapeType="1" noTextEdit="1"/>
              </p:cNvSpPr>
              <p:nvPr/>
            </p:nvSpPr>
            <p:spPr>
              <a:xfrm>
                <a:off x="-138259" y="3762576"/>
                <a:ext cx="1647046" cy="369332"/>
              </a:xfrm>
              <a:prstGeom prst="rect">
                <a:avLst/>
              </a:prstGeom>
              <a:blipFill>
                <a:blip r:embed="rId8"/>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BA84CF-0CE3-B7A9-A03F-E506C052F1CD}"/>
                  </a:ext>
                </a:extLst>
              </p:cNvPr>
              <p:cNvSpPr txBox="1"/>
              <p:nvPr/>
            </p:nvSpPr>
            <p:spPr>
              <a:xfrm>
                <a:off x="-57150" y="4078323"/>
                <a:ext cx="74241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1" name="TextBox 20">
                <a:extLst>
                  <a:ext uri="{FF2B5EF4-FFF2-40B4-BE49-F238E27FC236}">
                    <a16:creationId xmlns:a16="http://schemas.microsoft.com/office/drawing/2014/main" id="{FB3DB105-6DE4-F32F-4266-B5EB22A5726A}"/>
                  </a:ext>
                </a:extLst>
              </p:cNvPr>
              <p:cNvSpPr txBox="1">
                <a:spLocks noRot="1" noChangeAspect="1" noMove="1" noResize="1" noEditPoints="1" noAdjustHandles="1" noChangeArrowheads="1" noChangeShapeType="1" noTextEdit="1"/>
              </p:cNvSpPr>
              <p:nvPr/>
            </p:nvSpPr>
            <p:spPr>
              <a:xfrm>
                <a:off x="-57150" y="4078323"/>
                <a:ext cx="742414" cy="369332"/>
              </a:xfrm>
              <a:prstGeom prst="rect">
                <a:avLst/>
              </a:prstGeom>
              <a:blipFill>
                <a:blip r:embed="rId9"/>
                <a:stretch>
                  <a:fillRect b="-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B6E6090-D321-5FD7-F6FF-C7168ADF7AFD}"/>
                  </a:ext>
                </a:extLst>
              </p:cNvPr>
              <p:cNvSpPr txBox="1"/>
              <p:nvPr/>
            </p:nvSpPr>
            <p:spPr>
              <a:xfrm>
                <a:off x="11762" y="4398339"/>
                <a:ext cx="55082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m:oMathPara>
                </a14:m>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a:extLst>
                  <a:ext uri="{FF2B5EF4-FFF2-40B4-BE49-F238E27FC236}">
                    <a16:creationId xmlns:a16="http://schemas.microsoft.com/office/drawing/2014/main" id="{FA61DFE6-1BD2-80DD-F903-E9F83F4B5AF0}"/>
                  </a:ext>
                </a:extLst>
              </p:cNvPr>
              <p:cNvSpPr txBox="1">
                <a:spLocks noRot="1" noChangeAspect="1" noMove="1" noResize="1" noEditPoints="1" noAdjustHandles="1" noChangeArrowheads="1" noChangeShapeType="1" noTextEdit="1"/>
              </p:cNvSpPr>
              <p:nvPr/>
            </p:nvSpPr>
            <p:spPr>
              <a:xfrm>
                <a:off x="11762" y="4398339"/>
                <a:ext cx="550824" cy="369332"/>
              </a:xfrm>
              <a:prstGeom prst="rect">
                <a:avLst/>
              </a:prstGeom>
              <a:blipFill>
                <a:blip r:embed="rId10"/>
                <a:stretch>
                  <a:fillRect b="-16667"/>
                </a:stretch>
              </a:blipFill>
            </p:spPr>
            <p:txBody>
              <a:bodyPr/>
              <a:lstStyle/>
              <a:p>
                <a:r>
                  <a:rPr lang="en-GB">
                    <a:noFill/>
                  </a:rPr>
                  <a:t> </a:t>
                </a:r>
              </a:p>
            </p:txBody>
          </p:sp>
        </mc:Fallback>
      </mc:AlternateContent>
      <p:sp>
        <p:nvSpPr>
          <p:cNvPr id="23" name="TextBox 22">
            <a:extLst>
              <a:ext uri="{FF2B5EF4-FFF2-40B4-BE49-F238E27FC236}">
                <a16:creationId xmlns:a16="http://schemas.microsoft.com/office/drawing/2014/main" id="{9B25626F-690B-6C15-80B2-B0DD736EA71C}"/>
              </a:ext>
            </a:extLst>
          </p:cNvPr>
          <p:cNvSpPr txBox="1"/>
          <p:nvPr/>
        </p:nvSpPr>
        <p:spPr>
          <a:xfrm>
            <a:off x="1192675" y="3787283"/>
            <a:ext cx="56297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24" name="TextBox 23">
            <a:extLst>
              <a:ext uri="{FF2B5EF4-FFF2-40B4-BE49-F238E27FC236}">
                <a16:creationId xmlns:a16="http://schemas.microsoft.com/office/drawing/2014/main" id="{F3F5ABA6-92C5-C8C8-CBAB-B99A800F7855}"/>
              </a:ext>
            </a:extLst>
          </p:cNvPr>
          <p:cNvSpPr txBox="1"/>
          <p:nvPr/>
        </p:nvSpPr>
        <p:spPr>
          <a:xfrm>
            <a:off x="459249" y="4142137"/>
            <a:ext cx="67197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25" name="TextBox 24">
            <a:extLst>
              <a:ext uri="{FF2B5EF4-FFF2-40B4-BE49-F238E27FC236}">
                <a16:creationId xmlns:a16="http://schemas.microsoft.com/office/drawing/2014/main" id="{ABED0160-F579-1104-0633-3CCAB7C2C0C6}"/>
              </a:ext>
            </a:extLst>
          </p:cNvPr>
          <p:cNvSpPr txBox="1"/>
          <p:nvPr/>
        </p:nvSpPr>
        <p:spPr>
          <a:xfrm>
            <a:off x="378803" y="4447655"/>
            <a:ext cx="162576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Fitting parameters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A64D927-ECA1-8507-A120-306A36A9947B}"/>
                  </a:ext>
                </a:extLst>
              </p:cNvPr>
              <p:cNvSpPr txBox="1"/>
              <p:nvPr/>
            </p:nvSpPr>
            <p:spPr>
              <a:xfrm>
                <a:off x="111770" y="4724865"/>
                <a:ext cx="334903"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600" b="1"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𝐀</m:t>
                      </m:r>
                    </m:oMath>
                  </m:oMathPara>
                </a14:m>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7" name="TextBox 26">
                <a:extLst>
                  <a:ext uri="{FF2B5EF4-FFF2-40B4-BE49-F238E27FC236}">
                    <a16:creationId xmlns:a16="http://schemas.microsoft.com/office/drawing/2014/main" id="{D02762E0-DE18-9ACE-159A-705254901A8D}"/>
                  </a:ext>
                </a:extLst>
              </p:cNvPr>
              <p:cNvSpPr txBox="1">
                <a:spLocks noRot="1" noChangeAspect="1" noMove="1" noResize="1" noEditPoints="1" noAdjustHandles="1" noChangeArrowheads="1" noChangeShapeType="1" noTextEdit="1"/>
              </p:cNvSpPr>
              <p:nvPr/>
            </p:nvSpPr>
            <p:spPr>
              <a:xfrm>
                <a:off x="111770" y="4724865"/>
                <a:ext cx="334903" cy="338554"/>
              </a:xfrm>
              <a:prstGeom prst="rect">
                <a:avLst/>
              </a:prstGeom>
              <a:blipFill>
                <a:blip r:embed="rId11"/>
                <a:stretch>
                  <a:fillRect/>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AB3CE028-C309-8954-299D-47B534EE6FD6}"/>
              </a:ext>
            </a:extLst>
          </p:cNvPr>
          <p:cNvSpPr txBox="1"/>
          <p:nvPr/>
        </p:nvSpPr>
        <p:spPr>
          <a:xfrm>
            <a:off x="381373" y="4732955"/>
            <a:ext cx="259865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3E74"/>
                </a:solidFill>
                <a:effectLst/>
                <a:uLnTx/>
                <a:uFillTx/>
                <a:latin typeface="Arial"/>
                <a:ea typeface="+mn-ea"/>
                <a:cs typeface="+mn-cs"/>
              </a:rPr>
              <a:t>Parameter Covariance </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51FAE46-D004-42C3-A5D7-BA7F7C923C09}"/>
                  </a:ext>
                </a:extLst>
              </p:cNvPr>
              <p:cNvSpPr txBox="1"/>
              <p:nvPr/>
            </p:nvSpPr>
            <p:spPr>
              <a:xfrm>
                <a:off x="10531" y="2161478"/>
                <a:ext cx="1549222"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GB" sz="2400" b="0" i="1" u="none" strike="noStrike" kern="1200" cap="none" spc="0" normalizeH="0" baseline="0" noProof="0" smtClean="0">
                          <a:ln>
                            <a:noFill/>
                          </a:ln>
                          <a:solidFill>
                            <a:srgbClr val="00B050"/>
                          </a:solidFill>
                          <a:effectLst/>
                          <a:uLnTx/>
                          <a:uFillTx/>
                          <a:latin typeface="Cambria Math" panose="02040503050406030204" pitchFamily="18" charset="0"/>
                          <a:cs typeface="+mn-cs"/>
                        </a:rPr>
                        <m:t>ln</m:t>
                      </m:r>
                      <m:r>
                        <a:rPr kumimoji="0" lang="en-GB" sz="2400" b="0" i="1" u="none" strike="noStrike" kern="1200" cap="none" spc="0" normalizeH="0" baseline="0" noProof="0" smtClean="0">
                          <a:ln>
                            <a:noFill/>
                          </a:ln>
                          <a:solidFill>
                            <a:srgbClr val="00B050"/>
                          </a:solidFill>
                          <a:effectLst/>
                          <a:uLnTx/>
                          <a:uFillTx/>
                          <a:latin typeface="Cambria Math" panose="02040503050406030204" pitchFamily="18" charset="0"/>
                          <a:cs typeface="+mn-cs"/>
                        </a:rPr>
                        <m:t> </m:t>
                      </m:r>
                      <m:r>
                        <a:rPr kumimoji="0" lang="en-GB" sz="2400" b="0" i="1" u="none" strike="noStrike" kern="1200" cap="none" spc="0" normalizeH="0" baseline="0" noProof="0" smtClean="0">
                          <a:ln>
                            <a:noFill/>
                          </a:ln>
                          <a:solidFill>
                            <a:srgbClr val="00B050"/>
                          </a:solidFill>
                          <a:effectLst/>
                          <a:uLnTx/>
                          <a:uFillTx/>
                          <a:latin typeface="Cambria Math" panose="02040503050406030204" pitchFamily="18" charset="0"/>
                          <a:cs typeface="+mn-cs"/>
                        </a:rPr>
                        <m:t>𝑃</m:t>
                      </m:r>
                      <m:d>
                        <m:dPr>
                          <m:ctrlPr>
                            <a:rPr kumimoji="0" lang="en-GB" sz="2400" b="0" i="1" u="none" strike="noStrike" kern="1200" cap="none" spc="0" normalizeH="0" baseline="0" noProof="0">
                              <a:ln>
                                <a:noFill/>
                              </a:ln>
                              <a:solidFill>
                                <a:srgbClr val="00B050"/>
                              </a:solidFill>
                              <a:effectLst/>
                              <a:uLnTx/>
                              <a:uFillTx/>
                              <a:latin typeface="Cambria Math" panose="02040503050406030204" pitchFamily="18" charset="0"/>
                              <a:cs typeface="+mn-cs"/>
                            </a:rPr>
                          </m:ctrlPr>
                        </m:dPr>
                        <m:e>
                          <m:r>
                            <a:rPr kumimoji="0" lang="en-GB" sz="2400" b="0" i="1" u="none" strike="noStrike" kern="1200" cap="none" spc="0" normalizeH="0" baseline="0" noProof="0">
                              <a:ln>
                                <a:noFill/>
                              </a:ln>
                              <a:solidFill>
                                <a:srgbClr val="00B050"/>
                              </a:solidFill>
                              <a:effectLst/>
                              <a:uLnTx/>
                              <a:uFillTx/>
                              <a:latin typeface="Cambria Math" panose="02040503050406030204" pitchFamily="18" charset="0"/>
                              <a:cs typeface="+mn-cs"/>
                            </a:rPr>
                            <m:t>𝐷</m:t>
                          </m:r>
                        </m:e>
                        <m:e>
                          <m:sSub>
                            <m:sSubPr>
                              <m:ctrlPr>
                                <a:rPr kumimoji="0" lang="en-GB" sz="24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e>
                      </m:d>
                    </m:oMath>
                  </m:oMathPara>
                </a14:m>
                <a:endParaRPr kumimoji="0" lang="en-GB" sz="2400" b="0" i="0" u="none" strike="noStrike" kern="1200" cap="none" spc="0" normalizeH="0" baseline="0" noProof="0" dirty="0">
                  <a:ln>
                    <a:noFill/>
                  </a:ln>
                  <a:solidFill>
                    <a:srgbClr val="000000"/>
                  </a:solidFill>
                  <a:effectLst/>
                  <a:uLnTx/>
                  <a:uFillTx/>
                  <a:latin typeface="Arial"/>
                  <a:cs typeface="+mn-cs"/>
                </a:endParaRPr>
              </a:p>
            </p:txBody>
          </p:sp>
        </mc:Choice>
        <mc:Fallback xmlns="">
          <p:sp>
            <p:nvSpPr>
              <p:cNvPr id="18" name="TextBox 17">
                <a:extLst>
                  <a:ext uri="{FF2B5EF4-FFF2-40B4-BE49-F238E27FC236}">
                    <a16:creationId xmlns:a16="http://schemas.microsoft.com/office/drawing/2014/main" id="{551FAE46-D004-42C3-A5D7-BA7F7C923C09}"/>
                  </a:ext>
                </a:extLst>
              </p:cNvPr>
              <p:cNvSpPr txBox="1">
                <a:spLocks noRot="1" noChangeAspect="1" noMove="1" noResize="1" noEditPoints="1" noAdjustHandles="1" noChangeArrowheads="1" noChangeShapeType="1" noTextEdit="1"/>
              </p:cNvSpPr>
              <p:nvPr/>
            </p:nvSpPr>
            <p:spPr>
              <a:xfrm>
                <a:off x="10531" y="2161478"/>
                <a:ext cx="1549222" cy="461665"/>
              </a:xfrm>
              <a:prstGeom prst="rect">
                <a:avLst/>
              </a:prstGeom>
              <a:blipFill>
                <a:blip r:embed="rId12"/>
                <a:stretch>
                  <a:fillRect l="-813" r="-813" b="-216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D5FC3DD-C99E-32B6-D31B-0918C212C8DD}"/>
                  </a:ext>
                </a:extLst>
              </p:cNvPr>
              <p:cNvSpPr txBox="1"/>
              <p:nvPr/>
            </p:nvSpPr>
            <p:spPr>
              <a:xfrm>
                <a:off x="4592682" y="3459186"/>
                <a:ext cx="1834156" cy="338554"/>
              </a:xfrm>
              <a:prstGeom prst="rect">
                <a:avLst/>
              </a:prstGeom>
              <a:noFill/>
            </p:spPr>
            <p:txBody>
              <a:bodyPr wrap="none" rtlCol="0">
                <a:spAutoFit/>
              </a:bodyPr>
              <a:lstStyle/>
              <a:p>
                <a:pPr lvl="0">
                  <a:defRPr/>
                </a:pP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Prior</a:t>
                </a:r>
                <a:r>
                  <a:rPr kumimoji="0" lang="en-GB" sz="1600" b="0" i="0" u="none" strike="noStrike" kern="1200" cap="none" spc="0" normalizeH="0" noProof="0" dirty="0">
                    <a:ln>
                      <a:noFill/>
                    </a:ln>
                    <a:solidFill>
                      <a:srgbClr val="9D9D9D">
                        <a:lumMod val="75000"/>
                      </a:srgbClr>
                    </a:solidFill>
                    <a:effectLst/>
                    <a:uLnTx/>
                    <a:uFillTx/>
                    <a:latin typeface="Arial"/>
                    <a:ea typeface="+mn-ea"/>
                    <a:cs typeface="+mn-cs"/>
                  </a:rPr>
                  <a:t> on</a:t>
                </a:r>
                <a:r>
                  <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rPr>
                  <a:t> </a:t>
                </a:r>
                <a14:m>
                  <m:oMath xmlns:m="http://schemas.openxmlformats.org/officeDocument/2006/math">
                    <m:r>
                      <a:rPr kumimoji="0" lang="en-GB" sz="1600" b="1" i="1" u="none" strike="noStrike" kern="1200" cap="none" spc="0" normalizeH="0" baseline="0" noProof="0" smtClean="0">
                        <a:ln>
                          <a:noFill/>
                        </a:ln>
                        <a:solidFill>
                          <a:srgbClr val="7F7F7F"/>
                        </a:solidFill>
                        <a:effectLst/>
                        <a:uLnTx/>
                        <a:uFillTx/>
                        <a:latin typeface="Cambria Math" panose="02040503050406030204" pitchFamily="18" charset="0"/>
                        <a:ea typeface="+mn-ea"/>
                        <a:cs typeface="+mn-cs"/>
                      </a:rPr>
                      <m:t>𝝃</m:t>
                    </m:r>
                  </m:oMath>
                </a14:m>
                <a:r>
                  <a:rPr kumimoji="0" lang="en-GB" sz="1600" b="0" i="0" u="none" strike="noStrike" kern="1200" cap="none" spc="0" normalizeH="0" baseline="0" noProof="0" dirty="0">
                    <a:ln>
                      <a:noFill/>
                    </a:ln>
                    <a:solidFill>
                      <a:srgbClr val="7F7F7F"/>
                    </a:solidFill>
                    <a:effectLst/>
                    <a:uLnTx/>
                    <a:uFillTx/>
                    <a:latin typeface="Arial"/>
                    <a:ea typeface="+mn-ea"/>
                    <a:cs typeface="+mn-cs"/>
                  </a:rPr>
                  <a:t> </a:t>
                </a:r>
                <a:r>
                  <a:rPr lang="en-GB" sz="1600" dirty="0">
                    <a:solidFill>
                      <a:srgbClr val="7F7F7F"/>
                    </a:solidFill>
                  </a:rPr>
                  <a:t>@ MAP</a:t>
                </a:r>
                <a:endParaRPr kumimoji="0" lang="en-GB" sz="1600" b="0" i="0" u="none" strike="noStrike" kern="1200" cap="none" spc="0" normalizeH="0" baseline="0" noProof="0" dirty="0">
                  <a:ln>
                    <a:noFill/>
                  </a:ln>
                  <a:solidFill>
                    <a:srgbClr val="9D9D9D">
                      <a:lumMod val="75000"/>
                    </a:srgbClr>
                  </a:solidFill>
                  <a:effectLst/>
                  <a:uLnTx/>
                  <a:uFillTx/>
                  <a:latin typeface="Arial"/>
                  <a:ea typeface="+mn-ea"/>
                  <a:cs typeface="+mn-cs"/>
                </a:endParaRPr>
              </a:p>
            </p:txBody>
          </p:sp>
        </mc:Choice>
        <mc:Fallback xmlns="">
          <p:sp>
            <p:nvSpPr>
              <p:cNvPr id="15" name="TextBox 14">
                <a:extLst>
                  <a:ext uri="{FF2B5EF4-FFF2-40B4-BE49-F238E27FC236}">
                    <a16:creationId xmlns:a16="http://schemas.microsoft.com/office/drawing/2014/main" id="{4D5FC3DD-C99E-32B6-D31B-0918C212C8DD}"/>
                  </a:ext>
                </a:extLst>
              </p:cNvPr>
              <p:cNvSpPr txBox="1">
                <a:spLocks noRot="1" noChangeAspect="1" noMove="1" noResize="1" noEditPoints="1" noAdjustHandles="1" noChangeArrowheads="1" noChangeShapeType="1" noTextEdit="1"/>
              </p:cNvSpPr>
              <p:nvPr/>
            </p:nvSpPr>
            <p:spPr>
              <a:xfrm>
                <a:off x="4592682" y="3459186"/>
                <a:ext cx="1834156" cy="338554"/>
              </a:xfrm>
              <a:prstGeom prst="rect">
                <a:avLst/>
              </a:prstGeom>
              <a:blipFill>
                <a:blip r:embed="rId13"/>
                <a:stretch>
                  <a:fillRect l="-1379" t="-3571" r="-1379" b="-21429"/>
                </a:stretch>
              </a:blipFill>
            </p:spPr>
            <p:txBody>
              <a:bodyPr/>
              <a:lstStyle/>
              <a:p>
                <a:r>
                  <a:rPr lang="en-GB">
                    <a:noFill/>
                  </a:rPr>
                  <a:t> </a:t>
                </a:r>
              </a:p>
            </p:txBody>
          </p:sp>
        </mc:Fallback>
      </mc:AlternateContent>
      <p:sp>
        <p:nvSpPr>
          <p:cNvPr id="10" name="Right Brace 9">
            <a:extLst>
              <a:ext uri="{FF2B5EF4-FFF2-40B4-BE49-F238E27FC236}">
                <a16:creationId xmlns:a16="http://schemas.microsoft.com/office/drawing/2014/main" id="{6A701C72-46A2-2EFF-2642-B9A1DE4140A0}"/>
              </a:ext>
            </a:extLst>
          </p:cNvPr>
          <p:cNvSpPr/>
          <p:nvPr/>
        </p:nvSpPr>
        <p:spPr>
          <a:xfrm rot="5400000">
            <a:off x="6749465" y="1611293"/>
            <a:ext cx="260805" cy="4477918"/>
          </a:xfrm>
          <a:prstGeom prst="rightBrace">
            <a:avLst>
              <a:gd name="adj1" fmla="val 19477"/>
              <a:gd name="adj2" fmla="val 50000"/>
            </a:avLst>
          </a:prstGeom>
          <a:ln>
            <a:solidFill>
              <a:srgbClr val="FF93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TextBox 15">
            <a:extLst>
              <a:ext uri="{FF2B5EF4-FFF2-40B4-BE49-F238E27FC236}">
                <a16:creationId xmlns:a16="http://schemas.microsoft.com/office/drawing/2014/main" id="{5ED9A8B8-560C-50A5-0EF8-B545672975FE}"/>
              </a:ext>
            </a:extLst>
          </p:cNvPr>
          <p:cNvSpPr txBox="1"/>
          <p:nvPr/>
        </p:nvSpPr>
        <p:spPr>
          <a:xfrm>
            <a:off x="6064076" y="3952953"/>
            <a:ext cx="164926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9300"/>
                </a:solidFill>
                <a:effectLst/>
                <a:uLnTx/>
                <a:uFillTx/>
                <a:latin typeface="Arial"/>
                <a:ea typeface="+mn-ea"/>
                <a:cs typeface="+mn-cs"/>
              </a:rPr>
              <a:t>Occam Factor</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084BCF3-D186-5BB9-C0EC-73011F09FE3B}"/>
                  </a:ext>
                </a:extLst>
              </p:cNvPr>
              <p:cNvSpPr txBox="1"/>
              <p:nvPr/>
            </p:nvSpPr>
            <p:spPr>
              <a:xfrm>
                <a:off x="390781" y="925713"/>
                <a:ext cx="611193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3200" b="0" i="1" smtClean="0">
                          <a:latin typeface="Cambria Math" panose="02040503050406030204" pitchFamily="18" charset="0"/>
                        </a:rPr>
                        <m:t>𝐵𝐼𝐶</m:t>
                      </m:r>
                      <m:r>
                        <a:rPr lang="en-GB" sz="3200" b="0" i="1" smtClean="0">
                          <a:latin typeface="Cambria Math" panose="02040503050406030204" pitchFamily="18" charset="0"/>
                        </a:rPr>
                        <m:t>=</m:t>
                      </m:r>
                      <m:r>
                        <a:rPr lang="en-GB" sz="3200" b="0" i="1" smtClean="0">
                          <a:latin typeface="Cambria Math" panose="02040503050406030204" pitchFamily="18" charset="0"/>
                        </a:rPr>
                        <m:t>𝑘</m:t>
                      </m:r>
                      <m:func>
                        <m:funcPr>
                          <m:ctrlPr>
                            <a:rPr lang="en-GB" sz="3200" b="0" i="1" smtClean="0">
                              <a:latin typeface="Cambria Math" panose="02040503050406030204" pitchFamily="18" charset="0"/>
                            </a:rPr>
                          </m:ctrlPr>
                        </m:funcPr>
                        <m:fName>
                          <m:r>
                            <m:rPr>
                              <m:sty m:val="p"/>
                            </m:rPr>
                            <a:rPr lang="en-GB" sz="3200" b="0" i="0" smtClean="0">
                              <a:latin typeface="Cambria Math" panose="02040503050406030204" pitchFamily="18" charset="0"/>
                            </a:rPr>
                            <m:t>ln</m:t>
                          </m:r>
                        </m:fName>
                        <m:e>
                          <m:r>
                            <a:rPr lang="en-GB" sz="3200" b="0" i="1" smtClean="0">
                              <a:latin typeface="Cambria Math" panose="02040503050406030204" pitchFamily="18" charset="0"/>
                            </a:rPr>
                            <m:t>𝑛</m:t>
                          </m:r>
                        </m:e>
                      </m:func>
                      <m:r>
                        <a:rPr lang="en-GB" sz="3200" b="0" i="1" smtClean="0">
                          <a:latin typeface="Cambria Math" panose="02040503050406030204" pitchFamily="18" charset="0"/>
                        </a:rPr>
                        <m:t>−2</m:t>
                      </m:r>
                      <m:func>
                        <m:funcPr>
                          <m:ctrlPr>
                            <a:rPr lang="en-GB" sz="3200" b="0" i="1" smtClean="0">
                              <a:latin typeface="Cambria Math" panose="02040503050406030204" pitchFamily="18" charset="0"/>
                            </a:rPr>
                          </m:ctrlPr>
                        </m:funcPr>
                        <m:fName>
                          <m:r>
                            <m:rPr>
                              <m:sty m:val="p"/>
                            </m:rPr>
                            <a:rPr lang="en-GB" sz="3200" b="0" i="0" smtClean="0">
                              <a:latin typeface="Cambria Math" panose="02040503050406030204" pitchFamily="18" charset="0"/>
                            </a:rPr>
                            <m:t>ln</m:t>
                          </m:r>
                        </m:fName>
                        <m:e>
                          <m:r>
                            <a:rPr lang="en-GB" sz="3200" i="1">
                              <a:solidFill>
                                <a:schemeClr val="accent1"/>
                              </a:solidFill>
                              <a:latin typeface="Cambria Math" panose="02040503050406030204" pitchFamily="18" charset="0"/>
                            </a:rPr>
                            <m:t>𝑃</m:t>
                          </m:r>
                          <m:d>
                            <m:dPr>
                              <m:ctrlPr>
                                <a:rPr lang="en-GB" sz="3200" i="1">
                                  <a:solidFill>
                                    <a:schemeClr val="accent1"/>
                                  </a:solidFill>
                                  <a:latin typeface="Cambria Math" panose="02040503050406030204" pitchFamily="18" charset="0"/>
                                </a:rPr>
                              </m:ctrlPr>
                            </m:dPr>
                            <m:e>
                              <m:r>
                                <a:rPr lang="en-GB" sz="3200" i="1">
                                  <a:solidFill>
                                    <a:schemeClr val="accent1"/>
                                  </a:solidFill>
                                  <a:latin typeface="Cambria Math" panose="02040503050406030204" pitchFamily="18" charset="0"/>
                                </a:rPr>
                                <m:t>𝐷</m:t>
                              </m:r>
                            </m:e>
                            <m:e>
                              <m:sSub>
                                <m:sSubPr>
                                  <m:ctrlPr>
                                    <a:rPr lang="en-GB" sz="3200" b="1" i="1">
                                      <a:solidFill>
                                        <a:schemeClr val="accent1"/>
                                      </a:solidFill>
                                      <a:latin typeface="Cambria Math" panose="02040503050406030204" pitchFamily="18" charset="0"/>
                                    </a:rPr>
                                  </m:ctrlPr>
                                </m:sSubPr>
                                <m:e>
                                  <m:r>
                                    <a:rPr lang="en-GB" sz="3200" b="1" i="1">
                                      <a:solidFill>
                                        <a:schemeClr val="accent1"/>
                                      </a:solidFill>
                                      <a:latin typeface="Cambria Math" panose="02040503050406030204" pitchFamily="18" charset="0"/>
                                    </a:rPr>
                                    <m:t>𝝃</m:t>
                                  </m:r>
                                </m:e>
                                <m:sub>
                                  <m:r>
                                    <a:rPr lang="en-GB" sz="3200" i="1">
                                      <a:solidFill>
                                        <a:schemeClr val="accent1"/>
                                      </a:solidFill>
                                      <a:latin typeface="Cambria Math" panose="02040503050406030204" pitchFamily="18" charset="0"/>
                                    </a:rPr>
                                    <m:t>𝑀𝐴𝑃</m:t>
                                  </m:r>
                                </m:sub>
                              </m:sSub>
                              <m:r>
                                <a:rPr lang="en-GB" sz="3200" i="1">
                                  <a:solidFill>
                                    <a:schemeClr val="accent1"/>
                                  </a:solidFill>
                                  <a:latin typeface="Cambria Math" panose="02040503050406030204" pitchFamily="18" charset="0"/>
                                </a:rPr>
                                <m:t>,</m:t>
                              </m:r>
                              <m:sSub>
                                <m:sSubPr>
                                  <m:ctrlPr>
                                    <a:rPr lang="en-GB" sz="3200" i="1">
                                      <a:solidFill>
                                        <a:schemeClr val="accent1"/>
                                      </a:solidFill>
                                      <a:latin typeface="Cambria Math" panose="02040503050406030204" pitchFamily="18" charset="0"/>
                                      <a:ea typeface="Cambria Math" panose="02040503050406030204" pitchFamily="18" charset="0"/>
                                    </a:rPr>
                                  </m:ctrlPr>
                                </m:sSubPr>
                                <m:e>
                                  <m:r>
                                    <a:rPr lang="en-GB" sz="3200" i="1">
                                      <a:solidFill>
                                        <a:schemeClr val="accent1"/>
                                      </a:solidFill>
                                      <a:latin typeface="Cambria Math" panose="02040503050406030204" pitchFamily="18" charset="0"/>
                                      <a:ea typeface="Cambria Math" panose="02040503050406030204" pitchFamily="18" charset="0"/>
                                    </a:rPr>
                                    <m:t>ℳ</m:t>
                                  </m:r>
                                </m:e>
                                <m:sub>
                                  <m:r>
                                    <a:rPr lang="en-GB" sz="3200" i="1">
                                      <a:solidFill>
                                        <a:schemeClr val="accent1"/>
                                      </a:solidFill>
                                      <a:latin typeface="Cambria Math" panose="02040503050406030204" pitchFamily="18" charset="0"/>
                                      <a:ea typeface="Cambria Math" panose="02040503050406030204" pitchFamily="18" charset="0"/>
                                    </a:rPr>
                                    <m:t>𝑖</m:t>
                                  </m:r>
                                </m:sub>
                              </m:sSub>
                            </m:e>
                          </m:d>
                        </m:e>
                      </m:func>
                    </m:oMath>
                  </m:oMathPara>
                </a14:m>
                <a:endParaRPr lang="en-GB" sz="3200" dirty="0"/>
              </a:p>
            </p:txBody>
          </p:sp>
        </mc:Choice>
        <mc:Fallback xmlns="">
          <p:sp>
            <p:nvSpPr>
              <p:cNvPr id="3" name="TextBox 2">
                <a:extLst>
                  <a:ext uri="{FF2B5EF4-FFF2-40B4-BE49-F238E27FC236}">
                    <a16:creationId xmlns:a16="http://schemas.microsoft.com/office/drawing/2014/main" id="{7084BCF3-D186-5BB9-C0EC-73011F09FE3B}"/>
                  </a:ext>
                </a:extLst>
              </p:cNvPr>
              <p:cNvSpPr txBox="1">
                <a:spLocks noRot="1" noChangeAspect="1" noMove="1" noResize="1" noEditPoints="1" noAdjustHandles="1" noChangeArrowheads="1" noChangeShapeType="1" noTextEdit="1"/>
              </p:cNvSpPr>
              <p:nvPr/>
            </p:nvSpPr>
            <p:spPr>
              <a:xfrm>
                <a:off x="390781" y="925713"/>
                <a:ext cx="6111930" cy="492443"/>
              </a:xfrm>
              <a:prstGeom prst="rect">
                <a:avLst/>
              </a:prstGeom>
              <a:blipFill>
                <a:blip r:embed="rId14"/>
                <a:stretch>
                  <a:fillRect l="-828" b="-35000"/>
                </a:stretch>
              </a:blipFill>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977C0BFA-D151-AF0B-2A97-8A36C4DC694C}"/>
              </a:ext>
            </a:extLst>
          </p:cNvPr>
          <p:cNvCxnSpPr>
            <a:cxnSpLocks/>
          </p:cNvCxnSpPr>
          <p:nvPr/>
        </p:nvCxnSpPr>
        <p:spPr>
          <a:xfrm flipH="1">
            <a:off x="6525100" y="1169523"/>
            <a:ext cx="810620" cy="0"/>
          </a:xfrm>
          <a:prstGeom prst="straightConnector1">
            <a:avLst/>
          </a:prstGeom>
          <a:ln>
            <a:solidFill>
              <a:srgbClr val="FF0000"/>
            </a:solidFill>
            <a:headEnd w="lg" len="lg"/>
            <a:tailEnd type="triangle" w="lg" len="lg"/>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345C2B5-5AD7-58A1-69AF-796D7D4E7800}"/>
              </a:ext>
            </a:extLst>
          </p:cNvPr>
          <p:cNvSpPr txBox="1"/>
          <p:nvPr/>
        </p:nvSpPr>
        <p:spPr>
          <a:xfrm>
            <a:off x="7305723" y="985322"/>
            <a:ext cx="2278316" cy="369332"/>
          </a:xfrm>
          <a:prstGeom prst="rect">
            <a:avLst/>
          </a:prstGeom>
          <a:noFill/>
        </p:spPr>
        <p:txBody>
          <a:bodyPr wrap="square" rtlCol="0">
            <a:spAutoFit/>
          </a:bodyPr>
          <a:lstStyle/>
          <a:p>
            <a:r>
              <a:rPr lang="en-GB" dirty="0">
                <a:solidFill>
                  <a:srgbClr val="FF0000"/>
                </a:solidFill>
              </a:rPr>
              <a:t>Minimise this.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FA8DD96-C7D1-8BA2-000B-5B9B2AE47E7D}"/>
                  </a:ext>
                </a:extLst>
              </p:cNvPr>
              <p:cNvSpPr txBox="1"/>
              <p:nvPr/>
            </p:nvSpPr>
            <p:spPr>
              <a:xfrm>
                <a:off x="2739510" y="2554180"/>
                <a:ext cx="741934"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6" name="TextBox 5">
                <a:extLst>
                  <a:ext uri="{FF2B5EF4-FFF2-40B4-BE49-F238E27FC236}">
                    <a16:creationId xmlns:a16="http://schemas.microsoft.com/office/drawing/2014/main" id="{EFA8DD96-C7D1-8BA2-000B-5B9B2AE47E7D}"/>
                  </a:ext>
                </a:extLst>
              </p:cNvPr>
              <p:cNvSpPr txBox="1">
                <a:spLocks noRot="1" noChangeAspect="1" noMove="1" noResize="1" noEditPoints="1" noAdjustHandles="1" noChangeArrowheads="1" noChangeShapeType="1" noTextEdit="1"/>
              </p:cNvSpPr>
              <p:nvPr/>
            </p:nvSpPr>
            <p:spPr>
              <a:xfrm>
                <a:off x="2739510" y="2554180"/>
                <a:ext cx="741934" cy="307777"/>
              </a:xfrm>
              <a:prstGeom prst="rect">
                <a:avLst/>
              </a:prstGeom>
              <a:blipFill>
                <a:blip r:embed="rId15"/>
                <a:stretch>
                  <a:fillRect b="-1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52FF4BF-4422-A09F-C759-35B9FE77ADE2}"/>
                  </a:ext>
                </a:extLst>
              </p:cNvPr>
              <p:cNvSpPr txBox="1"/>
              <p:nvPr/>
            </p:nvSpPr>
            <p:spPr>
              <a:xfrm>
                <a:off x="5363949" y="2970868"/>
                <a:ext cx="1191352"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𝐵𝑎𝑠𝑖𝑠</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7" name="TextBox 6">
                <a:extLst>
                  <a:ext uri="{FF2B5EF4-FFF2-40B4-BE49-F238E27FC236}">
                    <a16:creationId xmlns:a16="http://schemas.microsoft.com/office/drawing/2014/main" id="{C52FF4BF-4422-A09F-C759-35B9FE77ADE2}"/>
                  </a:ext>
                </a:extLst>
              </p:cNvPr>
              <p:cNvSpPr txBox="1">
                <a:spLocks noRot="1" noChangeAspect="1" noMove="1" noResize="1" noEditPoints="1" noAdjustHandles="1" noChangeArrowheads="1" noChangeShapeType="1" noTextEdit="1"/>
              </p:cNvSpPr>
              <p:nvPr/>
            </p:nvSpPr>
            <p:spPr>
              <a:xfrm>
                <a:off x="5363949" y="2970868"/>
                <a:ext cx="1191352" cy="307777"/>
              </a:xfrm>
              <a:prstGeom prst="rect">
                <a:avLst/>
              </a:prstGeom>
              <a:blipFill>
                <a:blip r:embed="rId16"/>
                <a:stretch>
                  <a:fillRect b="-115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9F41168-C976-A66D-6548-0B73B4117984}"/>
                  </a:ext>
                </a:extLst>
              </p:cNvPr>
              <p:cNvSpPr txBox="1"/>
              <p:nvPr/>
            </p:nvSpPr>
            <p:spPr>
              <a:xfrm>
                <a:off x="2004569" y="3158495"/>
                <a:ext cx="4856812" cy="369332"/>
              </a:xfrm>
              <a:prstGeom prst="rect">
                <a:avLst/>
              </a:prstGeom>
              <a:noFill/>
            </p:spPr>
            <p:txBody>
              <a:bodyPr wrap="square">
                <a:spAutoFit/>
              </a:bodyPr>
              <a:lstStyle/>
              <a:p>
                <a:r>
                  <a:rPr kumimoji="0" lang="en-GB" sz="1800" b="0" u="none" strike="noStrike" kern="1200" cap="none" spc="0" normalizeH="0" baseline="0" noProof="0" dirty="0">
                    <a:ln>
                      <a:noFill/>
                    </a:ln>
                    <a:solidFill>
                      <a:srgbClr val="000000"/>
                    </a:solidFill>
                    <a:effectLst/>
                    <a:uLnTx/>
                    <a:uFillTx/>
                    <a:ea typeface="+mn-ea"/>
                    <a:cs typeface="+mn-cs"/>
                  </a:rPr>
                  <a:t>Let </a:t>
                </a:r>
                <a14:m>
                  <m:oMath xmlns:m="http://schemas.openxmlformats.org/officeDocument/2006/math">
                    <m:r>
                      <m:rPr>
                        <m:sty m:val="p"/>
                      </m:rPr>
                      <a:rPr lang="en-GB">
                        <a:solidFill>
                          <a:srgbClr val="000000"/>
                        </a:solidFill>
                        <a:latin typeface="Cambria Math" panose="02040503050406030204" pitchFamily="18" charset="0"/>
                      </a:rPr>
                      <m:t>n</m:t>
                    </m:r>
                    <m:r>
                      <a:rPr lang="en-GB" b="0" i="0" smtClean="0">
                        <a:solidFill>
                          <a:srgbClr val="000000"/>
                        </a:solidFill>
                        <a:latin typeface="Cambria Math" panose="02040503050406030204" pitchFamily="18" charset="0"/>
                      </a:rPr>
                      <m:t>=</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𝐷𝑎𝑡𝑎</m:t>
                    </m:r>
                  </m:oMath>
                </a14:m>
                <a:r>
                  <a:rPr lang="en-GB" dirty="0"/>
                  <a:t>, </a:t>
                </a:r>
              </a:p>
            </p:txBody>
          </p:sp>
        </mc:Choice>
        <mc:Fallback xmlns="">
          <p:sp>
            <p:nvSpPr>
              <p:cNvPr id="11" name="TextBox 10">
                <a:extLst>
                  <a:ext uri="{FF2B5EF4-FFF2-40B4-BE49-F238E27FC236}">
                    <a16:creationId xmlns:a16="http://schemas.microsoft.com/office/drawing/2014/main" id="{B9F41168-C976-A66D-6548-0B73B4117984}"/>
                  </a:ext>
                </a:extLst>
              </p:cNvPr>
              <p:cNvSpPr txBox="1">
                <a:spLocks noRot="1" noChangeAspect="1" noMove="1" noResize="1" noEditPoints="1" noAdjustHandles="1" noChangeArrowheads="1" noChangeShapeType="1" noTextEdit="1"/>
              </p:cNvSpPr>
              <p:nvPr/>
            </p:nvSpPr>
            <p:spPr>
              <a:xfrm>
                <a:off x="2004569" y="3158495"/>
                <a:ext cx="4856812" cy="369332"/>
              </a:xfrm>
              <a:prstGeom prst="rect">
                <a:avLst/>
              </a:prstGeom>
              <a:blipFill>
                <a:blip r:embed="rId17"/>
                <a:stretch>
                  <a:fillRect l="-1042"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Speech Bubble: Rectangle 16">
                <a:extLst>
                  <a:ext uri="{FF2B5EF4-FFF2-40B4-BE49-F238E27FC236}">
                    <a16:creationId xmlns:a16="http://schemas.microsoft.com/office/drawing/2014/main" id="{DB82BFB2-5415-B897-0035-97A0FCE9C4D2}"/>
                  </a:ext>
                </a:extLst>
              </p:cNvPr>
              <p:cNvSpPr/>
              <p:nvPr/>
            </p:nvSpPr>
            <p:spPr>
              <a:xfrm>
                <a:off x="209431" y="1555754"/>
                <a:ext cx="1546219" cy="298567"/>
              </a:xfrm>
              <a:prstGeom prst="wedgeRectCallout">
                <a:avLst>
                  <a:gd name="adj1" fmla="val 42719"/>
                  <a:gd name="adj2" fmla="val -111257"/>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a:defRPr/>
                </a:pPr>
                <a14:m>
                  <m:oMathPara xmlns:m="http://schemas.openxmlformats.org/officeDocument/2006/math">
                    <m:oMathParaPr>
                      <m:jc m:val="centerGroup"/>
                    </m:oMathParaPr>
                    <m:oMath xmlns:m="http://schemas.openxmlformats.org/officeDocument/2006/math">
                      <m:r>
                        <a:rPr lang="en-GB" sz="1400" i="1">
                          <a:solidFill>
                            <a:srgbClr val="000000"/>
                          </a:solidFill>
                          <a:latin typeface="Cambria Math" panose="02040503050406030204" pitchFamily="18" charset="0"/>
                        </a:rPr>
                        <m:t>#</m:t>
                      </m:r>
                      <m:r>
                        <a:rPr lang="en-GB" sz="1400" i="1">
                          <a:solidFill>
                            <a:srgbClr val="000000"/>
                          </a:solidFill>
                          <a:latin typeface="Cambria Math" panose="02040503050406030204" pitchFamily="18" charset="0"/>
                        </a:rPr>
                        <m:t>𝑃𝑎𝑟𝑎𝑚</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3" name="Speech Bubble: Rectangle 16">
                <a:extLst>
                  <a:ext uri="{FF2B5EF4-FFF2-40B4-BE49-F238E27FC236}">
                    <a16:creationId xmlns:a16="http://schemas.microsoft.com/office/drawing/2014/main" id="{DB82BFB2-5415-B897-0035-97A0FCE9C4D2}"/>
                  </a:ext>
                </a:extLst>
              </p:cNvPr>
              <p:cNvSpPr>
                <a:spLocks noRot="1" noChangeAspect="1" noMove="1" noResize="1" noEditPoints="1" noAdjustHandles="1" noChangeArrowheads="1" noChangeShapeType="1" noTextEdit="1"/>
              </p:cNvSpPr>
              <p:nvPr/>
            </p:nvSpPr>
            <p:spPr>
              <a:xfrm>
                <a:off x="209431" y="1555754"/>
                <a:ext cx="1546219" cy="298567"/>
              </a:xfrm>
              <a:prstGeom prst="wedgeRectCallout">
                <a:avLst>
                  <a:gd name="adj1" fmla="val 42719"/>
                  <a:gd name="adj2" fmla="val -111257"/>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Speech Bubble: Rectangle 16">
                <a:extLst>
                  <a:ext uri="{FF2B5EF4-FFF2-40B4-BE49-F238E27FC236}">
                    <a16:creationId xmlns:a16="http://schemas.microsoft.com/office/drawing/2014/main" id="{B09AF0CB-8FB3-A223-BA11-46A42E14FF93}"/>
                  </a:ext>
                </a:extLst>
              </p:cNvPr>
              <p:cNvSpPr/>
              <p:nvPr/>
            </p:nvSpPr>
            <p:spPr>
              <a:xfrm>
                <a:off x="2673636" y="1555754"/>
                <a:ext cx="1546219" cy="298567"/>
              </a:xfrm>
              <a:prstGeom prst="wedgeRectCallout">
                <a:avLst>
                  <a:gd name="adj1" fmla="val -60617"/>
                  <a:gd name="adj2" fmla="val -117704"/>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a:defRPr/>
                </a:pPr>
                <a14:m>
                  <m:oMathPara xmlns:m="http://schemas.openxmlformats.org/officeDocument/2006/math">
                    <m:oMathParaPr>
                      <m:jc m:val="centerGroup"/>
                    </m:oMathParaPr>
                    <m:oMath xmlns:m="http://schemas.openxmlformats.org/officeDocument/2006/math">
                      <m:r>
                        <a:rPr lang="en-GB" sz="1400" i="1" smtClean="0">
                          <a:solidFill>
                            <a:srgbClr val="000000"/>
                          </a:solidFill>
                          <a:latin typeface="Cambria Math" panose="02040503050406030204" pitchFamily="18" charset="0"/>
                        </a:rPr>
                        <m:t>#</m:t>
                      </m:r>
                      <m:r>
                        <a:rPr lang="en-GB" sz="1400" b="0" i="1" smtClean="0">
                          <a:solidFill>
                            <a:srgbClr val="000000"/>
                          </a:solidFill>
                          <a:latin typeface="Cambria Math" panose="02040503050406030204" pitchFamily="18" charset="0"/>
                        </a:rPr>
                        <m:t>𝐷𝑎𝑡𝑎</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7" name="Speech Bubble: Rectangle 16">
                <a:extLst>
                  <a:ext uri="{FF2B5EF4-FFF2-40B4-BE49-F238E27FC236}">
                    <a16:creationId xmlns:a16="http://schemas.microsoft.com/office/drawing/2014/main" id="{B09AF0CB-8FB3-A223-BA11-46A42E14FF93}"/>
                  </a:ext>
                </a:extLst>
              </p:cNvPr>
              <p:cNvSpPr>
                <a:spLocks noRot="1" noChangeAspect="1" noMove="1" noResize="1" noEditPoints="1" noAdjustHandles="1" noChangeArrowheads="1" noChangeShapeType="1" noTextEdit="1"/>
              </p:cNvSpPr>
              <p:nvPr/>
            </p:nvSpPr>
            <p:spPr>
              <a:xfrm>
                <a:off x="2673636" y="1555754"/>
                <a:ext cx="1546219" cy="298567"/>
              </a:xfrm>
              <a:prstGeom prst="wedgeRectCallout">
                <a:avLst>
                  <a:gd name="adj1" fmla="val -60617"/>
                  <a:gd name="adj2" fmla="val -117704"/>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DD4E482-7B7E-23D7-549B-A668E2042DA2}"/>
                  </a:ext>
                </a:extLst>
              </p:cNvPr>
              <p:cNvSpPr txBox="1"/>
              <p:nvPr/>
            </p:nvSpPr>
            <p:spPr>
              <a:xfrm>
                <a:off x="7548637" y="2685017"/>
                <a:ext cx="1323504" cy="50135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num>
                        <m:den>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den>
                      </m:f>
                      <m:func>
                        <m:funcPr>
                          <m:ctrlP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uncPr>
                        <m:fName>
                          <m:r>
                            <m:rPr>
                              <m:sty m:val="p"/>
                            </m:rPr>
                            <a:rPr kumimoji="0" lang="en-GB"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ln</m:t>
                          </m:r>
                        </m:fName>
                        <m:e>
                          <m:f>
                            <m:fPr>
                              <m:ctrlP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num>
                            <m:den>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𝜋</m:t>
                              </m:r>
                            </m:den>
                          </m:f>
                        </m:e>
                      </m:func>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6" name="TextBox 25">
                <a:extLst>
                  <a:ext uri="{FF2B5EF4-FFF2-40B4-BE49-F238E27FC236}">
                    <a16:creationId xmlns:a16="http://schemas.microsoft.com/office/drawing/2014/main" id="{9DD4E482-7B7E-23D7-549B-A668E2042DA2}"/>
                  </a:ext>
                </a:extLst>
              </p:cNvPr>
              <p:cNvSpPr txBox="1">
                <a:spLocks noRot="1" noChangeAspect="1" noMove="1" noResize="1" noEditPoints="1" noAdjustHandles="1" noChangeArrowheads="1" noChangeShapeType="1" noTextEdit="1"/>
              </p:cNvSpPr>
              <p:nvPr/>
            </p:nvSpPr>
            <p:spPr>
              <a:xfrm>
                <a:off x="7548637" y="2685017"/>
                <a:ext cx="1323504" cy="501356"/>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4AEE27C-88CE-956F-1154-8C5D0DB91DE0}"/>
                  </a:ext>
                </a:extLst>
              </p:cNvPr>
              <p:cNvSpPr txBox="1"/>
              <p:nvPr/>
            </p:nvSpPr>
            <p:spPr>
              <a:xfrm>
                <a:off x="5414269" y="2586793"/>
                <a:ext cx="740908"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𝑘</m:t>
                      </m:r>
                      <m:r>
                        <a:rPr kumimoji="0" lang="en-GB"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8" name="TextBox 27">
                <a:extLst>
                  <a:ext uri="{FF2B5EF4-FFF2-40B4-BE49-F238E27FC236}">
                    <a16:creationId xmlns:a16="http://schemas.microsoft.com/office/drawing/2014/main" id="{E4AEE27C-88CE-956F-1154-8C5D0DB91DE0}"/>
                  </a:ext>
                </a:extLst>
              </p:cNvPr>
              <p:cNvSpPr txBox="1">
                <a:spLocks noRot="1" noChangeAspect="1" noMove="1" noResize="1" noEditPoints="1" noAdjustHandles="1" noChangeArrowheads="1" noChangeShapeType="1" noTextEdit="1"/>
              </p:cNvSpPr>
              <p:nvPr/>
            </p:nvSpPr>
            <p:spPr>
              <a:xfrm>
                <a:off x="5414269" y="2586793"/>
                <a:ext cx="740908" cy="307777"/>
              </a:xfrm>
              <a:prstGeom prst="rect">
                <a:avLst/>
              </a:prstGeom>
              <a:blipFill>
                <a:blip r:embed="rId21"/>
                <a:stretch>
                  <a:fillRect b="-76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782B00C-107F-32F4-24DF-4F07CAA49C5E}"/>
                  </a:ext>
                </a:extLst>
              </p:cNvPr>
              <p:cNvSpPr txBox="1"/>
              <p:nvPr/>
            </p:nvSpPr>
            <p:spPr>
              <a:xfrm>
                <a:off x="5784871" y="1341071"/>
                <a:ext cx="3374279" cy="760721"/>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r>
                        <a:rPr lang="en-GB" sz="2000" i="1" smtClean="0">
                          <a:solidFill>
                            <a:srgbClr val="A88000"/>
                          </a:solidFill>
                          <a:latin typeface="Cambria Math" panose="02040503050406030204" pitchFamily="18" charset="0"/>
                          <a:ea typeface="Cambria Math" panose="02040503050406030204" pitchFamily="18" charset="0"/>
                        </a:rPr>
                        <m:t>𝐀</m:t>
                      </m:r>
                      <m:r>
                        <a:rPr lang="en-GB" sz="2000" i="1" smtClean="0">
                          <a:solidFill>
                            <a:srgbClr val="A88000"/>
                          </a:solidFill>
                          <a:latin typeface="Cambria Math" panose="02040503050406030204" pitchFamily="18" charset="0"/>
                          <a:ea typeface="Cambria Math" panose="02040503050406030204" pitchFamily="18" charset="0"/>
                        </a:rPr>
                        <m:t>≈</m:t>
                      </m:r>
                      <m:f>
                        <m:fPr>
                          <m:ctrlPr>
                            <a:rPr lang="en-GB" sz="2000" i="1">
                              <a:solidFill>
                                <a:srgbClr val="A88000"/>
                              </a:solidFill>
                              <a:latin typeface="Cambria Math" panose="02040503050406030204" pitchFamily="18" charset="0"/>
                              <a:ea typeface="Cambria Math" panose="02040503050406030204" pitchFamily="18" charset="0"/>
                            </a:rPr>
                          </m:ctrlPr>
                        </m:fPr>
                        <m:num>
                          <m:sSup>
                            <m:sSupPr>
                              <m:ctrlPr>
                                <a:rPr lang="en-GB" sz="2000" i="1">
                                  <a:solidFill>
                                    <a:srgbClr val="A88000"/>
                                  </a:solidFill>
                                  <a:latin typeface="Cambria Math" panose="02040503050406030204" pitchFamily="18" charset="0"/>
                                  <a:ea typeface="Cambria Math" panose="02040503050406030204" pitchFamily="18" charset="0"/>
                                </a:rPr>
                              </m:ctrlPr>
                            </m:sSupPr>
                            <m:e>
                              <m:r>
                                <a:rPr lang="en-GB" sz="2000" b="0" i="1">
                                  <a:solidFill>
                                    <a:srgbClr val="A88000"/>
                                  </a:solidFill>
                                  <a:latin typeface="Cambria Math" panose="02040503050406030204" pitchFamily="18" charset="0"/>
                                  <a:ea typeface="Cambria Math" panose="02040503050406030204" pitchFamily="18" charset="0"/>
                                </a:rPr>
                                <m:t>𝑑</m:t>
                              </m:r>
                            </m:e>
                            <m:sup>
                              <m:r>
                                <a:rPr lang="en-GB" sz="2000" b="0" i="1">
                                  <a:solidFill>
                                    <a:srgbClr val="A88000"/>
                                  </a:solidFill>
                                  <a:latin typeface="Cambria Math" panose="02040503050406030204" pitchFamily="18" charset="0"/>
                                  <a:ea typeface="Cambria Math" panose="02040503050406030204" pitchFamily="18" charset="0"/>
                                </a:rPr>
                                <m:t>2</m:t>
                              </m:r>
                            </m:sup>
                          </m:sSup>
                        </m:num>
                        <m:den>
                          <m:r>
                            <a:rPr lang="en-GB" sz="2000" b="0" i="1">
                              <a:solidFill>
                                <a:srgbClr val="A88000"/>
                              </a:solidFill>
                              <a:latin typeface="Cambria Math" panose="02040503050406030204" pitchFamily="18" charset="0"/>
                              <a:ea typeface="Cambria Math" panose="02040503050406030204" pitchFamily="18" charset="0"/>
                            </a:rPr>
                            <m:t>𝑑</m:t>
                          </m:r>
                          <m:sSup>
                            <m:sSupPr>
                              <m:ctrlPr>
                                <a:rPr lang="en-GB" sz="2000" i="1">
                                  <a:solidFill>
                                    <a:srgbClr val="A88000"/>
                                  </a:solidFill>
                                  <a:latin typeface="Cambria Math" panose="02040503050406030204" pitchFamily="18" charset="0"/>
                                  <a:ea typeface="Cambria Math" panose="02040503050406030204" pitchFamily="18" charset="0"/>
                                </a:rPr>
                              </m:ctrlPr>
                            </m:sSupPr>
                            <m:e>
                              <m:r>
                                <a:rPr lang="en-GB" sz="2000" b="0" i="1">
                                  <a:solidFill>
                                    <a:srgbClr val="A88000"/>
                                  </a:solidFill>
                                  <a:latin typeface="Cambria Math" panose="02040503050406030204" pitchFamily="18" charset="0"/>
                                  <a:ea typeface="Cambria Math" panose="02040503050406030204" pitchFamily="18" charset="0"/>
                                </a:rPr>
                                <m:t>𝜉</m:t>
                              </m:r>
                            </m:e>
                            <m:sup>
                              <m:r>
                                <a:rPr lang="en-GB" sz="2000" b="0" i="1">
                                  <a:solidFill>
                                    <a:srgbClr val="A88000"/>
                                  </a:solidFill>
                                  <a:latin typeface="Cambria Math" panose="02040503050406030204" pitchFamily="18" charset="0"/>
                                  <a:ea typeface="Cambria Math" panose="02040503050406030204" pitchFamily="18" charset="0"/>
                                </a:rPr>
                                <m:t>2</m:t>
                              </m:r>
                            </m:sup>
                          </m:sSup>
                        </m:den>
                      </m:f>
                      <m:d>
                        <m:dPr>
                          <m:ctrlPr>
                            <a:rPr lang="en-GB" sz="2000" i="1">
                              <a:solidFill>
                                <a:srgbClr val="A88000"/>
                              </a:solidFill>
                              <a:latin typeface="Cambria Math" panose="02040503050406030204" pitchFamily="18" charset="0"/>
                              <a:ea typeface="Cambria Math" panose="02040503050406030204" pitchFamily="18" charset="0"/>
                            </a:rPr>
                          </m:ctrlPr>
                        </m:dPr>
                        <m:e>
                          <m:r>
                            <a:rPr lang="en-GB" sz="2000" i="1">
                              <a:solidFill>
                                <a:srgbClr val="A88000"/>
                              </a:solidFill>
                              <a:latin typeface="Cambria Math" panose="02040503050406030204" pitchFamily="18" charset="0"/>
                              <a:ea typeface="Cambria Math" panose="02040503050406030204" pitchFamily="18" charset="0"/>
                            </a:rPr>
                            <m:t>−2</m:t>
                          </m:r>
                          <m:func>
                            <m:funcPr>
                              <m:ctrlPr>
                                <a:rPr lang="en-GB" sz="2000" i="1">
                                  <a:solidFill>
                                    <a:srgbClr val="A88000"/>
                                  </a:solidFill>
                                  <a:latin typeface="Cambria Math" panose="02040503050406030204" pitchFamily="18" charset="0"/>
                                  <a:ea typeface="Cambria Math" panose="02040503050406030204" pitchFamily="18" charset="0"/>
                                </a:rPr>
                              </m:ctrlPr>
                            </m:funcPr>
                            <m:fName>
                              <m:r>
                                <m:rPr>
                                  <m:sty m:val="p"/>
                                </m:rPr>
                                <a:rPr lang="en-GB" sz="2000" i="1">
                                  <a:solidFill>
                                    <a:srgbClr val="A88000"/>
                                  </a:solidFill>
                                  <a:latin typeface="Cambria Math" panose="02040503050406030204" pitchFamily="18" charset="0"/>
                                  <a:ea typeface="Cambria Math" panose="02040503050406030204" pitchFamily="18" charset="0"/>
                                </a:rPr>
                                <m:t>ln</m:t>
                              </m:r>
                            </m:fName>
                            <m:e>
                              <m:r>
                                <a:rPr lang="en-GB" sz="2000" i="1">
                                  <a:solidFill>
                                    <a:srgbClr val="A88000"/>
                                  </a:solidFill>
                                  <a:latin typeface="Cambria Math" panose="02040503050406030204" pitchFamily="18" charset="0"/>
                                  <a:ea typeface="Cambria Math" panose="02040503050406030204" pitchFamily="18" charset="0"/>
                                </a:rPr>
                                <m:t>𝑃</m:t>
                              </m:r>
                              <m:d>
                                <m:dPr>
                                  <m:ctrlPr>
                                    <a:rPr lang="en-GB" sz="2000" i="1">
                                      <a:solidFill>
                                        <a:srgbClr val="A88000"/>
                                      </a:solidFill>
                                      <a:latin typeface="Cambria Math" panose="02040503050406030204" pitchFamily="18" charset="0"/>
                                      <a:ea typeface="Cambria Math" panose="02040503050406030204" pitchFamily="18" charset="0"/>
                                    </a:rPr>
                                  </m:ctrlPr>
                                </m:dPr>
                                <m:e>
                                  <m:r>
                                    <a:rPr lang="en-GB" sz="2000" i="1">
                                      <a:solidFill>
                                        <a:srgbClr val="A88000"/>
                                      </a:solidFill>
                                      <a:latin typeface="Cambria Math" panose="02040503050406030204" pitchFamily="18" charset="0"/>
                                      <a:ea typeface="Cambria Math" panose="02040503050406030204" pitchFamily="18" charset="0"/>
                                    </a:rPr>
                                    <m:t>𝝃</m:t>
                                  </m:r>
                                </m:e>
                                <m:e>
                                  <m:r>
                                    <a:rPr lang="en-GB" sz="2000" i="1">
                                      <a:solidFill>
                                        <a:srgbClr val="A88000"/>
                                      </a:solidFill>
                                      <a:latin typeface="Cambria Math" panose="02040503050406030204" pitchFamily="18" charset="0"/>
                                      <a:ea typeface="Cambria Math" panose="02040503050406030204" pitchFamily="18" charset="0"/>
                                    </a:rPr>
                                    <m:t>𝐷</m:t>
                                  </m:r>
                                </m:e>
                              </m:d>
                            </m:e>
                          </m:func>
                        </m:e>
                      </m:d>
                    </m:oMath>
                  </m:oMathPara>
                </a14:m>
                <a:endParaRPr lang="en-GB" sz="2000" b="1" dirty="0">
                  <a:solidFill>
                    <a:srgbClr val="A88000"/>
                  </a:solidFill>
                  <a:latin typeface="Cambria Math" panose="02040503050406030204" pitchFamily="18" charset="0"/>
                  <a:ea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B782B00C-107F-32F4-24DF-4F07CAA49C5E}"/>
                  </a:ext>
                </a:extLst>
              </p:cNvPr>
              <p:cNvSpPr txBox="1">
                <a:spLocks noRot="1" noChangeAspect="1" noMove="1" noResize="1" noEditPoints="1" noAdjustHandles="1" noChangeArrowheads="1" noChangeShapeType="1" noTextEdit="1"/>
              </p:cNvSpPr>
              <p:nvPr/>
            </p:nvSpPr>
            <p:spPr>
              <a:xfrm>
                <a:off x="5784871" y="1341071"/>
                <a:ext cx="3374279" cy="760721"/>
              </a:xfrm>
              <a:prstGeom prst="rect">
                <a:avLst/>
              </a:prstGeom>
              <a:blipFill>
                <a:blip r:embed="rId22"/>
                <a:stretch>
                  <a:fillRect b="-8197"/>
                </a:stretch>
              </a:blipFill>
            </p:spPr>
            <p:txBody>
              <a:bodyPr/>
              <a:lstStyle/>
              <a:p>
                <a:r>
                  <a:rPr lang="en-GB">
                    <a:noFill/>
                  </a:rPr>
                  <a:t> </a:t>
                </a:r>
              </a:p>
            </p:txBody>
          </p:sp>
        </mc:Fallback>
      </mc:AlternateContent>
    </p:spTree>
    <p:extLst>
      <p:ext uri="{BB962C8B-B14F-4D97-AF65-F5344CB8AC3E}">
        <p14:creationId xmlns:p14="http://schemas.microsoft.com/office/powerpoint/2010/main" val="202659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animBg="1"/>
      <p:bldP spid="17" grpId="0" animBg="1"/>
      <p:bldP spid="26"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F008-6098-85CC-0CF5-22BCCF832C2A}"/>
              </a:ext>
            </a:extLst>
          </p:cNvPr>
          <p:cNvSpPr>
            <a:spLocks noGrp="1"/>
          </p:cNvSpPr>
          <p:nvPr>
            <p:ph type="title"/>
          </p:nvPr>
        </p:nvSpPr>
        <p:spPr/>
        <p:txBody>
          <a:bodyPr/>
          <a:lstStyle/>
          <a:p>
            <a:r>
              <a:rPr lang="en-GB" dirty="0"/>
              <a:t>Side note: How does BIC come about?</a:t>
            </a:r>
          </a:p>
        </p:txBody>
      </p:sp>
      <p:pic>
        <p:nvPicPr>
          <p:cNvPr id="5" name="Content Placeholder 4" descr="A screenshot of a computer&#10;&#10;AI-generated content may be incorrect.">
            <a:extLst>
              <a:ext uri="{FF2B5EF4-FFF2-40B4-BE49-F238E27FC236}">
                <a16:creationId xmlns:a16="http://schemas.microsoft.com/office/drawing/2014/main" id="{FDE34F76-6175-550C-B0D7-747B0FA07EC8}"/>
              </a:ext>
            </a:extLst>
          </p:cNvPr>
          <p:cNvPicPr>
            <a:picLocks noGrp="1" noChangeAspect="1"/>
          </p:cNvPicPr>
          <p:nvPr>
            <p:ph idx="1"/>
          </p:nvPr>
        </p:nvPicPr>
        <p:blipFill>
          <a:blip r:embed="rId3"/>
          <a:srcRect l="25265" t="15288" r="27456" b="27082"/>
          <a:stretch>
            <a:fillRect/>
          </a:stretch>
        </p:blipFill>
        <p:spPr>
          <a:xfrm>
            <a:off x="1319446" y="619766"/>
            <a:ext cx="6505107" cy="4328100"/>
          </a:xfrm>
        </p:spPr>
      </p:pic>
    </p:spTree>
    <p:extLst>
      <p:ext uri="{BB962C8B-B14F-4D97-AF65-F5344CB8AC3E}">
        <p14:creationId xmlns:p14="http://schemas.microsoft.com/office/powerpoint/2010/main" val="543833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D812B-823B-0E65-AF25-9C5CEE278F8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8759D016-E0CD-81B8-1042-C8C873591E4B}"/>
              </a:ext>
            </a:extLst>
          </p:cNvPr>
          <p:cNvSpPr>
            <a:spLocks noGrp="1"/>
          </p:cNvSpPr>
          <p:nvPr>
            <p:ph type="subTitle" idx="1"/>
          </p:nvPr>
        </p:nvSpPr>
        <p:spPr/>
        <p:txBody>
          <a:bodyPr/>
          <a:lstStyle/>
          <a:p>
            <a:r>
              <a:rPr lang="en-GB" dirty="0"/>
              <a:t>Selecting a model in a set of models defined by combinations of terms</a:t>
            </a:r>
          </a:p>
        </p:txBody>
      </p:sp>
      <p:sp>
        <p:nvSpPr>
          <p:cNvPr id="4" name="Title 3">
            <a:extLst>
              <a:ext uri="{FF2B5EF4-FFF2-40B4-BE49-F238E27FC236}">
                <a16:creationId xmlns:a16="http://schemas.microsoft.com/office/drawing/2014/main" id="{7CF72F7F-7F5F-E412-4E51-E5EE62B0AEFF}"/>
              </a:ext>
            </a:extLst>
          </p:cNvPr>
          <p:cNvSpPr>
            <a:spLocks noGrp="1"/>
          </p:cNvSpPr>
          <p:nvPr>
            <p:ph type="title"/>
          </p:nvPr>
        </p:nvSpPr>
        <p:spPr/>
        <p:txBody>
          <a:bodyPr/>
          <a:lstStyle/>
          <a:p>
            <a:r>
              <a:rPr lang="en-GB" dirty="0"/>
              <a:t>Model </a:t>
            </a:r>
            <a:r>
              <a:rPr lang="en-GB" dirty="0" err="1"/>
              <a:t>Sparsification</a:t>
            </a:r>
            <a:r>
              <a:rPr lang="en-GB" dirty="0"/>
              <a:t> </a:t>
            </a:r>
          </a:p>
        </p:txBody>
      </p:sp>
      <p:sp>
        <p:nvSpPr>
          <p:cNvPr id="3" name="Text Placeholder 2">
            <a:extLst>
              <a:ext uri="{FF2B5EF4-FFF2-40B4-BE49-F238E27FC236}">
                <a16:creationId xmlns:a16="http://schemas.microsoft.com/office/drawing/2014/main" id="{DA5ACC16-F2D4-EC95-606B-36D801667E01}"/>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42053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7DC2-1160-66A9-7F60-2E539D148636}"/>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479FCAB3-9F88-E26D-50C4-F8E7A928D630}"/>
              </a:ext>
            </a:extLst>
          </p:cNvPr>
          <p:cNvSpPr/>
          <p:nvPr/>
        </p:nvSpPr>
        <p:spPr>
          <a:xfrm>
            <a:off x="6344002" y="117419"/>
            <a:ext cx="2618863" cy="170732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25B8199-526B-DDF0-53E9-6923FBFBDE19}"/>
                  </a:ext>
                </a:extLst>
              </p:cNvPr>
              <p:cNvSpPr txBox="1"/>
              <p:nvPr/>
            </p:nvSpPr>
            <p:spPr>
              <a:xfrm>
                <a:off x="6414725" y="127345"/>
                <a:ext cx="167614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𝒚</m:t>
                    </m:r>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45" name="TextBox 44">
                <a:extLst>
                  <a:ext uri="{FF2B5EF4-FFF2-40B4-BE49-F238E27FC236}">
                    <a16:creationId xmlns:a16="http://schemas.microsoft.com/office/drawing/2014/main" id="{65F3BE42-B9CC-7171-4A84-25BE8C44B466}"/>
                  </a:ext>
                </a:extLst>
              </p:cNvPr>
              <p:cNvSpPr txBox="1">
                <a:spLocks noRot="1" noChangeAspect="1" noMove="1" noResize="1" noEditPoints="1" noAdjustHandles="1" noChangeArrowheads="1" noChangeShapeType="1" noTextEdit="1"/>
              </p:cNvSpPr>
              <p:nvPr/>
            </p:nvSpPr>
            <p:spPr>
              <a:xfrm>
                <a:off x="6414725" y="127345"/>
                <a:ext cx="1676140" cy="461665"/>
              </a:xfrm>
              <a:prstGeom prst="rect">
                <a:avLst/>
              </a:prstGeom>
              <a:blipFill>
                <a:blip r:embed="rId3"/>
                <a:stretch>
                  <a:fillRect b="-162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050F8D0-0133-C095-DA1D-054CE22374B9}"/>
                  </a:ext>
                </a:extLst>
              </p:cNvPr>
              <p:cNvSpPr txBox="1"/>
              <p:nvPr/>
            </p:nvSpPr>
            <p:spPr>
              <a:xfrm>
                <a:off x="6414725" y="535385"/>
                <a:ext cx="742414"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𝑖</m:t>
                        </m:r>
                      </m:sub>
                    </m:sSub>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46" name="TextBox 45">
                <a:extLst>
                  <a:ext uri="{FF2B5EF4-FFF2-40B4-BE49-F238E27FC236}">
                    <a16:creationId xmlns:a16="http://schemas.microsoft.com/office/drawing/2014/main" id="{33386969-C005-B0DD-6696-C9C8EF2B5859}"/>
                  </a:ext>
                </a:extLst>
              </p:cNvPr>
              <p:cNvSpPr txBox="1">
                <a:spLocks noRot="1" noChangeAspect="1" noMove="1" noResize="1" noEditPoints="1" noAdjustHandles="1" noChangeArrowheads="1" noChangeShapeType="1" noTextEdit="1"/>
              </p:cNvSpPr>
              <p:nvPr/>
            </p:nvSpPr>
            <p:spPr>
              <a:xfrm>
                <a:off x="6414725" y="535385"/>
                <a:ext cx="742414" cy="461665"/>
              </a:xfrm>
              <a:prstGeom prst="rect">
                <a:avLst/>
              </a:prstGeom>
              <a:blipFill>
                <a:blip r:embed="rId4"/>
                <a:stretch>
                  <a:fillRect b="-27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E518FF0-3E88-D91F-0BFD-6A5ACFD49761}"/>
                  </a:ext>
                </a:extLst>
              </p:cNvPr>
              <p:cNvSpPr txBox="1"/>
              <p:nvPr/>
            </p:nvSpPr>
            <p:spPr>
              <a:xfrm>
                <a:off x="6414725" y="1354656"/>
                <a:ext cx="550824"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47" name="TextBox 46">
                <a:extLst>
                  <a:ext uri="{FF2B5EF4-FFF2-40B4-BE49-F238E27FC236}">
                    <a16:creationId xmlns:a16="http://schemas.microsoft.com/office/drawing/2014/main" id="{687D4651-E6E8-AF01-C06C-A1F67F74345C}"/>
                  </a:ext>
                </a:extLst>
              </p:cNvPr>
              <p:cNvSpPr txBox="1">
                <a:spLocks noRot="1" noChangeAspect="1" noMove="1" noResize="1" noEditPoints="1" noAdjustHandles="1" noChangeArrowheads="1" noChangeShapeType="1" noTextEdit="1"/>
              </p:cNvSpPr>
              <p:nvPr/>
            </p:nvSpPr>
            <p:spPr>
              <a:xfrm>
                <a:off x="6414725" y="1354656"/>
                <a:ext cx="550824" cy="461665"/>
              </a:xfrm>
              <a:prstGeom prst="rect">
                <a:avLst/>
              </a:prstGeom>
              <a:blipFill>
                <a:blip r:embed="rId5"/>
                <a:stretch>
                  <a:fillRect l="-6667" b="-15789"/>
                </a:stretch>
              </a:blipFill>
            </p:spPr>
            <p:txBody>
              <a:bodyPr/>
              <a:lstStyle/>
              <a:p>
                <a:r>
                  <a:rPr lang="en-GB">
                    <a:noFill/>
                  </a:rPr>
                  <a:t> </a:t>
                </a:r>
              </a:p>
            </p:txBody>
          </p:sp>
        </mc:Fallback>
      </mc:AlternateContent>
      <p:sp>
        <p:nvSpPr>
          <p:cNvPr id="48" name="TextBox 47">
            <a:extLst>
              <a:ext uri="{FF2B5EF4-FFF2-40B4-BE49-F238E27FC236}">
                <a16:creationId xmlns:a16="http://schemas.microsoft.com/office/drawing/2014/main" id="{CA423DE5-994B-B0A2-9E07-452E31C29DA1}"/>
              </a:ext>
            </a:extLst>
          </p:cNvPr>
          <p:cNvSpPr txBox="1"/>
          <p:nvPr/>
        </p:nvSpPr>
        <p:spPr>
          <a:xfrm>
            <a:off x="8233820" y="194981"/>
            <a:ext cx="67197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Data</a:t>
            </a:r>
          </a:p>
        </p:txBody>
      </p:sp>
      <p:sp>
        <p:nvSpPr>
          <p:cNvPr id="49" name="TextBox 48">
            <a:extLst>
              <a:ext uri="{FF2B5EF4-FFF2-40B4-BE49-F238E27FC236}">
                <a16:creationId xmlns:a16="http://schemas.microsoft.com/office/drawing/2014/main" id="{478A9292-79B4-93BF-9240-5ED5A42B7A87}"/>
              </a:ext>
            </a:extLst>
          </p:cNvPr>
          <p:cNvSpPr txBox="1"/>
          <p:nvPr/>
        </p:nvSpPr>
        <p:spPr>
          <a:xfrm>
            <a:off x="8092756" y="621426"/>
            <a:ext cx="81304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Model</a:t>
            </a:r>
          </a:p>
        </p:txBody>
      </p:sp>
      <p:sp>
        <p:nvSpPr>
          <p:cNvPr id="50" name="TextBox 49">
            <a:extLst>
              <a:ext uri="{FF2B5EF4-FFF2-40B4-BE49-F238E27FC236}">
                <a16:creationId xmlns:a16="http://schemas.microsoft.com/office/drawing/2014/main" id="{25099E12-7035-4175-C21B-D3C7ABB52962}"/>
              </a:ext>
            </a:extLst>
          </p:cNvPr>
          <p:cNvSpPr txBox="1"/>
          <p:nvPr/>
        </p:nvSpPr>
        <p:spPr>
          <a:xfrm>
            <a:off x="6861650" y="1428729"/>
            <a:ext cx="204414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Fitting parameters</a:t>
            </a:r>
          </a:p>
        </p:txBody>
      </p:sp>
      <p:sp>
        <p:nvSpPr>
          <p:cNvPr id="7" name="Rectangle: Rounded Corners 6">
            <a:extLst>
              <a:ext uri="{FF2B5EF4-FFF2-40B4-BE49-F238E27FC236}">
                <a16:creationId xmlns:a16="http://schemas.microsoft.com/office/drawing/2014/main" id="{B26E7315-C56E-6D47-ED08-9FCC6F9A5C28}"/>
              </a:ext>
            </a:extLst>
          </p:cNvPr>
          <p:cNvSpPr/>
          <p:nvPr/>
        </p:nvSpPr>
        <p:spPr>
          <a:xfrm>
            <a:off x="330965" y="881570"/>
            <a:ext cx="5720211" cy="1704405"/>
          </a:xfrm>
          <a:prstGeom prst="roundRect">
            <a:avLst/>
          </a:prstGeom>
          <a:gradFill>
            <a:gsLst>
              <a:gs pos="0">
                <a:srgbClr val="BBEDFD"/>
              </a:gs>
              <a:gs pos="35000">
                <a:srgbClr val="CAE9FE"/>
              </a:gs>
              <a:gs pos="100000">
                <a:srgbClr val="E0FFFD"/>
              </a:gs>
            </a:gsLst>
          </a:gradFill>
        </p:spPr>
        <p:style>
          <a:lnRef idx="1">
            <a:schemeClr val="accent1"/>
          </a:lnRef>
          <a:fillRef idx="2">
            <a:schemeClr val="accent1"/>
          </a:fillRef>
          <a:effectRef idx="1">
            <a:schemeClr val="accent1"/>
          </a:effectRef>
          <a:fontRef idx="minor">
            <a:schemeClr val="dk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sng" strike="noStrike" kern="1200" cap="none" spc="0" normalizeH="0" baseline="0" noProof="0" dirty="0">
                <a:ln>
                  <a:noFill/>
                </a:ln>
                <a:solidFill>
                  <a:srgbClr val="000000"/>
                </a:solidFill>
                <a:effectLst/>
                <a:uLnTx/>
                <a:uFillTx/>
                <a:latin typeface="Arial"/>
                <a:ea typeface="+mn-ea"/>
                <a:cs typeface="+mn-cs"/>
              </a:rPr>
              <a:t>Bayes’ rule</a:t>
            </a:r>
          </a:p>
        </p:txBody>
      </p:sp>
      <p:sp>
        <p:nvSpPr>
          <p:cNvPr id="2" name="Title 1">
            <a:extLst>
              <a:ext uri="{FF2B5EF4-FFF2-40B4-BE49-F238E27FC236}">
                <a16:creationId xmlns:a16="http://schemas.microsoft.com/office/drawing/2014/main" id="{77F7E467-426A-DFE5-D2F0-18A6DE81C90F}"/>
              </a:ext>
            </a:extLst>
          </p:cNvPr>
          <p:cNvSpPr>
            <a:spLocks noGrp="1"/>
          </p:cNvSpPr>
          <p:nvPr>
            <p:ph type="title"/>
          </p:nvPr>
        </p:nvSpPr>
        <p:spPr>
          <a:xfrm>
            <a:off x="147484" y="94781"/>
            <a:ext cx="5852528" cy="612487"/>
          </a:xfrm>
        </p:spPr>
        <p:txBody>
          <a:bodyPr/>
          <a:lstStyle/>
          <a:p>
            <a:r>
              <a:rPr lang="en-GB" dirty="0"/>
              <a:t>The Role of Prior in Regression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F8A1AEF-339F-8A64-5A33-8CE10717D91B}"/>
                  </a:ext>
                </a:extLst>
              </p:cNvPr>
              <p:cNvSpPr txBox="1"/>
              <p:nvPr/>
            </p:nvSpPr>
            <p:spPr>
              <a:xfrm>
                <a:off x="679067" y="1261175"/>
                <a:ext cx="5267724" cy="91262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𝑃</m:t>
                      </m:r>
                      <m:d>
                        <m:dPr>
                          <m:ctrlP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ctrlPr>
                        </m:dPr>
                        <m:e>
                          <m:r>
                            <a:rPr kumimoji="0" lang="en-GB" sz="2800" b="1"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𝝃</m:t>
                          </m:r>
                        </m:e>
                        <m:e>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𝐷</m:t>
                          </m:r>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m:t>
                          </m:r>
                          <m:sSub>
                            <m:sSubPr>
                              <m:ctrlP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t>𝑖</m:t>
                              </m:r>
                            </m:sub>
                          </m:sSub>
                        </m:e>
                      </m:d>
                      <m: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GB"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GB" sz="2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𝑃</m:t>
                          </m:r>
                          <m:d>
                            <m:dPr>
                              <m:ctrlP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ctrlPr>
                            </m:dPr>
                            <m:e>
                              <m: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𝐷</m:t>
                              </m:r>
                            </m:e>
                            <m:e>
                              <m:r>
                                <a:rPr kumimoji="0" lang="en-GB" sz="2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8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schemeClr val="accent1"/>
                                      </a:solidFill>
                                      <a:effectLst/>
                                      <a:uLnTx/>
                                      <a:uFillTx/>
                                      <a:latin typeface="Cambria Math" panose="02040503050406030204" pitchFamily="18" charset="0"/>
                                      <a:ea typeface="Cambria Math" panose="02040503050406030204" pitchFamily="18" charset="0"/>
                                      <a:cs typeface="+mn-cs"/>
                                    </a:rPr>
                                    <m:t>𝑖</m:t>
                                  </m:r>
                                </m:sub>
                              </m:sSub>
                            </m:e>
                          </m:d>
                          <m:r>
                            <a:rPr kumimoji="0" lang="en-GB"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𝑃</m:t>
                          </m:r>
                          <m:r>
                            <a:rPr kumimoji="0" lang="en-GB"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a:rPr kumimoji="0" lang="en-GB" sz="2800" b="1"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𝝃</m:t>
                          </m:r>
                          <m:r>
                            <a:rPr kumimoji="0" lang="en-GB"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sSub>
                            <m:sSubPr>
                              <m:ctrlPr>
                                <a:rPr kumimoji="0" lang="en-GB"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r>
                            <a:rPr kumimoji="0" lang="en-GB"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m:t>
                          </m:r>
                        </m:num>
                        <m:den>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𝑃</m:t>
                          </m:r>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𝐷</m:t>
                          </m:r>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sSub>
                            <m:sSubPr>
                              <m:ctrlP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ctrlPr>
                            </m:sSubPr>
                            <m:e>
                              <m:r>
                                <a:rPr kumimoji="0" lang="en-GB" sz="2800" b="0" i="1" u="none" strike="noStrike" kern="1200" cap="none" spc="0" normalizeH="0" baseline="0" noProof="0">
                                  <a:ln>
                                    <a:noFill/>
                                  </a:ln>
                                  <a:solidFill>
                                    <a:srgbClr val="00B050"/>
                                  </a:solidFill>
                                  <a:effectLst/>
                                  <a:uLnTx/>
                                  <a:uFillTx/>
                                  <a:latin typeface="Cambria Math" panose="02040503050406030204" pitchFamily="18" charset="0"/>
                                  <a:ea typeface="Cambria Math" panose="02040503050406030204" pitchFamily="18" charset="0"/>
                                  <a:cs typeface="+mn-cs"/>
                                </a:rPr>
                                <m:t>ℳ</m:t>
                              </m:r>
                            </m:e>
                            <m:sub>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t>𝑖</m:t>
                              </m:r>
                            </m:sub>
                          </m:sSub>
                          <m:r>
                            <a:rPr kumimoji="0" lang="en-GB" sz="28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m:t>
                          </m:r>
                        </m:den>
                      </m:f>
                    </m:oMath>
                  </m:oMathPara>
                </a14:m>
                <a:endParaRPr kumimoji="0" lang="en-GB" sz="2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4" name="TextBox 3">
                <a:extLst>
                  <a:ext uri="{FF2B5EF4-FFF2-40B4-BE49-F238E27FC236}">
                    <a16:creationId xmlns:a16="http://schemas.microsoft.com/office/drawing/2014/main" id="{9F8A1AEF-339F-8A64-5A33-8CE10717D91B}"/>
                  </a:ext>
                </a:extLst>
              </p:cNvPr>
              <p:cNvSpPr txBox="1">
                <a:spLocks noRot="1" noChangeAspect="1" noMove="1" noResize="1" noEditPoints="1" noAdjustHandles="1" noChangeArrowheads="1" noChangeShapeType="1" noTextEdit="1"/>
              </p:cNvSpPr>
              <p:nvPr/>
            </p:nvSpPr>
            <p:spPr>
              <a:xfrm>
                <a:off x="679067" y="1261175"/>
                <a:ext cx="5267724" cy="912622"/>
              </a:xfrm>
              <a:prstGeom prst="rect">
                <a:avLst/>
              </a:prstGeom>
              <a:blipFill>
                <a:blip r:embed="rId6"/>
                <a:stretch>
                  <a:fillRect l="-962" t="-2740" r="-1683" b="-150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B8CFBA1-3CE5-0006-7590-045D55E36173}"/>
                  </a:ext>
                </a:extLst>
              </p:cNvPr>
              <p:cNvSpPr txBox="1"/>
              <p:nvPr/>
            </p:nvSpPr>
            <p:spPr>
              <a:xfrm>
                <a:off x="158510" y="2899438"/>
                <a:ext cx="8450518" cy="693844"/>
              </a:xfrm>
              <a:prstGeom prst="rect">
                <a:avLst/>
              </a:prstGeom>
              <a:noFill/>
            </p:spPr>
            <p:txBody>
              <a:bodyPr wrap="non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GB" sz="24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ln</m:t>
                          </m:r>
                        </m:fName>
                        <m:e>
                          <m:r>
                            <a:rPr kumimoji="0" lang="en-GB" sz="2400" b="0" i="1" u="none" strike="noStrike" kern="1200" cap="none" spc="0" normalizeH="0" baseline="0" noProof="0" smtClean="0">
                              <a:ln>
                                <a:noFill/>
                              </a:ln>
                              <a:solidFill>
                                <a:srgbClr val="003E74"/>
                              </a:solidFill>
                              <a:effectLst/>
                              <a:uLnTx/>
                              <a:uFillTx/>
                              <a:latin typeface="Cambria Math" panose="02040503050406030204" pitchFamily="18" charset="0"/>
                              <a:ea typeface="Cambria Math" panose="02040503050406030204" pitchFamily="18" charset="0"/>
                              <a:cs typeface="+mn-cs"/>
                            </a:rPr>
                            <m:t>𝑃</m:t>
                          </m:r>
                          <m:d>
                            <m:dPr>
                              <m:ctrlP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ctrlPr>
                            </m:dPr>
                            <m:e>
                              <m:r>
                                <a:rPr kumimoji="0" lang="en-GB" sz="2400" b="1"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𝝃</m:t>
                              </m:r>
                            </m:e>
                            <m:e>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𝐷</m:t>
                              </m:r>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m:t>
                              </m:r>
                              <m:sSub>
                                <m:sSubPr>
                                  <m:ctrlP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ctrlPr>
                                </m:sSubPr>
                                <m:e>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ℳ</m:t>
                                  </m:r>
                                </m:e>
                                <m:sub>
                                  <m:r>
                                    <a:rPr kumimoji="0" lang="en-GB" sz="24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𝑖</m:t>
                                  </m:r>
                                </m:sub>
                              </m:sSub>
                            </m:e>
                          </m:d>
                        </m:e>
                      </m:func>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num>
                        <m:den>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Sup>
                            <m:sSupPr>
                              <m:ctrlP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pPr>
                            <m:e>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𝜎</m:t>
                              </m:r>
                            </m:e>
                            <m:sup>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p>
                        </m:den>
                      </m:f>
                      <m:sSubSup>
                        <m:sSubSupPr>
                          <m:ctrlP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SupPr>
                        <m:e>
                          <m:d>
                            <m:dPr>
                              <m:begChr m:val="‖"/>
                              <m:endChr m:val="‖"/>
                              <m:ctrlPr>
                                <a:rPr kumimoji="0" lang="en-GB" sz="2400" b="0" i="1" u="none" strike="noStrike" kern="1200" cap="none" spc="0" normalizeH="0" baseline="0" noProof="0" dirty="0" smtClean="0">
                                  <a:ln>
                                    <a:noFill/>
                                  </a:ln>
                                  <a:solidFill>
                                    <a:schemeClr val="accent1"/>
                                  </a:solidFill>
                                  <a:effectLst/>
                                  <a:uLnTx/>
                                  <a:uFillTx/>
                                  <a:latin typeface="Cambria Math" panose="02040503050406030204" pitchFamily="18" charset="0"/>
                                  <a:ea typeface="+mn-ea"/>
                                  <a:cs typeface="+mn-cs"/>
                                </a:rPr>
                              </m:ctrlPr>
                            </m:dPr>
                            <m:e>
                              <m: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𝒚</m:t>
                              </m:r>
                              <m:r>
                                <a:rPr kumimoji="0" lang="en-GB" sz="24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2400" b="1" i="0"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𝚯</m:t>
                                  </m:r>
                                </m:e>
                                <m:sub>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sub>
                              </m:sSub>
                              <m:d>
                                <m:dPr>
                                  <m:ctrlP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dPr>
                                <m:e>
                                  <m:r>
                                    <a:rPr kumimoji="0" lang="en-GB" sz="24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𝒙</m:t>
                                  </m:r>
                                </m:e>
                              </m:d>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r>
                                <a:rPr kumimoji="0" lang="en-GB" sz="24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d>
                        </m:e>
                        <m:sub>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𝐹</m:t>
                          </m:r>
                        </m:sub>
                        <m:sup>
                          <m:r>
                            <a:rPr kumimoji="0" lang="en-GB" sz="24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bSup>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lang="en-GB" sz="2400" i="1" smtClean="0">
                              <a:solidFill>
                                <a:srgbClr val="FF0000"/>
                              </a:solidFill>
                              <a:latin typeface="Cambria Math" panose="02040503050406030204" pitchFamily="18" charset="0"/>
                            </a:rPr>
                          </m:ctrlPr>
                        </m:sSubSupPr>
                        <m:e>
                          <m:r>
                            <a:rPr lang="en-GB" sz="2400" b="0" i="1" smtClean="0">
                              <a:solidFill>
                                <a:srgbClr val="FF0000"/>
                              </a:solidFill>
                              <a:latin typeface="Cambria Math" panose="02040503050406030204" pitchFamily="18" charset="0"/>
                            </a:rPr>
                            <m:t>𝛾</m:t>
                          </m:r>
                          <m:d>
                            <m:dPr>
                              <m:begChr m:val="‖"/>
                              <m:endChr m:val="‖"/>
                              <m:ctrlPr>
                                <a:rPr lang="en-GB" sz="2400" i="1" dirty="0">
                                  <a:solidFill>
                                    <a:srgbClr val="FF0000"/>
                                  </a:solidFill>
                                  <a:latin typeface="Cambria Math" panose="02040503050406030204" pitchFamily="18" charset="0"/>
                                </a:rPr>
                              </m:ctrlPr>
                            </m:dPr>
                            <m:e>
                              <m:r>
                                <a:rPr lang="en-GB" sz="2400" b="1" i="1">
                                  <a:solidFill>
                                    <a:srgbClr val="FF0000"/>
                                  </a:solidFill>
                                  <a:latin typeface="Cambria Math" panose="02040503050406030204" pitchFamily="18" charset="0"/>
                                </a:rPr>
                                <m:t>𝝃</m:t>
                              </m:r>
                            </m:e>
                          </m:d>
                        </m:e>
                        <m:sub/>
                        <m:sup/>
                      </m:sSubSup>
                      <m: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2400" b="0" i="1" u="none" strike="noStrike" kern="1200" cap="none" spc="0" normalizeH="0" baseline="0" noProof="0" smtClean="0">
                          <a:ln>
                            <a:noFill/>
                          </a:ln>
                          <a:solidFill>
                            <a:srgbClr val="00B050"/>
                          </a:solidFill>
                          <a:effectLst/>
                          <a:uLnTx/>
                          <a:uFillTx/>
                          <a:latin typeface="Cambria Math" panose="02040503050406030204" pitchFamily="18" charset="0"/>
                          <a:ea typeface="Cambria Math" panose="02040503050406030204" pitchFamily="18" charset="0"/>
                          <a:cs typeface="+mn-cs"/>
                        </a:rPr>
                        <m:t>𝑛𝑜𝑟𝑚𝑎𝑙𝑖𝑠𝑒</m:t>
                      </m:r>
                    </m:oMath>
                  </m:oMathPara>
                </a14:m>
                <a:endParaRPr kumimoji="0" lang="en-GB"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1" name="TextBox 10">
                <a:extLst>
                  <a:ext uri="{FF2B5EF4-FFF2-40B4-BE49-F238E27FC236}">
                    <a16:creationId xmlns:a16="http://schemas.microsoft.com/office/drawing/2014/main" id="{EB8CFBA1-3CE5-0006-7590-045D55E36173}"/>
                  </a:ext>
                </a:extLst>
              </p:cNvPr>
              <p:cNvSpPr txBox="1">
                <a:spLocks noRot="1" noChangeAspect="1" noMove="1" noResize="1" noEditPoints="1" noAdjustHandles="1" noChangeArrowheads="1" noChangeShapeType="1" noTextEdit="1"/>
              </p:cNvSpPr>
              <p:nvPr/>
            </p:nvSpPr>
            <p:spPr>
              <a:xfrm>
                <a:off x="158510" y="2899438"/>
                <a:ext cx="8450518" cy="693844"/>
              </a:xfrm>
              <a:prstGeom prst="rect">
                <a:avLst/>
              </a:prstGeom>
              <a:blipFill>
                <a:blip r:embed="rId7"/>
                <a:stretch>
                  <a:fillRect r="-300" b="-14545"/>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FEABBBC2-871F-F31F-6C80-43D230BC3279}"/>
              </a:ext>
            </a:extLst>
          </p:cNvPr>
          <p:cNvSpPr txBox="1"/>
          <p:nvPr/>
        </p:nvSpPr>
        <p:spPr>
          <a:xfrm>
            <a:off x="5120095" y="4314887"/>
            <a:ext cx="2634054"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a:ea typeface="+mn-ea"/>
                <a:cs typeface="+mn-cs"/>
              </a:rPr>
              <a:t>Regularised Regression</a:t>
            </a:r>
            <a:br>
              <a:rPr kumimoji="0" lang="en-GB" sz="1800" b="0" i="0" u="none" strike="noStrike" kern="1200" cap="none" spc="0" normalizeH="0" baseline="0" noProof="0" dirty="0">
                <a:ln>
                  <a:noFill/>
                </a:ln>
                <a:solidFill>
                  <a:srgbClr val="000000"/>
                </a:solidFill>
                <a:effectLst/>
                <a:uLnTx/>
                <a:uFillTx/>
                <a:latin typeface="Arial"/>
                <a:ea typeface="+mn-ea"/>
                <a:cs typeface="+mn-cs"/>
              </a:rPr>
            </a:br>
            <a:r>
              <a:rPr kumimoji="0" lang="en-GB" sz="1800" b="0" i="0" u="none" strike="noStrike" kern="1200" cap="none" spc="0" normalizeH="0" baseline="0" noProof="0" dirty="0">
                <a:ln>
                  <a:noFill/>
                </a:ln>
                <a:solidFill>
                  <a:srgbClr val="000000"/>
                </a:solidFill>
                <a:effectLst/>
                <a:uLnTx/>
                <a:uFillTx/>
                <a:latin typeface="Arial"/>
                <a:ea typeface="+mn-ea"/>
                <a:cs typeface="+mn-cs"/>
              </a:rPr>
              <a:t>(</a:t>
            </a:r>
            <a:r>
              <a:rPr kumimoji="0" lang="en-GB" sz="1800" b="0" i="0" u="none" strike="noStrike" kern="1200" cap="none" spc="0" normalizeH="0" baseline="0" noProof="0" dirty="0">
                <a:ln>
                  <a:noFill/>
                </a:ln>
                <a:solidFill>
                  <a:prstClr val="white">
                    <a:lumMod val="50000"/>
                  </a:prstClr>
                </a:solidFill>
                <a:effectLst/>
                <a:uLnTx/>
                <a:uFillTx/>
                <a:latin typeface="Arial"/>
                <a:ea typeface="+mn-ea"/>
                <a:cs typeface="+mn-cs"/>
              </a:rPr>
              <a:t>Regularisation ↔ prior</a:t>
            </a:r>
            <a:r>
              <a:rPr kumimoji="0" lang="en-GB" sz="1800" b="0" i="0" u="none" strike="noStrike" kern="1200" cap="none" spc="0" normalizeH="0" baseline="0" noProof="0" dirty="0">
                <a:ln>
                  <a:noFill/>
                </a:ln>
                <a:solidFill>
                  <a:srgbClr val="000000"/>
                </a:solidFill>
                <a:effectLst/>
                <a:uLnTx/>
                <a:uFillTx/>
                <a:latin typeface="Arial"/>
                <a:ea typeface="+mn-ea"/>
                <a:cs typeface="+mn-cs"/>
              </a:rPr>
              <a:t>)</a:t>
            </a:r>
          </a:p>
        </p:txBody>
      </p:sp>
      <p:sp>
        <p:nvSpPr>
          <p:cNvPr id="22" name="TextBox 21">
            <a:extLst>
              <a:ext uri="{FF2B5EF4-FFF2-40B4-BE49-F238E27FC236}">
                <a16:creationId xmlns:a16="http://schemas.microsoft.com/office/drawing/2014/main" id="{0A2B4779-67A6-DD11-17DA-C92A43DC1F10}"/>
              </a:ext>
            </a:extLst>
          </p:cNvPr>
          <p:cNvSpPr txBox="1"/>
          <p:nvPr/>
        </p:nvSpPr>
        <p:spPr>
          <a:xfrm>
            <a:off x="3538183" y="3685253"/>
            <a:ext cx="114646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likelihood</a:t>
            </a:r>
          </a:p>
        </p:txBody>
      </p:sp>
      <p:sp>
        <p:nvSpPr>
          <p:cNvPr id="23" name="TextBox 22">
            <a:extLst>
              <a:ext uri="{FF2B5EF4-FFF2-40B4-BE49-F238E27FC236}">
                <a16:creationId xmlns:a16="http://schemas.microsoft.com/office/drawing/2014/main" id="{C69FCBE7-8D6D-CD79-5295-5EDF81DAE2B8}"/>
              </a:ext>
            </a:extLst>
          </p:cNvPr>
          <p:cNvSpPr txBox="1"/>
          <p:nvPr/>
        </p:nvSpPr>
        <p:spPr>
          <a:xfrm>
            <a:off x="5520679" y="3685253"/>
            <a:ext cx="2364750" cy="369332"/>
          </a:xfrm>
          <a:prstGeom prst="rect">
            <a:avLst/>
          </a:prstGeom>
          <a:noFill/>
          <a:ln>
            <a:no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0000"/>
                </a:solidFill>
                <a:effectLst/>
                <a:uLnTx/>
                <a:uFillTx/>
                <a:latin typeface="Arial"/>
                <a:ea typeface="+mn-ea"/>
                <a:cs typeface="+mn-cs"/>
              </a:rPr>
              <a:t>Prior (Regularisation)</a:t>
            </a:r>
            <a:endParaRPr kumimoji="0" lang="en-GB" sz="1800" b="0" i="0" u="none" strike="noStrike" kern="1200" cap="none" spc="0" normalizeH="0" baseline="-25000" noProof="0" dirty="0">
              <a:ln>
                <a:noFill/>
              </a:ln>
              <a:solidFill>
                <a:srgbClr val="FF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92A61BF-FAB0-D03B-F01E-F5661D6754E7}"/>
                  </a:ext>
                </a:extLst>
              </p:cNvPr>
              <p:cNvSpPr txBox="1"/>
              <p:nvPr/>
            </p:nvSpPr>
            <p:spPr>
              <a:xfrm>
                <a:off x="6414725" y="967064"/>
                <a:ext cx="813043"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GB" sz="24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𝚯</m:t>
                        </m:r>
                      </m:e>
                      <m:sub>
                        <m: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ℳ</m:t>
                        </m:r>
                      </m:sub>
                    </m:sSub>
                    <m:d>
                      <m:dPr>
                        <m:ctrlPr>
                          <a:rPr kumimoji="0" lang="en-GB" sz="2400" b="1"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GB" sz="24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𝒙</m:t>
                        </m:r>
                      </m:e>
                    </m:d>
                  </m:oMath>
                </a14:m>
                <a:r>
                  <a:rPr kumimoji="0" lang="en-GB" sz="2400" b="0" i="0" u="none" strike="noStrike" kern="1200" cap="none" spc="0" normalizeH="0" baseline="0" noProof="0" dirty="0">
                    <a:ln>
                      <a:noFill/>
                    </a:ln>
                    <a:solidFill>
                      <a:srgbClr val="000000"/>
                    </a:solidFill>
                    <a:effectLst/>
                    <a:uLnTx/>
                    <a:uFillTx/>
                    <a:latin typeface="Arial"/>
                    <a:ea typeface="+mn-ea"/>
                    <a:cs typeface="+mn-cs"/>
                  </a:rPr>
                  <a:t> </a:t>
                </a:r>
              </a:p>
            </p:txBody>
          </p:sp>
        </mc:Choice>
        <mc:Fallback xmlns="">
          <p:sp>
            <p:nvSpPr>
              <p:cNvPr id="31" name="TextBox 30">
                <a:extLst>
                  <a:ext uri="{FF2B5EF4-FFF2-40B4-BE49-F238E27FC236}">
                    <a16:creationId xmlns:a16="http://schemas.microsoft.com/office/drawing/2014/main" id="{843DD9E4-BF8F-58DF-F46C-9AD27599CE4E}"/>
                  </a:ext>
                </a:extLst>
              </p:cNvPr>
              <p:cNvSpPr txBox="1">
                <a:spLocks noRot="1" noChangeAspect="1" noMove="1" noResize="1" noEditPoints="1" noAdjustHandles="1" noChangeArrowheads="1" noChangeShapeType="1" noTextEdit="1"/>
              </p:cNvSpPr>
              <p:nvPr/>
            </p:nvSpPr>
            <p:spPr>
              <a:xfrm>
                <a:off x="6414725" y="967064"/>
                <a:ext cx="813043" cy="461665"/>
              </a:xfrm>
              <a:prstGeom prst="rect">
                <a:avLst/>
              </a:prstGeom>
              <a:blipFill>
                <a:blip r:embed="rId8"/>
                <a:stretch>
                  <a:fillRect r="-19697" b="-27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9D804A6-3342-D254-C4E8-55455D9DFA09}"/>
                  </a:ext>
                </a:extLst>
              </p:cNvPr>
              <p:cNvSpPr txBox="1"/>
              <p:nvPr/>
            </p:nvSpPr>
            <p:spPr>
              <a:xfrm>
                <a:off x="787645" y="4317126"/>
                <a:ext cx="3801594" cy="83215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Arial"/>
                    <a:ea typeface="+mn-ea"/>
                    <a:cs typeface="+mn-cs"/>
                  </a:rPr>
                  <a:t>Maximum a posteriori (MAP): </a:t>
                </a: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GB"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𝝃</m:t>
                          </m:r>
                        </m:e>
                        <m: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𝑀𝐴𝑃</m:t>
                          </m:r>
                        </m:sub>
                      </m:sSub>
                      <m: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unc>
                        <m:func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uncPr>
                        <m:fName>
                          <m:limLow>
                            <m:limLowPr>
                              <m:ctrlPr>
                                <a:rPr kumimoji="0" lang="en-GB"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limLowPr>
                            <m:e>
                              <m:r>
                                <m:rPr>
                                  <m:sty m:val="p"/>
                                </m:rPr>
                                <a:rPr kumimoji="0" lang="en-GB" sz="20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argmax</m:t>
                              </m:r>
                            </m:e>
                            <m:lim>
                              <m:r>
                                <a:rPr kumimoji="0" lang="en-GB" sz="20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𝝃</m:t>
                              </m:r>
                            </m:lim>
                          </m:limLow>
                        </m:fName>
                        <m:e>
                          <m:r>
                            <a:rPr kumimoji="0" lang="en-GB" sz="2000" b="0" i="1" u="none" strike="noStrike" kern="1200" cap="none" spc="0" normalizeH="0" baseline="0" noProof="0" smtClean="0">
                              <a:ln>
                                <a:noFill/>
                              </a:ln>
                              <a:solidFill>
                                <a:srgbClr val="003E74"/>
                              </a:solidFill>
                              <a:effectLst/>
                              <a:uLnTx/>
                              <a:uFillTx/>
                              <a:latin typeface="Cambria Math" panose="02040503050406030204" pitchFamily="18" charset="0"/>
                              <a:ea typeface="+mn-ea"/>
                              <a:cs typeface="+mn-cs"/>
                            </a:rPr>
                            <m:t>𝑃</m:t>
                          </m:r>
                          <m:d>
                            <m:dPr>
                              <m:ctrlP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ctrlPr>
                            </m:dPr>
                            <m:e>
                              <m:r>
                                <a:rPr kumimoji="0" lang="en-GB" sz="2000" b="1"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𝝃</m:t>
                              </m:r>
                            </m:e>
                            <m:e>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𝐷</m:t>
                              </m:r>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mn-ea"/>
                                  <a:cs typeface="+mn-cs"/>
                                </a:rPr>
                                <m:t>,</m:t>
                              </m:r>
                              <m:sSub>
                                <m:sSubPr>
                                  <m:ctrlP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ctrlPr>
                                </m:sSubPr>
                                <m:e>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ℳ</m:t>
                                  </m:r>
                                </m:e>
                                <m:sub>
                                  <m:r>
                                    <a:rPr kumimoji="0" lang="en-GB" sz="2000" b="0" i="1" u="none" strike="noStrike" kern="1200" cap="none" spc="0" normalizeH="0" baseline="0" noProof="0">
                                      <a:ln>
                                        <a:noFill/>
                                      </a:ln>
                                      <a:solidFill>
                                        <a:srgbClr val="003E74"/>
                                      </a:solidFill>
                                      <a:effectLst/>
                                      <a:uLnTx/>
                                      <a:uFillTx/>
                                      <a:latin typeface="Cambria Math" panose="02040503050406030204" pitchFamily="18" charset="0"/>
                                      <a:ea typeface="Cambria Math" panose="02040503050406030204" pitchFamily="18" charset="0"/>
                                      <a:cs typeface="+mn-cs"/>
                                    </a:rPr>
                                    <m:t>𝑖</m:t>
                                  </m:r>
                                </m:sub>
                              </m:sSub>
                            </m:e>
                          </m:d>
                        </m:e>
                      </m:func>
                    </m:oMath>
                  </m:oMathPara>
                </a14:m>
                <a:endParaRPr kumimoji="0" lang="en-GB"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3" name="TextBox 32">
                <a:extLst>
                  <a:ext uri="{FF2B5EF4-FFF2-40B4-BE49-F238E27FC236}">
                    <a16:creationId xmlns:a16="http://schemas.microsoft.com/office/drawing/2014/main" id="{4F4E1AC5-FAF4-78D5-B3AE-28CF93242460}"/>
                  </a:ext>
                </a:extLst>
              </p:cNvPr>
              <p:cNvSpPr txBox="1">
                <a:spLocks noRot="1" noChangeAspect="1" noMove="1" noResize="1" noEditPoints="1" noAdjustHandles="1" noChangeArrowheads="1" noChangeShapeType="1" noTextEdit="1"/>
              </p:cNvSpPr>
              <p:nvPr/>
            </p:nvSpPr>
            <p:spPr>
              <a:xfrm>
                <a:off x="787645" y="4317126"/>
                <a:ext cx="3801594" cy="832151"/>
              </a:xfrm>
              <a:prstGeom prst="rect">
                <a:avLst/>
              </a:prstGeom>
              <a:blipFill>
                <a:blip r:embed="rId9"/>
                <a:stretch>
                  <a:fillRect l="-664" t="-1493" b="-4478"/>
                </a:stretch>
              </a:blipFill>
            </p:spPr>
            <p:txBody>
              <a:bodyPr/>
              <a:lstStyle/>
              <a:p>
                <a:r>
                  <a:rPr lang="en-GB">
                    <a:noFill/>
                  </a:rPr>
                  <a:t> </a:t>
                </a:r>
              </a:p>
            </p:txBody>
          </p:sp>
        </mc:Fallback>
      </mc:AlternateContent>
      <p:sp>
        <p:nvSpPr>
          <p:cNvPr id="36" name="Equals 35">
            <a:extLst>
              <a:ext uri="{FF2B5EF4-FFF2-40B4-BE49-F238E27FC236}">
                <a16:creationId xmlns:a16="http://schemas.microsoft.com/office/drawing/2014/main" id="{0821C8DD-B7B1-6DDF-93DD-2E8873867AF9}"/>
              </a:ext>
            </a:extLst>
          </p:cNvPr>
          <p:cNvSpPr/>
          <p:nvPr/>
        </p:nvSpPr>
        <p:spPr>
          <a:xfrm>
            <a:off x="4365820" y="4449395"/>
            <a:ext cx="665629" cy="476141"/>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TextBox 38">
            <a:extLst>
              <a:ext uri="{FF2B5EF4-FFF2-40B4-BE49-F238E27FC236}">
                <a16:creationId xmlns:a16="http://schemas.microsoft.com/office/drawing/2014/main" id="{E134806D-0245-100D-8D19-3E7666DDF762}"/>
              </a:ext>
            </a:extLst>
          </p:cNvPr>
          <p:cNvSpPr txBox="1"/>
          <p:nvPr/>
        </p:nvSpPr>
        <p:spPr>
          <a:xfrm>
            <a:off x="3149890" y="871848"/>
            <a:ext cx="114646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likelihood</a:t>
            </a:r>
          </a:p>
        </p:txBody>
      </p:sp>
      <p:sp>
        <p:nvSpPr>
          <p:cNvPr id="40" name="TextBox 39">
            <a:extLst>
              <a:ext uri="{FF2B5EF4-FFF2-40B4-BE49-F238E27FC236}">
                <a16:creationId xmlns:a16="http://schemas.microsoft.com/office/drawing/2014/main" id="{0B4AD265-D4FF-F251-A220-F6859CF19F00}"/>
              </a:ext>
            </a:extLst>
          </p:cNvPr>
          <p:cNvSpPr txBox="1"/>
          <p:nvPr/>
        </p:nvSpPr>
        <p:spPr>
          <a:xfrm>
            <a:off x="3801595" y="2167810"/>
            <a:ext cx="11079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B050"/>
                </a:solidFill>
                <a:effectLst/>
                <a:uLnTx/>
                <a:uFillTx/>
                <a:latin typeface="Arial"/>
                <a:ea typeface="+mn-ea"/>
                <a:cs typeface="+mn-cs"/>
              </a:rPr>
              <a:t>evidence</a:t>
            </a:r>
          </a:p>
        </p:txBody>
      </p:sp>
      <p:sp>
        <p:nvSpPr>
          <p:cNvPr id="41" name="TextBox 40">
            <a:extLst>
              <a:ext uri="{FF2B5EF4-FFF2-40B4-BE49-F238E27FC236}">
                <a16:creationId xmlns:a16="http://schemas.microsoft.com/office/drawing/2014/main" id="{30AFD406-381C-4D4B-CC3D-D78B532DEAAB}"/>
              </a:ext>
            </a:extLst>
          </p:cNvPr>
          <p:cNvSpPr txBox="1"/>
          <p:nvPr/>
        </p:nvSpPr>
        <p:spPr>
          <a:xfrm>
            <a:off x="4908071" y="859783"/>
            <a:ext cx="6463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0000"/>
                </a:solidFill>
                <a:effectLst/>
                <a:uLnTx/>
                <a:uFillTx/>
                <a:latin typeface="Arial"/>
                <a:ea typeface="+mn-ea"/>
                <a:cs typeface="+mn-cs"/>
              </a:rPr>
              <a:t>prior</a:t>
            </a:r>
          </a:p>
        </p:txBody>
      </p:sp>
      <p:sp>
        <p:nvSpPr>
          <p:cNvPr id="42" name="TextBox 41">
            <a:extLst>
              <a:ext uri="{FF2B5EF4-FFF2-40B4-BE49-F238E27FC236}">
                <a16:creationId xmlns:a16="http://schemas.microsoft.com/office/drawing/2014/main" id="{5A9526AE-906F-E76A-AF85-98C46B33755F}"/>
              </a:ext>
            </a:extLst>
          </p:cNvPr>
          <p:cNvSpPr txBox="1"/>
          <p:nvPr/>
        </p:nvSpPr>
        <p:spPr>
          <a:xfrm>
            <a:off x="947175" y="1917552"/>
            <a:ext cx="108234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posterior</a:t>
            </a:r>
          </a:p>
        </p:txBody>
      </p:sp>
      <p:sp>
        <p:nvSpPr>
          <p:cNvPr id="43" name="TextBox 42">
            <a:extLst>
              <a:ext uri="{FF2B5EF4-FFF2-40B4-BE49-F238E27FC236}">
                <a16:creationId xmlns:a16="http://schemas.microsoft.com/office/drawing/2014/main" id="{B4214949-4F50-77AE-7353-1A891BB81FF2}"/>
              </a:ext>
            </a:extLst>
          </p:cNvPr>
          <p:cNvSpPr txBox="1"/>
          <p:nvPr/>
        </p:nvSpPr>
        <p:spPr>
          <a:xfrm>
            <a:off x="749734" y="3632245"/>
            <a:ext cx="108234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posterior</a:t>
            </a:r>
          </a:p>
        </p:txBody>
      </p:sp>
      <p:sp>
        <p:nvSpPr>
          <p:cNvPr id="54" name="TextBox 53">
            <a:extLst>
              <a:ext uri="{FF2B5EF4-FFF2-40B4-BE49-F238E27FC236}">
                <a16:creationId xmlns:a16="http://schemas.microsoft.com/office/drawing/2014/main" id="{2EA4A66E-4438-CE4E-2E77-CFE37B64BC8C}"/>
              </a:ext>
            </a:extLst>
          </p:cNvPr>
          <p:cNvSpPr txBox="1"/>
          <p:nvPr/>
        </p:nvSpPr>
        <p:spPr>
          <a:xfrm>
            <a:off x="7464379" y="1053072"/>
            <a:ext cx="144142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3E74"/>
                </a:solidFill>
                <a:effectLst/>
                <a:uLnTx/>
                <a:uFillTx/>
                <a:latin typeface="Arial"/>
                <a:ea typeface="+mn-ea"/>
                <a:cs typeface="+mn-cs"/>
              </a:rPr>
              <a:t>Model Basis</a:t>
            </a:r>
          </a:p>
        </p:txBody>
      </p:sp>
      <p:sp>
        <p:nvSpPr>
          <p:cNvPr id="3" name="Freeform 2">
            <a:extLst>
              <a:ext uri="{FF2B5EF4-FFF2-40B4-BE49-F238E27FC236}">
                <a16:creationId xmlns:a16="http://schemas.microsoft.com/office/drawing/2014/main" id="{9A55C86A-627A-7807-7613-F2CF66F372A9}"/>
              </a:ext>
            </a:extLst>
          </p:cNvPr>
          <p:cNvSpPr/>
          <p:nvPr/>
        </p:nvSpPr>
        <p:spPr>
          <a:xfrm>
            <a:off x="6103620" y="2388870"/>
            <a:ext cx="333502" cy="560070"/>
          </a:xfrm>
          <a:custGeom>
            <a:avLst/>
            <a:gdLst>
              <a:gd name="connsiteX0" fmla="*/ 0 w 333502"/>
              <a:gd name="connsiteY0" fmla="*/ 0 h 560070"/>
              <a:gd name="connsiteX1" fmla="*/ 331470 w 333502"/>
              <a:gd name="connsiteY1" fmla="*/ 228600 h 560070"/>
              <a:gd name="connsiteX2" fmla="*/ 114300 w 333502"/>
              <a:gd name="connsiteY2" fmla="*/ 560070 h 560070"/>
            </a:gdLst>
            <a:ahLst/>
            <a:cxnLst>
              <a:cxn ang="0">
                <a:pos x="connsiteX0" y="connsiteY0"/>
              </a:cxn>
              <a:cxn ang="0">
                <a:pos x="connsiteX1" y="connsiteY1"/>
              </a:cxn>
              <a:cxn ang="0">
                <a:pos x="connsiteX2" y="connsiteY2"/>
              </a:cxn>
            </a:cxnLst>
            <a:rect l="l" t="t" r="r" b="b"/>
            <a:pathLst>
              <a:path w="333502" h="560070">
                <a:moveTo>
                  <a:pt x="0" y="0"/>
                </a:moveTo>
                <a:cubicBezTo>
                  <a:pt x="156210" y="67627"/>
                  <a:pt x="312420" y="135255"/>
                  <a:pt x="331470" y="228600"/>
                </a:cubicBezTo>
                <a:cubicBezTo>
                  <a:pt x="350520" y="321945"/>
                  <a:pt x="232410" y="441007"/>
                  <a:pt x="114300" y="560070"/>
                </a:cubicBezTo>
              </a:path>
            </a:pathLst>
          </a:custGeom>
          <a:noFill/>
          <a:ln w="38100">
            <a:solidFill>
              <a:schemeClr val="tx1"/>
            </a:solidFill>
            <a:headEnd type="none"/>
            <a:tailEnd type="triangle"/>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E6E8183-356D-F219-E27B-5B245A81AD54}"/>
                  </a:ext>
                </a:extLst>
              </p:cNvPr>
              <p:cNvSpPr txBox="1"/>
              <p:nvPr/>
            </p:nvSpPr>
            <p:spPr>
              <a:xfrm>
                <a:off x="6476356" y="2186610"/>
                <a:ext cx="2350323" cy="83099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noProof="0" dirty="0">
                    <a:ln>
                      <a:noFill/>
                    </a:ln>
                    <a:solidFill>
                      <a:schemeClr val="tx1"/>
                    </a:solidFill>
                    <a:effectLst/>
                    <a:uLnTx/>
                    <a:uFillTx/>
                    <a:latin typeface="Arial"/>
                    <a:ea typeface="+mn-ea"/>
                    <a:cs typeface="+mn-cs"/>
                  </a:rPr>
                  <a:t>Gaussian Linear model:</a:t>
                </a:r>
              </a:p>
              <a:p>
                <a:pPr>
                  <a:defRPr/>
                </a:pPr>
                <a14:m>
                  <m:oMathPara xmlns:m="http://schemas.openxmlformats.org/officeDocument/2006/math">
                    <m:oMathParaPr>
                      <m:jc m:val="centerGroup"/>
                    </m:oMathParaPr>
                    <m:oMath xmlns:m="http://schemas.openxmlformats.org/officeDocument/2006/math">
                      <m:r>
                        <a:rPr kumimoji="0" lang="en-GB" sz="1600" b="1"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𝒚</m:t>
                      </m:r>
                      <m:r>
                        <a:rPr kumimoji="0" lang="en-GB" sz="1600" b="1"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 </m:t>
                      </m:r>
                      <m:r>
                        <a:rPr kumimoji="0" lang="en-GB" sz="1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 </m:t>
                      </m:r>
                      <m:r>
                        <a:rPr kumimoji="0" lang="en-GB" sz="1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𝓝</m:t>
                      </m:r>
                      <m:d>
                        <m:dPr>
                          <m:ctrlPr>
                            <a:rPr kumimoji="0" lang="en-GB" sz="1600" b="1"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ctrlPr>
                        </m:dPr>
                        <m:e>
                          <m:sSub>
                            <m:sSubPr>
                              <m:ctrlPr>
                                <a:rPr lang="en-GB" sz="1600" b="1" i="1">
                                  <a:solidFill>
                                    <a:schemeClr val="tx1"/>
                                  </a:solidFill>
                                  <a:latin typeface="Cambria Math" panose="02040503050406030204" pitchFamily="18" charset="0"/>
                                </a:rPr>
                              </m:ctrlPr>
                            </m:sSubPr>
                            <m:e>
                              <m:r>
                                <a:rPr lang="en-GB" sz="1600" b="1">
                                  <a:solidFill>
                                    <a:schemeClr val="tx1"/>
                                  </a:solidFill>
                                  <a:latin typeface="Cambria Math" panose="02040503050406030204" pitchFamily="18" charset="0"/>
                                </a:rPr>
                                <m:t>𝚯</m:t>
                              </m:r>
                            </m:e>
                            <m:sub>
                              <m:r>
                                <a:rPr lang="en-GB" sz="1600" b="1" i="1">
                                  <a:solidFill>
                                    <a:schemeClr val="tx1"/>
                                  </a:solidFill>
                                  <a:latin typeface="Cambria Math" panose="02040503050406030204" pitchFamily="18" charset="0"/>
                                  <a:ea typeface="Cambria Math" panose="02040503050406030204" pitchFamily="18" charset="0"/>
                                </a:rPr>
                                <m:t>ℳ</m:t>
                              </m:r>
                            </m:sub>
                          </m:sSub>
                          <m:d>
                            <m:dPr>
                              <m:ctrlPr>
                                <a:rPr lang="en-GB" sz="1600" b="1" i="1">
                                  <a:solidFill>
                                    <a:schemeClr val="tx1"/>
                                  </a:solidFill>
                                  <a:latin typeface="Cambria Math" panose="02040503050406030204" pitchFamily="18" charset="0"/>
                                  <a:ea typeface="Cambria Math" panose="02040503050406030204" pitchFamily="18" charset="0"/>
                                </a:rPr>
                              </m:ctrlPr>
                            </m:dPr>
                            <m:e>
                              <m:r>
                                <a:rPr lang="en-GB" sz="1600" b="1" i="1">
                                  <a:solidFill>
                                    <a:schemeClr val="tx1"/>
                                  </a:solidFill>
                                  <a:latin typeface="Cambria Math" panose="02040503050406030204" pitchFamily="18" charset="0"/>
                                </a:rPr>
                                <m:t>𝒙</m:t>
                              </m:r>
                            </m:e>
                          </m:d>
                          <m:r>
                            <a:rPr lang="en-GB" sz="1600" b="1" i="1">
                              <a:solidFill>
                                <a:schemeClr val="tx1"/>
                              </a:solidFill>
                              <a:latin typeface="Cambria Math" panose="02040503050406030204" pitchFamily="18" charset="0"/>
                            </a:rPr>
                            <m:t>⋅</m:t>
                          </m:r>
                          <m:r>
                            <a:rPr lang="en-GB" sz="1600" b="1" i="1">
                              <a:solidFill>
                                <a:schemeClr val="tx1"/>
                              </a:solidFill>
                              <a:latin typeface="Cambria Math" panose="02040503050406030204" pitchFamily="18" charset="0"/>
                            </a:rPr>
                            <m:t>𝝃</m:t>
                          </m:r>
                          <m:r>
                            <a:rPr lang="en-GB" sz="1600" b="1" i="1" smtClean="0">
                              <a:solidFill>
                                <a:schemeClr val="tx1"/>
                              </a:solidFill>
                              <a:latin typeface="Cambria Math" panose="02040503050406030204" pitchFamily="18" charset="0"/>
                            </a:rPr>
                            <m:t>,</m:t>
                          </m:r>
                          <m:sSup>
                            <m:sSupPr>
                              <m:ctrlPr>
                                <a:rPr lang="en-GB" sz="1600" i="1" smtClean="0">
                                  <a:solidFill>
                                    <a:schemeClr val="tx1"/>
                                  </a:solidFill>
                                  <a:latin typeface="Cambria Math" panose="02040503050406030204" pitchFamily="18" charset="0"/>
                                </a:rPr>
                              </m:ctrlPr>
                            </m:sSupPr>
                            <m:e>
                              <m:r>
                                <a:rPr lang="en-GB" sz="1600" b="0" i="1" smtClean="0">
                                  <a:solidFill>
                                    <a:schemeClr val="tx1"/>
                                  </a:solidFill>
                                  <a:latin typeface="Cambria Math" panose="02040503050406030204" pitchFamily="18" charset="0"/>
                                </a:rPr>
                                <m:t>𝜎</m:t>
                              </m:r>
                            </m:e>
                            <m:sup>
                              <m:r>
                                <a:rPr lang="en-GB" sz="1600" b="0" i="1" smtClean="0">
                                  <a:solidFill>
                                    <a:schemeClr val="tx1"/>
                                  </a:solidFill>
                                  <a:latin typeface="Cambria Math" panose="02040503050406030204" pitchFamily="18" charset="0"/>
                                </a:rPr>
                                <m:t>2</m:t>
                              </m:r>
                            </m:sup>
                          </m:sSup>
                          <m:r>
                            <a:rPr lang="en-GB" sz="1600" b="1" i="0" smtClean="0">
                              <a:solidFill>
                                <a:schemeClr val="tx1"/>
                              </a:solidFill>
                              <a:latin typeface="Cambria Math" panose="02040503050406030204" pitchFamily="18" charset="0"/>
                            </a:rPr>
                            <m:t>𝐈</m:t>
                          </m:r>
                        </m:e>
                      </m:d>
                    </m:oMath>
                  </m:oMathPara>
                </a14:m>
                <a:endParaRPr lang="en-GB" sz="1600" dirty="0">
                  <a:solidFill>
                    <a:srgbClr val="0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chemeClr val="tx1"/>
                  </a:solidFill>
                  <a:effectLst/>
                  <a:uLnTx/>
                  <a:uFillTx/>
                  <a:latin typeface="Arial"/>
                  <a:ea typeface="+mn-ea"/>
                  <a:cs typeface="+mn-cs"/>
                </a:endParaRPr>
              </a:p>
            </p:txBody>
          </p:sp>
        </mc:Choice>
        <mc:Fallback xmlns="">
          <p:sp>
            <p:nvSpPr>
              <p:cNvPr id="5" name="TextBox 4">
                <a:extLst>
                  <a:ext uri="{FF2B5EF4-FFF2-40B4-BE49-F238E27FC236}">
                    <a16:creationId xmlns:a16="http://schemas.microsoft.com/office/drawing/2014/main" id="{ACB0D4D2-CDD3-5ACC-BF02-1206900A5D72}"/>
                  </a:ext>
                </a:extLst>
              </p:cNvPr>
              <p:cNvSpPr txBox="1">
                <a:spLocks noRot="1" noChangeAspect="1" noMove="1" noResize="1" noEditPoints="1" noAdjustHandles="1" noChangeArrowheads="1" noChangeShapeType="1" noTextEdit="1"/>
              </p:cNvSpPr>
              <p:nvPr/>
            </p:nvSpPr>
            <p:spPr>
              <a:xfrm>
                <a:off x="6476356" y="2186610"/>
                <a:ext cx="2350323" cy="830997"/>
              </a:xfrm>
              <a:prstGeom prst="rect">
                <a:avLst/>
              </a:prstGeom>
              <a:blipFill>
                <a:blip r:embed="rId10"/>
                <a:stretch>
                  <a:fillRect l="-1070" t="-3030"/>
                </a:stretch>
              </a:blipFill>
            </p:spPr>
            <p:txBody>
              <a:bodyPr/>
              <a:lstStyle/>
              <a:p>
                <a:r>
                  <a:rPr lang="en-GB">
                    <a:noFill/>
                  </a:rPr>
                  <a:t> </a:t>
                </a:r>
              </a:p>
            </p:txBody>
          </p:sp>
        </mc:Fallback>
      </mc:AlternateContent>
      <p:sp>
        <p:nvSpPr>
          <p:cNvPr id="6" name="Right Brace 5">
            <a:extLst>
              <a:ext uri="{FF2B5EF4-FFF2-40B4-BE49-F238E27FC236}">
                <a16:creationId xmlns:a16="http://schemas.microsoft.com/office/drawing/2014/main" id="{D5FAEF6F-3DB3-13AB-7D58-94B124E82253}"/>
              </a:ext>
            </a:extLst>
          </p:cNvPr>
          <p:cNvSpPr/>
          <p:nvPr/>
        </p:nvSpPr>
        <p:spPr>
          <a:xfrm rot="5400000" flipH="1">
            <a:off x="4211780" y="2070463"/>
            <a:ext cx="183422" cy="1856534"/>
          </a:xfrm>
          <a:prstGeom prst="rightBrace">
            <a:avLst>
              <a:gd name="adj1" fmla="val 19477"/>
              <a:gd name="adj2" fmla="val 50000"/>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chemeClr val="accent1"/>
              </a:solidFill>
              <a:effectLst/>
              <a:uLnTx/>
              <a:uFillTx/>
              <a:latin typeface="Arial"/>
              <a:ea typeface="+mn-ea"/>
              <a:cs typeface="+mn-cs"/>
            </a:endParaRPr>
          </a:p>
        </p:txBody>
      </p:sp>
      <p:sp>
        <p:nvSpPr>
          <p:cNvPr id="8" name="TextBox 7">
            <a:extLst>
              <a:ext uri="{FF2B5EF4-FFF2-40B4-BE49-F238E27FC236}">
                <a16:creationId xmlns:a16="http://schemas.microsoft.com/office/drawing/2014/main" id="{DFAAC56D-20FA-509F-51EB-198D619C7B6B}"/>
              </a:ext>
            </a:extLst>
          </p:cNvPr>
          <p:cNvSpPr txBox="1"/>
          <p:nvPr/>
        </p:nvSpPr>
        <p:spPr>
          <a:xfrm>
            <a:off x="3999208" y="2537687"/>
            <a:ext cx="67197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error</a:t>
            </a:r>
          </a:p>
        </p:txBody>
      </p:sp>
    </p:spTree>
    <p:extLst>
      <p:ext uri="{BB962C8B-B14F-4D97-AF65-F5344CB8AC3E}">
        <p14:creationId xmlns:p14="http://schemas.microsoft.com/office/powerpoint/2010/main" val="39018343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P spid="22" grpId="0"/>
      <p:bldP spid="23" grpId="0"/>
      <p:bldP spid="33" grpId="0"/>
      <p:bldP spid="36" grpId="0" animBg="1"/>
      <p:bldP spid="43" grpId="0"/>
      <p:bldP spid="3" grpId="0" animBg="1"/>
      <p:bldP spid="5" grpId="0"/>
      <p:bldP spid="6" grpId="0" animBg="1"/>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18A5-FC86-4ABD-CE6B-8FD6AA866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C2013-8DD8-EF9A-4224-1220B25088EB}"/>
              </a:ext>
            </a:extLst>
          </p:cNvPr>
          <p:cNvSpPr>
            <a:spLocks noGrp="1"/>
          </p:cNvSpPr>
          <p:nvPr>
            <p:ph type="title"/>
          </p:nvPr>
        </p:nvSpPr>
        <p:spPr>
          <a:xfrm>
            <a:off x="147484" y="128259"/>
            <a:ext cx="8884428" cy="380667"/>
          </a:xfrm>
        </p:spPr>
        <p:txBody>
          <a:bodyPr/>
          <a:lstStyle/>
          <a:p>
            <a:r>
              <a:rPr lang="en-GB" dirty="0"/>
              <a:t>Types of prior</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ED3D598E-9D40-6763-08BD-9395FFAC1F25}"/>
                  </a:ext>
                </a:extLst>
              </p:cNvPr>
              <p:cNvGraphicFramePr>
                <a:graphicFrameLocks noGrp="1"/>
              </p:cNvGraphicFramePr>
              <p:nvPr>
                <p:ph idx="1"/>
                <p:extLst>
                  <p:ext uri="{D42A27DB-BD31-4B8C-83A1-F6EECF244321}">
                    <p14:modId xmlns:p14="http://schemas.microsoft.com/office/powerpoint/2010/main" val="1275099124"/>
                  </p:ext>
                </p:extLst>
              </p:nvPr>
            </p:nvGraphicFramePr>
            <p:xfrm>
              <a:off x="147638" y="599441"/>
              <a:ext cx="8884275" cy="4448289"/>
            </p:xfrm>
            <a:graphic>
              <a:graphicData uri="http://schemas.openxmlformats.org/drawingml/2006/table">
                <a:tbl>
                  <a:tblPr firstRow="1" bandRow="1">
                    <a:tableStyleId>{5C22544A-7EE6-4342-B048-85BDC9FD1C3A}</a:tableStyleId>
                  </a:tblPr>
                  <a:tblGrid>
                    <a:gridCol w="1469406">
                      <a:extLst>
                        <a:ext uri="{9D8B030D-6E8A-4147-A177-3AD203B41FA5}">
                          <a16:colId xmlns:a16="http://schemas.microsoft.com/office/drawing/2014/main" val="1657033412"/>
                        </a:ext>
                      </a:extLst>
                    </a:gridCol>
                    <a:gridCol w="3339967">
                      <a:extLst>
                        <a:ext uri="{9D8B030D-6E8A-4147-A177-3AD203B41FA5}">
                          <a16:colId xmlns:a16="http://schemas.microsoft.com/office/drawing/2014/main" val="4274919674"/>
                        </a:ext>
                      </a:extLst>
                    </a:gridCol>
                    <a:gridCol w="2040555">
                      <a:extLst>
                        <a:ext uri="{9D8B030D-6E8A-4147-A177-3AD203B41FA5}">
                          <a16:colId xmlns:a16="http://schemas.microsoft.com/office/drawing/2014/main" val="719215025"/>
                        </a:ext>
                      </a:extLst>
                    </a:gridCol>
                    <a:gridCol w="2034347">
                      <a:extLst>
                        <a:ext uri="{9D8B030D-6E8A-4147-A177-3AD203B41FA5}">
                          <a16:colId xmlns:a16="http://schemas.microsoft.com/office/drawing/2014/main" val="3704509635"/>
                        </a:ext>
                      </a:extLst>
                    </a:gridCol>
                  </a:tblGrid>
                  <a:tr h="356477">
                    <a:tc>
                      <a:txBody>
                        <a:bodyPr/>
                        <a:lstStyle/>
                        <a:p>
                          <a:r>
                            <a:rPr lang="en-GB" dirty="0"/>
                            <a:t>Regression</a:t>
                          </a:r>
                        </a:p>
                      </a:txBody>
                      <a:tcPr/>
                    </a:tc>
                    <a:tc>
                      <a:txBody>
                        <a:bodyPr/>
                        <a:lstStyle/>
                        <a:p>
                          <a:r>
                            <a:rPr lang="en-GB" dirty="0"/>
                            <a:t>Loss</a:t>
                          </a:r>
                        </a:p>
                      </a:txBody>
                      <a:tcPr/>
                    </a:tc>
                    <a:tc>
                      <a:txBody>
                        <a:bodyPr/>
                        <a:lstStyle/>
                        <a:p>
                          <a:r>
                            <a:rPr lang="en-GB" dirty="0" err="1"/>
                            <a:t>Regulariser</a:t>
                          </a:r>
                          <a:endParaRPr lang="en-GB" dirty="0"/>
                        </a:p>
                      </a:txBody>
                      <a:tcPr/>
                    </a:tc>
                    <a:tc>
                      <a:txBody>
                        <a:bodyPr/>
                        <a:lstStyle/>
                        <a:p>
                          <a:r>
                            <a:rPr lang="en-GB" dirty="0"/>
                            <a:t>Prior</a:t>
                          </a:r>
                        </a:p>
                      </a:txBody>
                      <a:tcPr/>
                    </a:tc>
                    <a:extLst>
                      <a:ext uri="{0D108BD9-81ED-4DB2-BD59-A6C34878D82A}">
                        <a16:rowId xmlns:a16="http://schemas.microsoft.com/office/drawing/2014/main" val="2723623244"/>
                      </a:ext>
                    </a:extLst>
                  </a:tr>
                  <a:tr h="1005315">
                    <a:tc>
                      <a:txBody>
                        <a:bodyPr/>
                        <a:lstStyle/>
                        <a:p>
                          <a:r>
                            <a:rPr lang="en-GB" dirty="0"/>
                            <a:t>Ridge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fPr>
                                  <m:num>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num>
                                  <m:den>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Sup>
                                      <m:sSup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pPr>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𝜎</m:t>
                                        </m:r>
                                      </m:e>
                                      <m:sup>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p>
                                  </m:den>
                                </m:f>
                                <m:sSubSup>
                                  <m:sSubSup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SupPr>
                                  <m:e>
                                    <m:d>
                                      <m:dPr>
                                        <m:begChr m:val="‖"/>
                                        <m:endChr m:val="‖"/>
                                        <m:ctrlPr>
                                          <a:rPr kumimoji="0" lang="en-GB" sz="1800" b="0" i="1" u="none" strike="noStrike" kern="1200" cap="none" spc="0" normalizeH="0" baseline="0" noProof="0" dirty="0" smtClean="0">
                                            <a:ln>
                                              <a:noFill/>
                                            </a:ln>
                                            <a:solidFill>
                                              <a:schemeClr val="accent1"/>
                                            </a:solidFill>
                                            <a:effectLst/>
                                            <a:uLnTx/>
                                            <a:uFillTx/>
                                            <a:latin typeface="Cambria Math" panose="02040503050406030204" pitchFamily="18" charset="0"/>
                                            <a:ea typeface="+mn-ea"/>
                                            <a:cs typeface="+mn-cs"/>
                                          </a:rPr>
                                        </m:ctrlPr>
                                      </m:dPr>
                                      <m:e>
                                        <m: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𝒚</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1800" b="1" i="0"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𝚯</m:t>
                                            </m:r>
                                          </m:e>
                                          <m:sub>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sub>
                                        </m:sSub>
                                        <m:d>
                                          <m:dPr>
                                            <m:ctrlP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dPr>
                                          <m:e>
                                            <m: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𝒙</m:t>
                                            </m:r>
                                          </m:e>
                                        </m:d>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d>
                                  </m:e>
                                  <m:sub>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𝐹</m:t>
                                    </m:r>
                                  </m:sub>
                                  <m:sup>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bSup>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GB"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fPr>
                                  <m:num>
                                    <m:r>
                                      <a:rPr lang="en-GB" sz="1800" b="0" i="1" smtClean="0">
                                        <a:solidFill>
                                          <a:srgbClr val="FF0000"/>
                                        </a:solidFill>
                                        <a:latin typeface="Cambria Math" panose="02040503050406030204" pitchFamily="18" charset="0"/>
                                      </a:rPr>
                                      <m:t>𝛾</m:t>
                                    </m:r>
                                  </m:num>
                                  <m:den>
                                    <m:r>
                                      <a:rPr kumimoji="0" lang="en-GB"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2</m:t>
                                    </m:r>
                                  </m:den>
                                </m:f>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𝟐</m:t>
                                    </m:r>
                                  </m:sub>
                                  <m:sup>
                                    <m:r>
                                      <a:rPr lang="en-GB" sz="1800" b="1" i="1" smtClean="0">
                                        <a:solidFill>
                                          <a:srgbClr val="FF0000"/>
                                        </a:solidFill>
                                        <a:latin typeface="Cambria Math" panose="02040503050406030204" pitchFamily="18" charset="0"/>
                                      </a:rPr>
                                      <m:t>𝟐</m:t>
                                    </m:r>
                                  </m:sup>
                                </m:sSubSup>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sz="1800" b="0" i="1" smtClean="0">
                                        <a:solidFill>
                                          <a:srgbClr val="FF0000"/>
                                        </a:solidFill>
                                        <a:latin typeface="Cambria Math" panose="02040503050406030204" pitchFamily="18" charset="0"/>
                                      </a:rPr>
                                    </m:ctrlPr>
                                  </m:fPr>
                                  <m:num>
                                    <m:r>
                                      <a:rPr lang="en-GB" sz="1800" b="0" i="1" smtClean="0">
                                        <a:solidFill>
                                          <a:srgbClr val="FF0000"/>
                                        </a:solidFill>
                                        <a:latin typeface="Cambria Math" panose="02040503050406030204" pitchFamily="18" charset="0"/>
                                      </a:rPr>
                                      <m:t>1</m:t>
                                    </m:r>
                                  </m:num>
                                  <m:den>
                                    <m:r>
                                      <a:rPr lang="en-GB" sz="1800" b="0" i="1" smtClean="0">
                                        <a:solidFill>
                                          <a:srgbClr val="FF0000"/>
                                        </a:solidFill>
                                        <a:latin typeface="Cambria Math" panose="02040503050406030204" pitchFamily="18" charset="0"/>
                                      </a:rPr>
                                      <m:t>2</m:t>
                                    </m:r>
                                  </m:den>
                                </m:f>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𝟐</m:t>
                                    </m:r>
                                  </m:sub>
                                  <m:sup>
                                    <m:r>
                                      <a:rPr lang="en-GB" sz="1800" b="1" i="1" smtClean="0">
                                        <a:solidFill>
                                          <a:srgbClr val="FF0000"/>
                                        </a:solidFill>
                                        <a:latin typeface="Cambria Math" panose="02040503050406030204" pitchFamily="18" charset="0"/>
                                      </a:rPr>
                                      <m:t>𝟐</m:t>
                                    </m:r>
                                  </m:sup>
                                </m:sSubSup>
                                <m:r>
                                  <a:rPr lang="en-GB" sz="1800" b="1" i="1" smtClean="0">
                                    <a:solidFill>
                                      <a:srgbClr val="FF0000"/>
                                    </a:solidFill>
                                    <a:latin typeface="Cambria Math" panose="02040503050406030204" pitchFamily="18" charset="0"/>
                                  </a:rPr>
                                  <m:t>=</m:t>
                                </m:r>
                                <m:f>
                                  <m:fPr>
                                    <m:ctrlPr>
                                      <a:rPr lang="en-GB" sz="1800" b="0" i="1" smtClean="0">
                                        <a:solidFill>
                                          <a:srgbClr val="FF0000"/>
                                        </a:solidFill>
                                        <a:latin typeface="Cambria Math" panose="02040503050406030204" pitchFamily="18" charset="0"/>
                                      </a:rPr>
                                    </m:ctrlPr>
                                  </m:fPr>
                                  <m:num>
                                    <m:r>
                                      <a:rPr lang="en-GB" sz="1800" b="0" i="1" smtClean="0">
                                        <a:solidFill>
                                          <a:srgbClr val="FF0000"/>
                                        </a:solidFill>
                                        <a:latin typeface="Cambria Math" panose="02040503050406030204" pitchFamily="18" charset="0"/>
                                      </a:rPr>
                                      <m:t>1</m:t>
                                    </m:r>
                                  </m:num>
                                  <m:den>
                                    <m:r>
                                      <a:rPr lang="en-GB" sz="1800" b="0" i="1" smtClean="0">
                                        <a:solidFill>
                                          <a:srgbClr val="FF0000"/>
                                        </a:solidFill>
                                        <a:latin typeface="Cambria Math" panose="02040503050406030204" pitchFamily="18" charset="0"/>
                                      </a:rPr>
                                      <m:t>2</m:t>
                                    </m:r>
                                  </m:den>
                                </m:f>
                                <m:nary>
                                  <m:naryPr>
                                    <m:chr m:val="∑"/>
                                    <m:supHide m:val="on"/>
                                    <m:ctrlPr>
                                      <a:rPr lang="en-GB" sz="1800" b="0" i="1" smtClean="0">
                                        <a:solidFill>
                                          <a:srgbClr val="FF0000"/>
                                        </a:solidFill>
                                        <a:latin typeface="Cambria Math" panose="02040503050406030204" pitchFamily="18" charset="0"/>
                                      </a:rPr>
                                    </m:ctrlPr>
                                  </m:naryPr>
                                  <m:sub>
                                    <m:r>
                                      <m:rPr>
                                        <m:brk m:alnAt="7"/>
                                      </m:rPr>
                                      <a:rPr lang="en-GB" sz="1800" b="0" i="1" smtClean="0">
                                        <a:solidFill>
                                          <a:srgbClr val="FF0000"/>
                                        </a:solidFill>
                                        <a:latin typeface="Cambria Math" panose="02040503050406030204" pitchFamily="18" charset="0"/>
                                      </a:rPr>
                                      <m:t>𝑖</m:t>
                                    </m:r>
                                  </m:sub>
                                  <m:sup/>
                                  <m:e>
                                    <m:sSubSup>
                                      <m:sSubSupPr>
                                        <m:ctrlPr>
                                          <a:rPr lang="en-GB" sz="1800" b="0" i="1" smtClean="0">
                                            <a:solidFill>
                                              <a:srgbClr val="FF0000"/>
                                            </a:solidFill>
                                            <a:latin typeface="Cambria Math" panose="02040503050406030204" pitchFamily="18" charset="0"/>
                                          </a:rPr>
                                        </m:ctrlPr>
                                      </m:sSubSupPr>
                                      <m:e>
                                        <m:r>
                                          <a:rPr lang="en-GB" sz="1800" b="0" i="1" smtClean="0">
                                            <a:solidFill>
                                              <a:srgbClr val="FF0000"/>
                                            </a:solidFill>
                                            <a:latin typeface="Cambria Math" panose="02040503050406030204" pitchFamily="18" charset="0"/>
                                          </a:rPr>
                                          <m:t>𝜉</m:t>
                                        </m:r>
                                      </m:e>
                                      <m:sub>
                                        <m:r>
                                          <a:rPr lang="en-GB" sz="1800" b="0" i="1" smtClean="0">
                                            <a:solidFill>
                                              <a:srgbClr val="FF0000"/>
                                            </a:solidFill>
                                            <a:latin typeface="Cambria Math" panose="02040503050406030204" pitchFamily="18" charset="0"/>
                                          </a:rPr>
                                          <m:t>𝑖</m:t>
                                        </m:r>
                                      </m:sub>
                                      <m:sup>
                                        <m:r>
                                          <a:rPr lang="en-GB" sz="1800" b="0" i="1" smtClean="0">
                                            <a:solidFill>
                                              <a:srgbClr val="FF0000"/>
                                            </a:solidFill>
                                            <a:latin typeface="Cambria Math" panose="02040503050406030204" pitchFamily="18" charset="0"/>
                                          </a:rPr>
                                          <m:t>2</m:t>
                                        </m:r>
                                      </m:sup>
                                    </m:sSubSup>
                                  </m:e>
                                </m:nary>
                              </m:oMath>
                            </m:oMathPara>
                          </a14:m>
                          <a:endParaRPr lang="en-GB" b="0" dirty="0"/>
                        </a:p>
                      </a:txBody>
                      <a:tcPr/>
                    </a:tc>
                    <a:tc>
                      <a:txBody>
                        <a:bodyPr/>
                        <a:lstStyle/>
                        <a:p>
                          <a:r>
                            <a:rPr lang="en-GB" dirty="0"/>
                            <a:t>Gaussian (L2)</a:t>
                          </a:r>
                        </a:p>
                        <a:p>
                          <a:pPr/>
                          <a14:m>
                            <m:oMathPara xmlns:m="http://schemas.openxmlformats.org/officeDocument/2006/math">
                              <m:oMathParaPr>
                                <m:jc m:val="centerGroup"/>
                              </m:oMathParaPr>
                              <m:oMath xmlns:m="http://schemas.openxmlformats.org/officeDocument/2006/math">
                                <m:r>
                                  <a:rPr lang="en-GB" sz="1800" b="0" i="1" smtClean="0">
                                    <a:solidFill>
                                      <a:srgbClr val="FF0000"/>
                                    </a:solidFill>
                                    <a:latin typeface="Cambria Math" panose="02040503050406030204" pitchFamily="18" charset="0"/>
                                  </a:rPr>
                                  <m:t>𝜉</m:t>
                                </m:r>
                                <m:r>
                                  <a:rPr lang="en-GB" sz="1800" b="0" i="1" smtClean="0">
                                    <a:solidFill>
                                      <a:srgbClr val="FF0000"/>
                                    </a:solidFill>
                                    <a:latin typeface="Cambria Math" panose="02040503050406030204" pitchFamily="18" charset="0"/>
                                  </a:rPr>
                                  <m:t>~</m:t>
                                </m:r>
                                <m:r>
                                  <a:rPr lang="en-GB" sz="1800" b="0" i="1" smtClean="0">
                                    <a:solidFill>
                                      <a:srgbClr val="FF0000"/>
                                    </a:solidFill>
                                    <a:latin typeface="Cambria Math" panose="02040503050406030204" pitchFamily="18" charset="0"/>
                                    <a:ea typeface="Cambria Math" panose="02040503050406030204" pitchFamily="18" charset="0"/>
                                  </a:rPr>
                                  <m:t>𝒩</m:t>
                                </m:r>
                                <m:r>
                                  <a:rPr lang="en-GB" sz="1800" b="0" i="1" smtClean="0">
                                    <a:solidFill>
                                      <a:srgbClr val="FF0000"/>
                                    </a:solidFill>
                                    <a:latin typeface="Cambria Math" panose="02040503050406030204" pitchFamily="18" charset="0"/>
                                    <a:ea typeface="Cambria Math" panose="02040503050406030204" pitchFamily="18" charset="0"/>
                                  </a:rPr>
                                  <m:t>(0,1)</m:t>
                                </m:r>
                              </m:oMath>
                            </m:oMathPara>
                          </a14:m>
                          <a:endParaRPr lang="en-GB" dirty="0"/>
                        </a:p>
                      </a:txBody>
                      <a:tcPr/>
                    </a:tc>
                    <a:extLst>
                      <a:ext uri="{0D108BD9-81ED-4DB2-BD59-A6C34878D82A}">
                        <a16:rowId xmlns:a16="http://schemas.microsoft.com/office/drawing/2014/main" val="2623789673"/>
                      </a:ext>
                    </a:extLst>
                  </a:tr>
                  <a:tr h="891193">
                    <a:tc>
                      <a:txBody>
                        <a:bodyPr/>
                        <a:lstStyle/>
                        <a:p>
                          <a:r>
                            <a:rPr lang="en-GB" dirty="0"/>
                            <a:t>LASSO</a:t>
                          </a:r>
                        </a:p>
                      </a:txBody>
                      <a:tcPr/>
                    </a:tc>
                    <a:tc>
                      <a:txBody>
                        <a:bodyPr/>
                        <a:lstStyle/>
                        <a:p>
                          <a:pPr/>
                          <a14:m>
                            <m:oMathPara xmlns:m="http://schemas.openxmlformats.org/officeDocument/2006/math">
                              <m:oMathParaPr>
                                <m:jc m:val="centerGroup"/>
                              </m:oMathParaPr>
                              <m:oMath xmlns:m="http://schemas.openxmlformats.org/officeDocument/2006/math">
                                <m:f>
                                  <m:f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fPr>
                                  <m:num>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num>
                                  <m:den>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Sup>
                                      <m:sSup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pPr>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𝜎</m:t>
                                        </m:r>
                                      </m:e>
                                      <m:sup>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p>
                                  </m:den>
                                </m:f>
                                <m:sSubSup>
                                  <m:sSubSup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SupPr>
                                  <m:e>
                                    <m:d>
                                      <m:dPr>
                                        <m:begChr m:val="‖"/>
                                        <m:endChr m:val="‖"/>
                                        <m:ctrlPr>
                                          <a:rPr kumimoji="0" lang="en-GB" sz="1800" b="0" i="1" u="none" strike="noStrike" kern="1200" cap="none" spc="0" normalizeH="0" baseline="0" noProof="0" dirty="0" smtClean="0">
                                            <a:ln>
                                              <a:noFill/>
                                            </a:ln>
                                            <a:solidFill>
                                              <a:schemeClr val="accent1"/>
                                            </a:solidFill>
                                            <a:effectLst/>
                                            <a:uLnTx/>
                                            <a:uFillTx/>
                                            <a:latin typeface="Cambria Math" panose="02040503050406030204" pitchFamily="18" charset="0"/>
                                            <a:ea typeface="+mn-ea"/>
                                            <a:cs typeface="+mn-cs"/>
                                          </a:rPr>
                                        </m:ctrlPr>
                                      </m:dPr>
                                      <m:e>
                                        <m: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𝒚</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1800" b="1" i="0"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𝚯</m:t>
                                            </m:r>
                                          </m:e>
                                          <m:sub>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sub>
                                        </m:sSub>
                                        <m:d>
                                          <m:dPr>
                                            <m:ctrlP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dPr>
                                          <m:e>
                                            <m: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𝒙</m:t>
                                            </m:r>
                                          </m:e>
                                        </m:d>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d>
                                  </m:e>
                                  <m:sub>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𝐹</m:t>
                                    </m:r>
                                  </m:sub>
                                  <m:sup>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bSup>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𝛾</m:t>
                                </m:r>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𝟏</m:t>
                                    </m:r>
                                  </m:sub>
                                  <m:sup/>
                                </m:sSubSup>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𝟏</m:t>
                                    </m:r>
                                  </m:sub>
                                  <m:sup/>
                                </m:sSubSup>
                                <m:r>
                                  <a:rPr lang="en-GB" sz="1800" b="1" i="1" smtClean="0">
                                    <a:solidFill>
                                      <a:srgbClr val="FF0000"/>
                                    </a:solidFill>
                                    <a:latin typeface="Cambria Math" panose="02040503050406030204" pitchFamily="18" charset="0"/>
                                  </a:rPr>
                                  <m:t>=</m:t>
                                </m:r>
                                <m:nary>
                                  <m:naryPr>
                                    <m:chr m:val="∑"/>
                                    <m:supHide m:val="on"/>
                                    <m:ctrlPr>
                                      <a:rPr lang="en-GB" sz="1800" b="0" i="1" smtClean="0">
                                        <a:solidFill>
                                          <a:srgbClr val="FF0000"/>
                                        </a:solidFill>
                                        <a:latin typeface="Cambria Math" panose="02040503050406030204" pitchFamily="18" charset="0"/>
                                      </a:rPr>
                                    </m:ctrlPr>
                                  </m:naryPr>
                                  <m:sub>
                                    <m:r>
                                      <m:rPr>
                                        <m:brk m:alnAt="7"/>
                                      </m:rPr>
                                      <a:rPr lang="en-GB" sz="1800" b="0" i="1" smtClean="0">
                                        <a:solidFill>
                                          <a:srgbClr val="FF0000"/>
                                        </a:solidFill>
                                        <a:latin typeface="Cambria Math" panose="02040503050406030204" pitchFamily="18" charset="0"/>
                                      </a:rPr>
                                      <m:t>𝑖</m:t>
                                    </m:r>
                                  </m:sub>
                                  <m:sup/>
                                  <m:e>
                                    <m:d>
                                      <m:dPr>
                                        <m:begChr m:val="|"/>
                                        <m:endChr m:val="|"/>
                                        <m:ctrlPr>
                                          <a:rPr lang="en-GB" sz="1800" b="0" i="1" smtClean="0">
                                            <a:solidFill>
                                              <a:srgbClr val="FF0000"/>
                                            </a:solidFill>
                                            <a:latin typeface="Cambria Math" panose="02040503050406030204" pitchFamily="18" charset="0"/>
                                          </a:rPr>
                                        </m:ctrlPr>
                                      </m:dPr>
                                      <m:e>
                                        <m:sSub>
                                          <m:sSubPr>
                                            <m:ctrlPr>
                                              <a:rPr lang="en-GB" sz="1800" b="0" i="1" smtClean="0">
                                                <a:solidFill>
                                                  <a:srgbClr val="FF0000"/>
                                                </a:solidFill>
                                                <a:latin typeface="Cambria Math" panose="02040503050406030204" pitchFamily="18" charset="0"/>
                                              </a:rPr>
                                            </m:ctrlPr>
                                          </m:sSubPr>
                                          <m:e>
                                            <m:r>
                                              <a:rPr lang="en-GB" sz="1800" b="0" i="1" smtClean="0">
                                                <a:solidFill>
                                                  <a:srgbClr val="FF0000"/>
                                                </a:solidFill>
                                                <a:latin typeface="Cambria Math" panose="02040503050406030204" pitchFamily="18" charset="0"/>
                                              </a:rPr>
                                              <m:t>𝜉</m:t>
                                            </m:r>
                                          </m:e>
                                          <m:sub>
                                            <m:r>
                                              <a:rPr lang="en-GB" sz="1800" b="0" i="1" smtClean="0">
                                                <a:solidFill>
                                                  <a:srgbClr val="FF0000"/>
                                                </a:solidFill>
                                                <a:latin typeface="Cambria Math" panose="02040503050406030204" pitchFamily="18" charset="0"/>
                                              </a:rPr>
                                              <m:t>𝑖</m:t>
                                            </m:r>
                                          </m:sub>
                                        </m:sSub>
                                      </m:e>
                                    </m:d>
                                  </m:e>
                                </m:nary>
                              </m:oMath>
                            </m:oMathPara>
                          </a14:m>
                          <a:endParaRPr lang="en-GB" dirty="0"/>
                        </a:p>
                      </a:txBody>
                      <a:tcPr/>
                    </a:tc>
                    <a:tc>
                      <a:txBody>
                        <a:bodyPr/>
                        <a:lstStyle/>
                        <a:p>
                          <a:r>
                            <a:rPr lang="en-GB" dirty="0"/>
                            <a:t>Laplace (L1)</a:t>
                          </a: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solidFill>
                                      <a:srgbClr val="FF0000"/>
                                    </a:solidFill>
                                    <a:latin typeface="Cambria Math" panose="02040503050406030204" pitchFamily="18" charset="0"/>
                                  </a:rPr>
                                  <m:t>𝜉</m:t>
                                </m:r>
                                <m:r>
                                  <a:rPr lang="en-GB" sz="1800" b="0" i="1" smtClean="0">
                                    <a:solidFill>
                                      <a:srgbClr val="FF0000"/>
                                    </a:solidFill>
                                    <a:latin typeface="Cambria Math" panose="02040503050406030204" pitchFamily="18" charset="0"/>
                                  </a:rPr>
                                  <m:t>~</m:t>
                                </m:r>
                                <m:r>
                                  <a:rPr lang="en-GB" sz="1800" b="0" i="1" smtClean="0">
                                    <a:solidFill>
                                      <a:srgbClr val="FF0000"/>
                                    </a:solidFill>
                                    <a:latin typeface="Cambria Math" panose="02040503050406030204" pitchFamily="18" charset="0"/>
                                  </a:rPr>
                                  <m:t>𝐿𝑎𝑝𝑙𝑎𝑐𝑒</m:t>
                                </m:r>
                                <m:r>
                                  <a:rPr lang="en-GB" sz="1800" b="0" i="1" smtClean="0">
                                    <a:solidFill>
                                      <a:srgbClr val="FF0000"/>
                                    </a:solidFill>
                                    <a:latin typeface="Cambria Math" panose="02040503050406030204" pitchFamily="18" charset="0"/>
                                    <a:ea typeface="Cambria Math" panose="02040503050406030204" pitchFamily="18" charset="0"/>
                                  </a:rPr>
                                  <m:t>(0,1)</m:t>
                                </m:r>
                              </m:oMath>
                            </m:oMathPara>
                          </a14:m>
                          <a:endParaRPr lang="en-GB" dirty="0"/>
                        </a:p>
                        <a:p>
                          <a:endParaRPr lang="en-GB" dirty="0"/>
                        </a:p>
                      </a:txBody>
                      <a:tcPr/>
                    </a:tc>
                    <a:extLst>
                      <a:ext uri="{0D108BD9-81ED-4DB2-BD59-A6C34878D82A}">
                        <a16:rowId xmlns:a16="http://schemas.microsoft.com/office/drawing/2014/main" val="2352200905"/>
                      </a:ext>
                    </a:extLst>
                  </a:tr>
                  <a:tr h="720938">
                    <a:tc>
                      <a:txBody>
                        <a:bodyPr/>
                        <a:lstStyle/>
                        <a:p>
                          <a:r>
                            <a:rPr lang="en-GB" dirty="0"/>
                            <a:t>Sequential Threshold</a:t>
                          </a:r>
                        </a:p>
                      </a:txBody>
                      <a:tcPr/>
                    </a:tc>
                    <a:tc>
                      <a:txBody>
                        <a:bodyPr/>
                        <a:lstStyle/>
                        <a:p>
                          <a:pPr/>
                          <a14:m>
                            <m:oMathPara xmlns:m="http://schemas.openxmlformats.org/officeDocument/2006/math">
                              <m:oMathParaPr>
                                <m:jc m:val="centerGroup"/>
                              </m:oMathParaPr>
                              <m:oMath xmlns:m="http://schemas.openxmlformats.org/officeDocument/2006/math">
                                <m:f>
                                  <m:f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fPr>
                                  <m:num>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num>
                                  <m:den>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Sup>
                                      <m:sSup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pPr>
                                      <m:e>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𝜎</m:t>
                                        </m:r>
                                      </m:e>
                                      <m:sup>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p>
                                  </m:den>
                                </m:f>
                                <m:sSubSup>
                                  <m:sSubSupPr>
                                    <m:ctrlP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SupPr>
                                  <m:e>
                                    <m:d>
                                      <m:dPr>
                                        <m:begChr m:val="‖"/>
                                        <m:endChr m:val="‖"/>
                                        <m:ctrlPr>
                                          <a:rPr kumimoji="0" lang="en-GB" sz="1800" b="0" i="1" u="none" strike="noStrike" kern="1200" cap="none" spc="0" normalizeH="0" baseline="0" noProof="0" dirty="0" smtClean="0">
                                            <a:ln>
                                              <a:noFill/>
                                            </a:ln>
                                            <a:solidFill>
                                              <a:schemeClr val="accent1"/>
                                            </a:solidFill>
                                            <a:effectLst/>
                                            <a:uLnTx/>
                                            <a:uFillTx/>
                                            <a:latin typeface="Cambria Math" panose="02040503050406030204" pitchFamily="18" charset="0"/>
                                            <a:ea typeface="+mn-ea"/>
                                            <a:cs typeface="+mn-cs"/>
                                          </a:rPr>
                                        </m:ctrlPr>
                                      </m:dPr>
                                      <m:e>
                                        <m: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𝒚</m:t>
                                        </m:r>
                                        <m:r>
                                          <a:rPr kumimoji="0" lang="en-GB" sz="1800" b="0"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sSub>
                                          <m:sSubPr>
                                            <m:ctrlP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GB" sz="1800" b="1" i="0"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𝚯</m:t>
                                            </m:r>
                                          </m:e>
                                          <m:sub>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Cambria Math" panose="02040503050406030204" pitchFamily="18" charset="0"/>
                                                <a:cs typeface="+mn-cs"/>
                                              </a:rPr>
                                              <m:t>ℳ</m:t>
                                            </m:r>
                                          </m:sub>
                                        </m:sSub>
                                        <m:d>
                                          <m:dPr>
                                            <m:ctrlP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dPr>
                                          <m:e>
                                            <m:r>
                                              <a:rPr kumimoji="0" lang="en-GB" sz="1800" b="1"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𝒙</m:t>
                                            </m:r>
                                          </m:e>
                                        </m:d>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m:t>
                                        </m:r>
                                        <m:r>
                                          <a:rPr kumimoji="0" lang="en-GB" sz="1800" b="1" i="1" u="none" strike="noStrike" kern="1200" cap="none" spc="0" normalizeH="0" baseline="0" noProof="0">
                                            <a:ln>
                                              <a:noFill/>
                                            </a:ln>
                                            <a:solidFill>
                                              <a:schemeClr val="accent1"/>
                                            </a:solidFill>
                                            <a:effectLst/>
                                            <a:uLnTx/>
                                            <a:uFillTx/>
                                            <a:latin typeface="Cambria Math" panose="02040503050406030204" pitchFamily="18" charset="0"/>
                                            <a:ea typeface="+mn-ea"/>
                                            <a:cs typeface="+mn-cs"/>
                                          </a:rPr>
                                          <m:t>𝝃</m:t>
                                        </m:r>
                                      </m:e>
                                    </m:d>
                                  </m:e>
                                  <m:sub>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𝐹</m:t>
                                    </m:r>
                                  </m:sub>
                                  <m:sup>
                                    <m:r>
                                      <a:rPr kumimoji="0" lang="en-GB" sz="18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2</m:t>
                                    </m:r>
                                  </m:sup>
                                </m:sSubSup>
                                <m:r>
                                  <a:rPr kumimoji="0" lang="en-GB"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GB"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𝛾</m:t>
                                </m:r>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𝟎</m:t>
                                    </m:r>
                                  </m:sub>
                                  <m:sup/>
                                </m:sSubSup>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𝟎</m:t>
                                    </m:r>
                                  </m:sub>
                                  <m:sup/>
                                </m:sSubSup>
                                <m:r>
                                  <a:rPr lang="en-GB" sz="1800" b="1" i="1" smtClean="0">
                                    <a:solidFill>
                                      <a:srgbClr val="FF0000"/>
                                    </a:solidFill>
                                    <a:latin typeface="Cambria Math" panose="02040503050406030204" pitchFamily="18" charset="0"/>
                                  </a:rPr>
                                  <m:t>=</m:t>
                                </m:r>
                                <m:r>
                                  <a:rPr lang="en-GB" sz="1800" b="0" i="1" smtClean="0">
                                    <a:solidFill>
                                      <a:srgbClr val="FF0000"/>
                                    </a:solidFill>
                                    <a:latin typeface="Cambria Math" panose="02040503050406030204" pitchFamily="18" charset="0"/>
                                  </a:rPr>
                                  <m:t># </m:t>
                                </m:r>
                                <m:r>
                                  <a:rPr lang="en-GB" sz="1800" b="0" i="1" smtClean="0">
                                    <a:solidFill>
                                      <a:srgbClr val="FF0000"/>
                                    </a:solidFill>
                                    <a:latin typeface="Cambria Math" panose="02040503050406030204" pitchFamily="18" charset="0"/>
                                  </a:rPr>
                                  <m:t>𝑜𝑓</m:t>
                                </m:r>
                                <m:r>
                                  <a:rPr lang="en-GB" sz="1800" b="0" i="1" smtClean="0">
                                    <a:solidFill>
                                      <a:srgbClr val="FF0000"/>
                                    </a:solidFill>
                                    <a:latin typeface="Cambria Math" panose="02040503050406030204" pitchFamily="18" charset="0"/>
                                  </a:rPr>
                                  <m:t> </m:t>
                                </m:r>
                                <m:r>
                                  <a:rPr lang="en-GB" sz="1800" b="0" i="1" smtClean="0">
                                    <a:solidFill>
                                      <a:srgbClr val="FF0000"/>
                                    </a:solidFill>
                                    <a:latin typeface="Cambria Math" panose="02040503050406030204" pitchFamily="18" charset="0"/>
                                  </a:rPr>
                                  <m:t>𝑛𝑜𝑛𝑧𝑒𝑟𝑜</m:t>
                                </m:r>
                              </m:oMath>
                            </m:oMathPara>
                          </a14:m>
                          <a:endParaRPr lang="en-GB" dirty="0"/>
                        </a:p>
                      </a:txBody>
                      <a:tcPr/>
                    </a:tc>
                    <a:tc>
                      <a:txBody>
                        <a:bodyPr/>
                        <a:lstStyle/>
                        <a:p>
                          <a:r>
                            <a:rPr lang="en-GB" dirty="0"/>
                            <a:t>(No formal prior, L0)</a:t>
                          </a:r>
                        </a:p>
                      </a:txBody>
                      <a:tcPr/>
                    </a:tc>
                    <a:extLst>
                      <a:ext uri="{0D108BD9-81ED-4DB2-BD59-A6C34878D82A}">
                        <a16:rowId xmlns:a16="http://schemas.microsoft.com/office/drawing/2014/main" val="540395632"/>
                      </a:ext>
                    </a:extLst>
                  </a:tr>
                  <a:tr h="720938">
                    <a:tc>
                      <a:txBody>
                        <a:bodyPr/>
                        <a:lstStyle/>
                        <a:p>
                          <a:r>
                            <a:rPr lang="en-GB" dirty="0"/>
                            <a:t>Spike and Slab</a:t>
                          </a:r>
                        </a:p>
                      </a:txBody>
                      <a:tcPr/>
                    </a:tc>
                    <a:tc>
                      <a:txBody>
                        <a:bodyPr/>
                        <a:lstStyle/>
                        <a:p>
                          <a:r>
                            <a:rPr lang="en-GB" dirty="0"/>
                            <a:t>(Ridge with </a:t>
                          </a:r>
                          <a14:m>
                            <m:oMath xmlns:m="http://schemas.openxmlformats.org/officeDocument/2006/math">
                              <m:sSubSup>
                                <m:sSubSupPr>
                                  <m:ctrlPr>
                                    <a:rPr lang="en-GB" sz="1800" b="1" i="1" smtClean="0">
                                      <a:solidFill>
                                        <a:srgbClr val="FF0000"/>
                                      </a:solidFill>
                                      <a:latin typeface="Cambria Math" panose="02040503050406030204" pitchFamily="18" charset="0"/>
                                    </a:rPr>
                                  </m:ctrlPr>
                                </m:sSubSupPr>
                                <m:e>
                                  <m:d>
                                    <m:dPr>
                                      <m:begChr m:val="‖"/>
                                      <m:endChr m:val="‖"/>
                                      <m:ctrlPr>
                                        <a:rPr lang="en-GB" sz="1800" i="1" dirty="0" smtClean="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𝟐</m:t>
                                  </m:r>
                                </m:sub>
                                <m:sup>
                                  <m:r>
                                    <a:rPr lang="en-GB" sz="1800" b="1" i="1" smtClean="0">
                                      <a:solidFill>
                                        <a:srgbClr val="FF0000"/>
                                      </a:solidFill>
                                      <a:latin typeface="Cambria Math" panose="02040503050406030204" pitchFamily="18" charset="0"/>
                                    </a:rPr>
                                    <m:t>𝟐</m:t>
                                  </m:r>
                                </m:sup>
                              </m:sSubSup>
                            </m:oMath>
                          </a14:m>
                          <a:r>
                            <a:rPr lang="en-GB" dirty="0"/>
                            <a:t> + loss for </a:t>
                          </a:r>
                          <a14:m>
                            <m:oMath xmlns:m="http://schemas.openxmlformats.org/officeDocument/2006/math">
                              <m:r>
                                <a:rPr lang="en-GB" sz="1800" b="0" i="1" smtClean="0">
                                  <a:solidFill>
                                    <a:srgbClr val="FF0000"/>
                                  </a:solidFill>
                                  <a:latin typeface="Cambria Math" panose="02040503050406030204" pitchFamily="18" charset="0"/>
                                  <a:ea typeface="Cambria Math" panose="02040503050406030204" pitchFamily="18" charset="0"/>
                                </a:rPr>
                                <m:t>𝜆</m:t>
                              </m:r>
                            </m:oMath>
                          </a14:m>
                          <a:r>
                            <a:rPr lang="en-GB" dirty="0"/>
                            <a:t>)</a:t>
                          </a:r>
                        </a:p>
                      </a:txBody>
                      <a:tcPr/>
                    </a:tc>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solidFill>
                                      <a:srgbClr val="FF0000"/>
                                    </a:solidFill>
                                    <a:latin typeface="Cambria Math" panose="02040503050406030204" pitchFamily="18" charset="0"/>
                                  </a:rPr>
                                  <m:t>𝜉</m:t>
                                </m:r>
                                <m:r>
                                  <a:rPr lang="en-GB" sz="1800" b="0" i="1" smtClean="0">
                                    <a:solidFill>
                                      <a:srgbClr val="FF0000"/>
                                    </a:solidFill>
                                    <a:latin typeface="Cambria Math" panose="02040503050406030204" pitchFamily="18" charset="0"/>
                                  </a:rPr>
                                  <m:t>|</m:t>
                                </m:r>
                                <m:r>
                                  <a:rPr lang="en-GB" sz="1800" b="0" i="1" smtClean="0">
                                    <a:solidFill>
                                      <a:srgbClr val="FF0000"/>
                                    </a:solidFill>
                                    <a:latin typeface="Cambria Math" panose="02040503050406030204" pitchFamily="18" charset="0"/>
                                  </a:rPr>
                                  <m:t>𝜆</m:t>
                                </m:r>
                                <m:r>
                                  <a:rPr lang="en-GB" sz="1800" b="0" i="1" smtClean="0">
                                    <a:solidFill>
                                      <a:srgbClr val="FF0000"/>
                                    </a:solidFill>
                                    <a:latin typeface="Cambria Math" panose="02040503050406030204" pitchFamily="18" charset="0"/>
                                  </a:rPr>
                                  <m:t> ~ </m:t>
                                </m:r>
                                <m:r>
                                  <a:rPr lang="en-GB" sz="1800" b="0" i="1" smtClean="0">
                                    <a:solidFill>
                                      <a:srgbClr val="FF0000"/>
                                    </a:solidFill>
                                    <a:latin typeface="Cambria Math" panose="02040503050406030204" pitchFamily="18" charset="0"/>
                                    <a:ea typeface="Cambria Math" panose="02040503050406030204" pitchFamily="18" charset="0"/>
                                  </a:rPr>
                                  <m:t>𝒩</m:t>
                                </m:r>
                                <m:d>
                                  <m:dPr>
                                    <m:ctrlPr>
                                      <a:rPr lang="en-GB" sz="1800" b="0" i="1" smtClean="0">
                                        <a:solidFill>
                                          <a:srgbClr val="FF0000"/>
                                        </a:solidFill>
                                        <a:latin typeface="Cambria Math" panose="02040503050406030204" pitchFamily="18" charset="0"/>
                                        <a:ea typeface="Cambria Math" panose="02040503050406030204" pitchFamily="18" charset="0"/>
                                      </a:rPr>
                                    </m:ctrlPr>
                                  </m:dPr>
                                  <m:e>
                                    <m:r>
                                      <a:rPr lang="en-GB" sz="1800" b="0" i="1" smtClean="0">
                                        <a:solidFill>
                                          <a:srgbClr val="FF0000"/>
                                        </a:solidFill>
                                        <a:latin typeface="Cambria Math" panose="02040503050406030204" pitchFamily="18" charset="0"/>
                                        <a:ea typeface="Cambria Math" panose="02040503050406030204" pitchFamily="18" charset="0"/>
                                      </a:rPr>
                                      <m:t>0,1</m:t>
                                    </m:r>
                                  </m:e>
                                </m:d>
                                <m:r>
                                  <a:rPr lang="en-GB" sz="1800" b="0" i="1" smtClean="0">
                                    <a:solidFill>
                                      <a:srgbClr val="FF0000"/>
                                    </a:solidFill>
                                    <a:latin typeface="Cambria Math" panose="02040503050406030204" pitchFamily="18" charset="0"/>
                                    <a:ea typeface="Cambria Math" panose="02040503050406030204" pitchFamily="18" charset="0"/>
                                  </a:rPr>
                                  <m:t>𝜆</m:t>
                                </m:r>
                                <m:r>
                                  <a:rPr lang="en-GB" sz="1800" b="0" i="1" smtClean="0">
                                    <a:solidFill>
                                      <a:srgbClr val="FF0000"/>
                                    </a:solidFill>
                                    <a:latin typeface="Cambria Math" panose="02040503050406030204" pitchFamily="18" charset="0"/>
                                    <a:ea typeface="Cambria Math" panose="02040503050406030204" pitchFamily="18" charset="0"/>
                                  </a:rPr>
                                  <m:t>+</m:t>
                                </m:r>
                                <m:r>
                                  <a:rPr lang="en-GB" sz="1800" b="0" i="1" smtClean="0">
                                    <a:solidFill>
                                      <a:srgbClr val="FF0000"/>
                                    </a:solidFill>
                                    <a:latin typeface="Cambria Math" panose="02040503050406030204" pitchFamily="18" charset="0"/>
                                    <a:ea typeface="Cambria Math" panose="02040503050406030204" pitchFamily="18" charset="0"/>
                                  </a:rPr>
                                  <m:t>𝒩</m:t>
                                </m:r>
                                <m:d>
                                  <m:dPr>
                                    <m:ctrlPr>
                                      <a:rPr lang="en-GB" sz="1800" b="0" i="1" smtClean="0">
                                        <a:solidFill>
                                          <a:srgbClr val="FF0000"/>
                                        </a:solidFill>
                                        <a:latin typeface="Cambria Math" panose="02040503050406030204" pitchFamily="18" charset="0"/>
                                        <a:ea typeface="Cambria Math" panose="02040503050406030204" pitchFamily="18" charset="0"/>
                                      </a:rPr>
                                    </m:ctrlPr>
                                  </m:dPr>
                                  <m:e>
                                    <m:r>
                                      <a:rPr lang="en-GB" sz="1800" b="0" i="1" smtClean="0">
                                        <a:solidFill>
                                          <a:srgbClr val="FF0000"/>
                                        </a:solidFill>
                                        <a:latin typeface="Cambria Math" panose="02040503050406030204" pitchFamily="18" charset="0"/>
                                        <a:ea typeface="Cambria Math" panose="02040503050406030204" pitchFamily="18" charset="0"/>
                                      </a:rPr>
                                      <m:t>0,</m:t>
                                    </m:r>
                                    <m:sSup>
                                      <m:sSupPr>
                                        <m:ctrlPr>
                                          <a:rPr lang="en-GB" sz="1800" b="0" i="1" smtClean="0">
                                            <a:solidFill>
                                              <a:srgbClr val="FF0000"/>
                                            </a:solidFill>
                                            <a:latin typeface="Cambria Math" panose="02040503050406030204" pitchFamily="18" charset="0"/>
                                            <a:ea typeface="Cambria Math" panose="02040503050406030204" pitchFamily="18" charset="0"/>
                                          </a:rPr>
                                        </m:ctrlPr>
                                      </m:sSupPr>
                                      <m:e>
                                        <m:r>
                                          <a:rPr lang="en-GB" sz="1800" b="0" i="1" smtClean="0">
                                            <a:solidFill>
                                              <a:srgbClr val="FF0000"/>
                                            </a:solidFill>
                                            <a:latin typeface="Cambria Math" panose="02040503050406030204" pitchFamily="18" charset="0"/>
                                            <a:ea typeface="Cambria Math" panose="02040503050406030204" pitchFamily="18" charset="0"/>
                                          </a:rPr>
                                          <m:t>𝜖</m:t>
                                        </m:r>
                                      </m:e>
                                      <m:sup>
                                        <m:r>
                                          <a:rPr lang="en-GB" sz="1800" b="0" i="1" smtClean="0">
                                            <a:solidFill>
                                              <a:srgbClr val="FF0000"/>
                                            </a:solidFill>
                                            <a:latin typeface="Cambria Math" panose="02040503050406030204" pitchFamily="18" charset="0"/>
                                            <a:ea typeface="Cambria Math" panose="02040503050406030204" pitchFamily="18" charset="0"/>
                                          </a:rPr>
                                          <m:t>2</m:t>
                                        </m:r>
                                      </m:sup>
                                    </m:sSup>
                                  </m:e>
                                </m:d>
                                <m:r>
                                  <a:rPr lang="en-GB" sz="1800" b="0" i="1" smtClean="0">
                                    <a:solidFill>
                                      <a:srgbClr val="FF0000"/>
                                    </a:solidFill>
                                    <a:latin typeface="Cambria Math" panose="02040503050406030204" pitchFamily="18" charset="0"/>
                                    <a:ea typeface="Cambria Math" panose="02040503050406030204" pitchFamily="18" charset="0"/>
                                  </a:rPr>
                                  <m:t>(1−</m:t>
                                </m:r>
                                <m:r>
                                  <a:rPr lang="en-GB" sz="1800" b="0" i="1" smtClean="0">
                                    <a:solidFill>
                                      <a:srgbClr val="FF0000"/>
                                    </a:solidFill>
                                    <a:latin typeface="Cambria Math" panose="02040503050406030204" pitchFamily="18" charset="0"/>
                                    <a:ea typeface="Cambria Math" panose="02040503050406030204" pitchFamily="18" charset="0"/>
                                  </a:rPr>
                                  <m:t>𝜆</m:t>
                                </m:r>
                                <m:r>
                                  <a:rPr lang="en-GB" sz="1800" b="0" i="1" smtClean="0">
                                    <a:solidFill>
                                      <a:srgbClr val="FF0000"/>
                                    </a:solidFill>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r>
                                  <a:rPr lang="en-GB" sz="1800" b="0" i="1" smtClean="0">
                                    <a:solidFill>
                                      <a:srgbClr val="FF0000"/>
                                    </a:solidFill>
                                    <a:latin typeface="Cambria Math" panose="02040503050406030204" pitchFamily="18" charset="0"/>
                                    <a:ea typeface="Cambria Math" panose="02040503050406030204" pitchFamily="18" charset="0"/>
                                  </a:rPr>
                                  <m:t>𝜆</m:t>
                                </m:r>
                                <m:r>
                                  <a:rPr lang="en-GB" sz="1800" b="0" i="1" smtClean="0">
                                    <a:solidFill>
                                      <a:srgbClr val="FF0000"/>
                                    </a:solidFill>
                                    <a:latin typeface="Cambria Math" panose="02040503050406030204" pitchFamily="18" charset="0"/>
                                    <a:ea typeface="Cambria Math" panose="02040503050406030204" pitchFamily="18" charset="0"/>
                                  </a:rPr>
                                  <m:t> ~ </m:t>
                                </m:r>
                                <m:r>
                                  <a:rPr lang="en-GB" sz="1800" b="0" i="1" smtClean="0">
                                    <a:solidFill>
                                      <a:srgbClr val="FF0000"/>
                                    </a:solidFill>
                                    <a:latin typeface="Cambria Math" panose="02040503050406030204" pitchFamily="18" charset="0"/>
                                    <a:ea typeface="Cambria Math" panose="02040503050406030204" pitchFamily="18" charset="0"/>
                                  </a:rPr>
                                  <m:t>𝐵𝑒𝑟</m:t>
                                </m:r>
                                <m:r>
                                  <a:rPr lang="en-GB" sz="1800" b="0" i="1" smtClean="0">
                                    <a:solidFill>
                                      <a:srgbClr val="FF0000"/>
                                    </a:solidFill>
                                    <a:latin typeface="Cambria Math" panose="02040503050406030204" pitchFamily="18" charset="0"/>
                                    <a:ea typeface="Cambria Math" panose="02040503050406030204" pitchFamily="18" charset="0"/>
                                  </a:rPr>
                                  <m:t>(</m:t>
                                </m:r>
                                <m:r>
                                  <a:rPr lang="en-GB" sz="1800" b="0" i="1" smtClean="0">
                                    <a:solidFill>
                                      <a:srgbClr val="FF0000"/>
                                    </a:solidFill>
                                    <a:latin typeface="Cambria Math" panose="02040503050406030204" pitchFamily="18" charset="0"/>
                                    <a:ea typeface="Cambria Math" panose="02040503050406030204" pitchFamily="18" charset="0"/>
                                  </a:rPr>
                                  <m:t>𝜋</m:t>
                                </m:r>
                                <m:r>
                                  <a:rPr lang="en-GB" sz="1800" b="0" i="1" smtClean="0">
                                    <a:solidFill>
                                      <a:srgbClr val="FF0000"/>
                                    </a:solidFill>
                                    <a:latin typeface="Cambria Math" panose="02040503050406030204" pitchFamily="18" charset="0"/>
                                    <a:ea typeface="Cambria Math" panose="02040503050406030204" pitchFamily="18" charset="0"/>
                                  </a:rPr>
                                  <m:t>)</m:t>
                                </m:r>
                              </m:oMath>
                            </m:oMathPara>
                          </a14:m>
                          <a:endParaRPr lang="en-GB" dirty="0"/>
                        </a:p>
                      </a:txBody>
                      <a:tcPr/>
                    </a:tc>
                    <a:tc hMerge="1">
                      <a:txBody>
                        <a:bodyPr/>
                        <a:lstStyle/>
                        <a:p>
                          <a:endParaRPr dirty="0"/>
                        </a:p>
                      </a:txBody>
                      <a:tcPr/>
                    </a:tc>
                    <a:extLst>
                      <a:ext uri="{0D108BD9-81ED-4DB2-BD59-A6C34878D82A}">
                        <a16:rowId xmlns:a16="http://schemas.microsoft.com/office/drawing/2014/main" val="1890230278"/>
                      </a:ext>
                    </a:extLst>
                  </a:tr>
                  <a:tr h="720938">
                    <a:tc>
                      <a:txBody>
                        <a:bodyPr/>
                        <a:lstStyle/>
                        <a:p>
                          <a:r>
                            <a:rPr lang="en-GB" dirty="0"/>
                            <a:t>Normal-Gamma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(Ridge with </a:t>
                          </a:r>
                          <a14:m>
                            <m:oMath xmlns:m="http://schemas.openxmlformats.org/officeDocument/2006/math">
                              <m:sSubSup>
                                <m:sSubSupPr>
                                  <m:ctrlPr>
                                    <a:rPr lang="en-GB" sz="1800" b="1" i="1" smtClean="0">
                                      <a:solidFill>
                                        <a:srgbClr val="FF0000"/>
                                      </a:solidFill>
                                      <a:latin typeface="Cambria Math" panose="02040503050406030204" pitchFamily="18" charset="0"/>
                                    </a:rPr>
                                  </m:ctrlPr>
                                </m:sSubSupPr>
                                <m:e>
                                  <m:d>
                                    <m:dPr>
                                      <m:begChr m:val="‖"/>
                                      <m:endChr m:val="‖"/>
                                      <m:ctrlPr>
                                        <a:rPr lang="en-GB" sz="1800" i="1" dirty="0" smtClean="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𝟐</m:t>
                                  </m:r>
                                </m:sub>
                                <m:sup>
                                  <m:r>
                                    <a:rPr lang="en-GB" sz="1800" b="1" i="1" smtClean="0">
                                      <a:solidFill>
                                        <a:srgbClr val="FF0000"/>
                                      </a:solidFill>
                                      <a:latin typeface="Cambria Math" panose="02040503050406030204" pitchFamily="18" charset="0"/>
                                    </a:rPr>
                                    <m:t>𝟐</m:t>
                                  </m:r>
                                </m:sup>
                              </m:sSubSup>
                            </m:oMath>
                          </a14:m>
                          <a:r>
                            <a:rPr lang="en-GB" dirty="0"/>
                            <a:t> + loss for </a:t>
                          </a:r>
                          <a14:m>
                            <m:oMath xmlns:m="http://schemas.openxmlformats.org/officeDocument/2006/math">
                              <m:r>
                                <a:rPr lang="en-GB" sz="1800" b="0" i="1" smtClean="0">
                                  <a:solidFill>
                                    <a:srgbClr val="FF0000"/>
                                  </a:solidFill>
                                  <a:latin typeface="Cambria Math" panose="02040503050406030204" pitchFamily="18" charset="0"/>
                                  <a:ea typeface="Cambria Math" panose="02040503050406030204" pitchFamily="18" charset="0"/>
                                </a:rPr>
                                <m:t>𝛼</m:t>
                              </m:r>
                            </m:oMath>
                          </a14:m>
                          <a:r>
                            <a:rPr lang="en-GB" dirty="0"/>
                            <a:t>)</a:t>
                          </a:r>
                        </a:p>
                      </a:txBody>
                      <a:tcPr/>
                    </a:tc>
                    <a:tc gridSpan="2">
                      <a:txBody>
                        <a:bodyPr/>
                        <a:lstStyle/>
                        <a:p>
                          <a:pPr lvl="0">
                            <a:defRPr/>
                          </a:pPr>
                          <a14:m>
                            <m:oMathPara xmlns:m="http://schemas.openxmlformats.org/officeDocument/2006/math">
                              <m:oMathParaPr>
                                <m:jc m:val="centerGroup"/>
                              </m:oMathParaPr>
                              <m:oMath xmlns:m="http://schemas.openxmlformats.org/officeDocument/2006/math">
                                <m:r>
                                  <a:rPr lang="en-GB" sz="1800" b="0" i="1" smtClean="0">
                                    <a:solidFill>
                                      <a:srgbClr val="FF0000"/>
                                    </a:solidFill>
                                    <a:latin typeface="Cambria Math" panose="02040503050406030204" pitchFamily="18" charset="0"/>
                                  </a:rPr>
                                  <m:t>𝜉</m:t>
                                </m:r>
                                <m:r>
                                  <a:rPr lang="en-GB" sz="1800" b="0" i="1" smtClean="0">
                                    <a:solidFill>
                                      <a:srgbClr val="FF0000"/>
                                    </a:solidFill>
                                    <a:latin typeface="Cambria Math" panose="02040503050406030204" pitchFamily="18" charset="0"/>
                                  </a:rPr>
                                  <m:t>|</m:t>
                                </m:r>
                                <m:r>
                                  <a:rPr lang="en-GB" sz="1800" i="1">
                                    <a:solidFill>
                                      <a:srgbClr val="FF0000"/>
                                    </a:solidFill>
                                    <a:latin typeface="Cambria Math" panose="02040503050406030204" pitchFamily="18" charset="0"/>
                                    <a:ea typeface="Cambria Math" panose="02040503050406030204" pitchFamily="18" charset="0"/>
                                  </a:rPr>
                                  <m:t>𝛼</m:t>
                                </m:r>
                                <m:r>
                                  <a:rPr lang="en-GB" sz="1800" b="0" i="1" smtClean="0">
                                    <a:solidFill>
                                      <a:srgbClr val="FF0000"/>
                                    </a:solidFill>
                                    <a:latin typeface="Cambria Math" panose="02040503050406030204" pitchFamily="18" charset="0"/>
                                    <a:ea typeface="Cambria Math" panose="02040503050406030204" pitchFamily="18" charset="0"/>
                                  </a:rPr>
                                  <m:t> </m:t>
                                </m:r>
                                <m:r>
                                  <a:rPr lang="en-GB" sz="1800" b="0" i="1" smtClean="0">
                                    <a:solidFill>
                                      <a:srgbClr val="FF0000"/>
                                    </a:solidFill>
                                    <a:latin typeface="Cambria Math" panose="02040503050406030204" pitchFamily="18" charset="0"/>
                                  </a:rPr>
                                  <m:t>~ </m:t>
                                </m:r>
                                <m:r>
                                  <a:rPr lang="en-GB" sz="1800" b="0" i="1" smtClean="0">
                                    <a:solidFill>
                                      <a:srgbClr val="FF0000"/>
                                    </a:solidFill>
                                    <a:latin typeface="Cambria Math" panose="02040503050406030204" pitchFamily="18" charset="0"/>
                                    <a:ea typeface="Cambria Math" panose="02040503050406030204" pitchFamily="18" charset="0"/>
                                  </a:rPr>
                                  <m:t>𝒩</m:t>
                                </m:r>
                                <m:d>
                                  <m:dPr>
                                    <m:ctrlPr>
                                      <a:rPr lang="en-GB" sz="1800" b="0" i="1" smtClean="0">
                                        <a:solidFill>
                                          <a:srgbClr val="FF0000"/>
                                        </a:solidFill>
                                        <a:latin typeface="Cambria Math" panose="02040503050406030204" pitchFamily="18" charset="0"/>
                                        <a:ea typeface="Cambria Math" panose="02040503050406030204" pitchFamily="18" charset="0"/>
                                      </a:rPr>
                                    </m:ctrlPr>
                                  </m:dPr>
                                  <m:e>
                                    <m:r>
                                      <a:rPr lang="en-GB" sz="1800" b="0" i="1" smtClean="0">
                                        <a:solidFill>
                                          <a:srgbClr val="FF0000"/>
                                        </a:solidFill>
                                        <a:latin typeface="Cambria Math" panose="02040503050406030204" pitchFamily="18" charset="0"/>
                                        <a:ea typeface="Cambria Math" panose="02040503050406030204" pitchFamily="18" charset="0"/>
                                      </a:rPr>
                                      <m:t>0,</m:t>
                                    </m:r>
                                    <m:sSup>
                                      <m:sSupPr>
                                        <m:ctrlPr>
                                          <a:rPr lang="en-GB" sz="1800" b="0" i="1" smtClean="0">
                                            <a:solidFill>
                                              <a:srgbClr val="FF0000"/>
                                            </a:solidFill>
                                            <a:latin typeface="Cambria Math" panose="02040503050406030204" pitchFamily="18" charset="0"/>
                                            <a:ea typeface="Cambria Math" panose="02040503050406030204" pitchFamily="18" charset="0"/>
                                          </a:rPr>
                                        </m:ctrlPr>
                                      </m:sSupPr>
                                      <m:e>
                                        <m:r>
                                          <a:rPr lang="en-GB" sz="1800" b="0" i="1" smtClean="0">
                                            <a:solidFill>
                                              <a:srgbClr val="FF0000"/>
                                            </a:solidFill>
                                            <a:latin typeface="Cambria Math" panose="02040503050406030204" pitchFamily="18" charset="0"/>
                                            <a:ea typeface="Cambria Math" panose="02040503050406030204" pitchFamily="18" charset="0"/>
                                          </a:rPr>
                                          <m:t>𝑑𝑖𝑎𝑔</m:t>
                                        </m:r>
                                        <m:r>
                                          <a:rPr lang="en-GB" sz="1800" b="0" i="1" smtClean="0">
                                            <a:solidFill>
                                              <a:srgbClr val="FF0000"/>
                                            </a:solidFill>
                                            <a:latin typeface="Cambria Math" panose="02040503050406030204" pitchFamily="18" charset="0"/>
                                            <a:ea typeface="Cambria Math" panose="02040503050406030204" pitchFamily="18" charset="0"/>
                                          </a:rPr>
                                          <m:t>(</m:t>
                                        </m:r>
                                        <m:r>
                                          <a:rPr lang="en-GB" sz="1800" b="0" i="1" smtClean="0">
                                            <a:solidFill>
                                              <a:srgbClr val="FF0000"/>
                                            </a:solidFill>
                                            <a:latin typeface="Cambria Math" panose="02040503050406030204" pitchFamily="18" charset="0"/>
                                            <a:ea typeface="Cambria Math" panose="02040503050406030204" pitchFamily="18" charset="0"/>
                                          </a:rPr>
                                          <m:t>𝛼</m:t>
                                        </m:r>
                                      </m:e>
                                      <m:sup>
                                        <m:r>
                                          <a:rPr lang="en-GB" sz="1800" b="0" i="1" smtClean="0">
                                            <a:solidFill>
                                              <a:srgbClr val="FF0000"/>
                                            </a:solidFill>
                                            <a:latin typeface="Cambria Math" panose="02040503050406030204" pitchFamily="18" charset="0"/>
                                            <a:ea typeface="Cambria Math" panose="02040503050406030204" pitchFamily="18" charset="0"/>
                                          </a:rPr>
                                          <m:t>−1</m:t>
                                        </m:r>
                                      </m:sup>
                                    </m:sSup>
                                    <m:r>
                                      <a:rPr lang="en-GB" sz="1800" b="0" i="1" smtClean="0">
                                        <a:solidFill>
                                          <a:srgbClr val="FF0000"/>
                                        </a:solidFill>
                                        <a:latin typeface="Cambria Math" panose="02040503050406030204" pitchFamily="18" charset="0"/>
                                        <a:ea typeface="Cambria Math" panose="02040503050406030204" pitchFamily="18" charset="0"/>
                                      </a:rPr>
                                      <m:t>)</m:t>
                                    </m:r>
                                  </m:e>
                                </m:d>
                              </m:oMath>
                            </m:oMathPara>
                          </a14:m>
                          <a:endParaRPr lang="en-GB" sz="1800" b="0" i="1" dirty="0">
                            <a:solidFill>
                              <a:srgbClr val="FF0000"/>
                            </a:solidFill>
                            <a:latin typeface="Cambria Math" panose="02040503050406030204" pitchFamily="18" charset="0"/>
                            <a:ea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GB" sz="1800" i="1">
                                    <a:solidFill>
                                      <a:srgbClr val="FF0000"/>
                                    </a:solidFill>
                                    <a:latin typeface="Cambria Math" panose="02040503050406030204" pitchFamily="18" charset="0"/>
                                    <a:ea typeface="Cambria Math" panose="02040503050406030204" pitchFamily="18" charset="0"/>
                                  </a:rPr>
                                  <m:t>𝛼</m:t>
                                </m:r>
                                <m:r>
                                  <a:rPr lang="en-GB" sz="1800" b="0" i="1" smtClean="0">
                                    <a:solidFill>
                                      <a:srgbClr val="FF0000"/>
                                    </a:solidFill>
                                    <a:latin typeface="Cambria Math" panose="02040503050406030204" pitchFamily="18" charset="0"/>
                                    <a:ea typeface="Cambria Math" panose="02040503050406030204" pitchFamily="18" charset="0"/>
                                  </a:rPr>
                                  <m:t> ~ </m:t>
                                </m:r>
                                <m:r>
                                  <a:rPr lang="en-GB" sz="1800" b="0" i="1" smtClean="0">
                                    <a:solidFill>
                                      <a:srgbClr val="FF0000"/>
                                    </a:solidFill>
                                    <a:latin typeface="Cambria Math" panose="02040503050406030204" pitchFamily="18" charset="0"/>
                                    <a:ea typeface="Cambria Math" panose="02040503050406030204" pitchFamily="18" charset="0"/>
                                  </a:rPr>
                                  <m:t>𝐺𝑎𝑚𝑚𝑎</m:t>
                                </m:r>
                                <m:r>
                                  <a:rPr lang="en-GB" sz="1800" b="0" i="1" smtClean="0">
                                    <a:solidFill>
                                      <a:srgbClr val="FF0000"/>
                                    </a:solidFill>
                                    <a:latin typeface="Cambria Math" panose="02040503050406030204" pitchFamily="18" charset="0"/>
                                    <a:ea typeface="Cambria Math" panose="02040503050406030204" pitchFamily="18" charset="0"/>
                                  </a:rPr>
                                  <m:t>(</m:t>
                                </m:r>
                                <m:r>
                                  <a:rPr lang="en-GB" sz="1800" b="0" i="1" smtClean="0">
                                    <a:solidFill>
                                      <a:srgbClr val="FF0000"/>
                                    </a:solidFill>
                                    <a:latin typeface="Cambria Math" panose="02040503050406030204" pitchFamily="18" charset="0"/>
                                    <a:ea typeface="Cambria Math" panose="02040503050406030204" pitchFamily="18" charset="0"/>
                                  </a:rPr>
                                  <m:t>𝑘</m:t>
                                </m:r>
                                <m:r>
                                  <a:rPr lang="en-GB" sz="1800" b="0" i="1" smtClean="0">
                                    <a:solidFill>
                                      <a:srgbClr val="FF0000"/>
                                    </a:solidFill>
                                    <a:latin typeface="Cambria Math" panose="02040503050406030204" pitchFamily="18" charset="0"/>
                                    <a:ea typeface="Cambria Math" panose="02040503050406030204" pitchFamily="18" charset="0"/>
                                  </a:rPr>
                                  <m:t>,</m:t>
                                </m:r>
                                <m:r>
                                  <a:rPr lang="en-GB" sz="1800" b="0" i="1" smtClean="0">
                                    <a:solidFill>
                                      <a:srgbClr val="FF0000"/>
                                    </a:solidFill>
                                    <a:latin typeface="Cambria Math" panose="02040503050406030204" pitchFamily="18" charset="0"/>
                                    <a:ea typeface="Cambria Math" panose="02040503050406030204" pitchFamily="18" charset="0"/>
                                  </a:rPr>
                                  <m:t>𝜃</m:t>
                                </m:r>
                                <m:r>
                                  <a:rPr lang="en-GB" sz="1800" b="0" i="1" smtClean="0">
                                    <a:solidFill>
                                      <a:srgbClr val="FF0000"/>
                                    </a:solidFill>
                                    <a:latin typeface="Cambria Math" panose="02040503050406030204" pitchFamily="18" charset="0"/>
                                    <a:ea typeface="Cambria Math" panose="02040503050406030204" pitchFamily="18" charset="0"/>
                                  </a:rPr>
                                  <m:t>)</m:t>
                                </m:r>
                              </m:oMath>
                            </m:oMathPara>
                          </a14:m>
                          <a:endParaRPr lang="en-GB" sz="1800" dirty="0"/>
                        </a:p>
                      </a:txBody>
                      <a:tcPr/>
                    </a:tc>
                    <a:tc hMerge="1">
                      <a:txBody>
                        <a:bodyPr/>
                        <a:lstStyle/>
                        <a:p>
                          <a:endParaRPr lang="en-GB"/>
                        </a:p>
                      </a:txBody>
                      <a:tcPr/>
                    </a:tc>
                    <a:extLst>
                      <a:ext uri="{0D108BD9-81ED-4DB2-BD59-A6C34878D82A}">
                        <a16:rowId xmlns:a16="http://schemas.microsoft.com/office/drawing/2014/main" val="1934035006"/>
                      </a:ext>
                    </a:extLst>
                  </a:tr>
                </a:tbl>
              </a:graphicData>
            </a:graphic>
          </p:graphicFrame>
        </mc:Choice>
        <mc:Fallback xmlns="">
          <p:graphicFrame>
            <p:nvGraphicFramePr>
              <p:cNvPr id="4" name="Content Placeholder 3">
                <a:extLst>
                  <a:ext uri="{FF2B5EF4-FFF2-40B4-BE49-F238E27FC236}">
                    <a16:creationId xmlns:a16="http://schemas.microsoft.com/office/drawing/2014/main" id="{ED3D598E-9D40-6763-08BD-9395FFAC1F25}"/>
                  </a:ext>
                </a:extLst>
              </p:cNvPr>
              <p:cNvGraphicFramePr>
                <a:graphicFrameLocks noGrp="1"/>
              </p:cNvGraphicFramePr>
              <p:nvPr>
                <p:ph idx="1"/>
                <p:extLst>
                  <p:ext uri="{D42A27DB-BD31-4B8C-83A1-F6EECF244321}">
                    <p14:modId xmlns:p14="http://schemas.microsoft.com/office/powerpoint/2010/main" val="1275099124"/>
                  </p:ext>
                </p:extLst>
              </p:nvPr>
            </p:nvGraphicFramePr>
            <p:xfrm>
              <a:off x="147638" y="599441"/>
              <a:ext cx="8884275" cy="4448289"/>
            </p:xfrm>
            <a:graphic>
              <a:graphicData uri="http://schemas.openxmlformats.org/drawingml/2006/table">
                <a:tbl>
                  <a:tblPr firstRow="1" bandRow="1">
                    <a:tableStyleId>{5C22544A-7EE6-4342-B048-85BDC9FD1C3A}</a:tableStyleId>
                  </a:tblPr>
                  <a:tblGrid>
                    <a:gridCol w="1469406">
                      <a:extLst>
                        <a:ext uri="{9D8B030D-6E8A-4147-A177-3AD203B41FA5}">
                          <a16:colId xmlns:a16="http://schemas.microsoft.com/office/drawing/2014/main" val="1657033412"/>
                        </a:ext>
                      </a:extLst>
                    </a:gridCol>
                    <a:gridCol w="3339967">
                      <a:extLst>
                        <a:ext uri="{9D8B030D-6E8A-4147-A177-3AD203B41FA5}">
                          <a16:colId xmlns:a16="http://schemas.microsoft.com/office/drawing/2014/main" val="4274919674"/>
                        </a:ext>
                      </a:extLst>
                    </a:gridCol>
                    <a:gridCol w="2040555">
                      <a:extLst>
                        <a:ext uri="{9D8B030D-6E8A-4147-A177-3AD203B41FA5}">
                          <a16:colId xmlns:a16="http://schemas.microsoft.com/office/drawing/2014/main" val="719215025"/>
                        </a:ext>
                      </a:extLst>
                    </a:gridCol>
                    <a:gridCol w="2034347">
                      <a:extLst>
                        <a:ext uri="{9D8B030D-6E8A-4147-A177-3AD203B41FA5}">
                          <a16:colId xmlns:a16="http://schemas.microsoft.com/office/drawing/2014/main" val="3704509635"/>
                        </a:ext>
                      </a:extLst>
                    </a:gridCol>
                  </a:tblGrid>
                  <a:tr h="365760">
                    <a:tc>
                      <a:txBody>
                        <a:bodyPr/>
                        <a:lstStyle/>
                        <a:p>
                          <a:r>
                            <a:rPr lang="en-GB" dirty="0"/>
                            <a:t>Regression</a:t>
                          </a:r>
                        </a:p>
                      </a:txBody>
                      <a:tcPr/>
                    </a:tc>
                    <a:tc>
                      <a:txBody>
                        <a:bodyPr/>
                        <a:lstStyle/>
                        <a:p>
                          <a:r>
                            <a:rPr lang="en-GB" dirty="0"/>
                            <a:t>Loss</a:t>
                          </a:r>
                        </a:p>
                      </a:txBody>
                      <a:tcPr/>
                    </a:tc>
                    <a:tc>
                      <a:txBody>
                        <a:bodyPr/>
                        <a:lstStyle/>
                        <a:p>
                          <a:r>
                            <a:rPr lang="en-GB" dirty="0" err="1"/>
                            <a:t>Regulariser</a:t>
                          </a:r>
                          <a:endParaRPr lang="en-GB" dirty="0"/>
                        </a:p>
                      </a:txBody>
                      <a:tcPr/>
                    </a:tc>
                    <a:tc>
                      <a:txBody>
                        <a:bodyPr/>
                        <a:lstStyle/>
                        <a:p>
                          <a:r>
                            <a:rPr lang="en-GB" dirty="0"/>
                            <a:t>Prior</a:t>
                          </a:r>
                        </a:p>
                      </a:txBody>
                      <a:tcPr/>
                    </a:tc>
                    <a:extLst>
                      <a:ext uri="{0D108BD9-81ED-4DB2-BD59-A6C34878D82A}">
                        <a16:rowId xmlns:a16="http://schemas.microsoft.com/office/drawing/2014/main" val="2723623244"/>
                      </a:ext>
                    </a:extLst>
                  </a:tr>
                  <a:tr h="1005315">
                    <a:tc>
                      <a:txBody>
                        <a:bodyPr/>
                        <a:lstStyle/>
                        <a:p>
                          <a:r>
                            <a:rPr lang="en-GB" dirty="0"/>
                            <a:t>Ridge</a:t>
                          </a:r>
                        </a:p>
                      </a:txBody>
                      <a:tcPr/>
                    </a:tc>
                    <a:tc>
                      <a:txBody>
                        <a:bodyPr/>
                        <a:lstStyle/>
                        <a:p>
                          <a:endParaRPr lang="en-US"/>
                        </a:p>
                      </a:txBody>
                      <a:tcPr>
                        <a:blipFill>
                          <a:blip r:embed="rId3"/>
                          <a:stretch>
                            <a:fillRect l="-44106" t="-94937" r="-123194" b="-308861"/>
                          </a:stretch>
                        </a:blipFill>
                      </a:tcPr>
                    </a:tc>
                    <a:tc>
                      <a:txBody>
                        <a:bodyPr/>
                        <a:lstStyle/>
                        <a:p>
                          <a:endParaRPr lang="en-US"/>
                        </a:p>
                      </a:txBody>
                      <a:tcPr>
                        <a:blipFill>
                          <a:blip r:embed="rId3"/>
                          <a:stretch>
                            <a:fillRect l="-235404" t="-94937" r="-101242" b="-308861"/>
                          </a:stretch>
                        </a:blipFill>
                      </a:tcPr>
                    </a:tc>
                    <a:tc>
                      <a:txBody>
                        <a:bodyPr/>
                        <a:lstStyle/>
                        <a:p>
                          <a:endParaRPr lang="en-US"/>
                        </a:p>
                      </a:txBody>
                      <a:tcPr>
                        <a:blipFill>
                          <a:blip r:embed="rId3"/>
                          <a:stretch>
                            <a:fillRect l="-335404" t="-94937" r="-1242" b="-308861"/>
                          </a:stretch>
                        </a:blipFill>
                      </a:tcPr>
                    </a:tc>
                    <a:extLst>
                      <a:ext uri="{0D108BD9-81ED-4DB2-BD59-A6C34878D82A}">
                        <a16:rowId xmlns:a16="http://schemas.microsoft.com/office/drawing/2014/main" val="2623789673"/>
                      </a:ext>
                    </a:extLst>
                  </a:tr>
                  <a:tr h="914400">
                    <a:tc>
                      <a:txBody>
                        <a:bodyPr/>
                        <a:lstStyle/>
                        <a:p>
                          <a:r>
                            <a:rPr lang="en-GB" dirty="0"/>
                            <a:t>LASSO</a:t>
                          </a:r>
                        </a:p>
                      </a:txBody>
                      <a:tcPr/>
                    </a:tc>
                    <a:tc>
                      <a:txBody>
                        <a:bodyPr/>
                        <a:lstStyle/>
                        <a:p>
                          <a:endParaRPr lang="en-US"/>
                        </a:p>
                      </a:txBody>
                      <a:tcPr>
                        <a:blipFill>
                          <a:blip r:embed="rId3"/>
                          <a:stretch>
                            <a:fillRect l="-44106" t="-213889" r="-123194" b="-238889"/>
                          </a:stretch>
                        </a:blipFill>
                      </a:tcPr>
                    </a:tc>
                    <a:tc>
                      <a:txBody>
                        <a:bodyPr/>
                        <a:lstStyle/>
                        <a:p>
                          <a:endParaRPr lang="en-US"/>
                        </a:p>
                      </a:txBody>
                      <a:tcPr>
                        <a:blipFill>
                          <a:blip r:embed="rId3"/>
                          <a:stretch>
                            <a:fillRect l="-235404" t="-213889" r="-101242" b="-238889"/>
                          </a:stretch>
                        </a:blipFill>
                      </a:tcPr>
                    </a:tc>
                    <a:tc>
                      <a:txBody>
                        <a:bodyPr/>
                        <a:lstStyle/>
                        <a:p>
                          <a:endParaRPr lang="en-US"/>
                        </a:p>
                      </a:txBody>
                      <a:tcPr>
                        <a:blipFill>
                          <a:blip r:embed="rId3"/>
                          <a:stretch>
                            <a:fillRect l="-335404" t="-213889" r="-1242" b="-238889"/>
                          </a:stretch>
                        </a:blipFill>
                      </a:tcPr>
                    </a:tc>
                    <a:extLst>
                      <a:ext uri="{0D108BD9-81ED-4DB2-BD59-A6C34878D82A}">
                        <a16:rowId xmlns:a16="http://schemas.microsoft.com/office/drawing/2014/main" val="2352200905"/>
                      </a:ext>
                    </a:extLst>
                  </a:tr>
                  <a:tr h="720938">
                    <a:tc>
                      <a:txBody>
                        <a:bodyPr/>
                        <a:lstStyle/>
                        <a:p>
                          <a:r>
                            <a:rPr lang="en-GB" dirty="0"/>
                            <a:t>Sequential Threshold</a:t>
                          </a:r>
                        </a:p>
                      </a:txBody>
                      <a:tcPr/>
                    </a:tc>
                    <a:tc>
                      <a:txBody>
                        <a:bodyPr/>
                        <a:lstStyle/>
                        <a:p>
                          <a:endParaRPr lang="en-US"/>
                        </a:p>
                      </a:txBody>
                      <a:tcPr>
                        <a:blipFill>
                          <a:blip r:embed="rId3"/>
                          <a:stretch>
                            <a:fillRect l="-44106" t="-396491" r="-123194" b="-201754"/>
                          </a:stretch>
                        </a:blipFill>
                      </a:tcPr>
                    </a:tc>
                    <a:tc>
                      <a:txBody>
                        <a:bodyPr/>
                        <a:lstStyle/>
                        <a:p>
                          <a:endParaRPr lang="en-US"/>
                        </a:p>
                      </a:txBody>
                      <a:tcPr>
                        <a:blipFill>
                          <a:blip r:embed="rId3"/>
                          <a:stretch>
                            <a:fillRect l="-235404" t="-396491" r="-101242" b="-201754"/>
                          </a:stretch>
                        </a:blipFill>
                      </a:tcPr>
                    </a:tc>
                    <a:tc>
                      <a:txBody>
                        <a:bodyPr/>
                        <a:lstStyle/>
                        <a:p>
                          <a:r>
                            <a:rPr lang="en-GB" dirty="0"/>
                            <a:t>(No formal prior, L0)</a:t>
                          </a:r>
                        </a:p>
                      </a:txBody>
                      <a:tcPr/>
                    </a:tc>
                    <a:extLst>
                      <a:ext uri="{0D108BD9-81ED-4DB2-BD59-A6C34878D82A}">
                        <a16:rowId xmlns:a16="http://schemas.microsoft.com/office/drawing/2014/main" val="540395632"/>
                      </a:ext>
                    </a:extLst>
                  </a:tr>
                  <a:tr h="720938">
                    <a:tc>
                      <a:txBody>
                        <a:bodyPr/>
                        <a:lstStyle/>
                        <a:p>
                          <a:r>
                            <a:rPr lang="en-GB" dirty="0"/>
                            <a:t>Spike and Slab</a:t>
                          </a:r>
                        </a:p>
                      </a:txBody>
                      <a:tcPr/>
                    </a:tc>
                    <a:tc>
                      <a:txBody>
                        <a:bodyPr/>
                        <a:lstStyle/>
                        <a:p>
                          <a:endParaRPr lang="en-US"/>
                        </a:p>
                      </a:txBody>
                      <a:tcPr>
                        <a:blipFill>
                          <a:blip r:embed="rId3"/>
                          <a:stretch>
                            <a:fillRect l="-44106" t="-496491" r="-123194" b="-101754"/>
                          </a:stretch>
                        </a:blipFill>
                      </a:tcPr>
                    </a:tc>
                    <a:tc gridSpan="2">
                      <a:txBody>
                        <a:bodyPr/>
                        <a:lstStyle/>
                        <a:p>
                          <a:endParaRPr lang="en-US"/>
                        </a:p>
                      </a:txBody>
                      <a:tcPr>
                        <a:blipFill>
                          <a:blip r:embed="rId3"/>
                          <a:stretch>
                            <a:fillRect l="-117702" t="-496491" r="-621" b="-101754"/>
                          </a:stretch>
                        </a:blipFill>
                      </a:tcPr>
                    </a:tc>
                    <a:tc hMerge="1">
                      <a:txBody>
                        <a:bodyPr/>
                        <a:lstStyle/>
                        <a:p>
                          <a:pPr/>
                          <a:endParaRPr dirty="0"/>
                        </a:p>
                      </a:txBody>
                      <a:tcPr/>
                    </a:tc>
                    <a:extLst>
                      <a:ext uri="{0D108BD9-81ED-4DB2-BD59-A6C34878D82A}">
                        <a16:rowId xmlns:a16="http://schemas.microsoft.com/office/drawing/2014/main" val="1890230278"/>
                      </a:ext>
                    </a:extLst>
                  </a:tr>
                  <a:tr h="720938">
                    <a:tc>
                      <a:txBody>
                        <a:bodyPr/>
                        <a:lstStyle/>
                        <a:p>
                          <a:r>
                            <a:rPr lang="en-GB" dirty="0"/>
                            <a:t>Normal-Gamma</a:t>
                          </a:r>
                        </a:p>
                      </a:txBody>
                      <a:tcPr/>
                    </a:tc>
                    <a:tc>
                      <a:txBody>
                        <a:bodyPr/>
                        <a:lstStyle/>
                        <a:p>
                          <a:endParaRPr lang="en-US"/>
                        </a:p>
                      </a:txBody>
                      <a:tcPr>
                        <a:blipFill>
                          <a:blip r:embed="rId3"/>
                          <a:stretch>
                            <a:fillRect l="-44106" t="-596491" r="-123194" b="-1754"/>
                          </a:stretch>
                        </a:blipFill>
                      </a:tcPr>
                    </a:tc>
                    <a:tc gridSpan="2">
                      <a:txBody>
                        <a:bodyPr/>
                        <a:lstStyle/>
                        <a:p>
                          <a:endParaRPr lang="en-US"/>
                        </a:p>
                      </a:txBody>
                      <a:tcPr>
                        <a:blipFill>
                          <a:blip r:embed="rId3"/>
                          <a:stretch>
                            <a:fillRect l="-117702" t="-596491" r="-621" b="-1754"/>
                          </a:stretch>
                        </a:blipFill>
                      </a:tcPr>
                    </a:tc>
                    <a:tc hMerge="1">
                      <a:txBody>
                        <a:bodyPr/>
                        <a:lstStyle/>
                        <a:p>
                          <a:endParaRPr lang="en-GB"/>
                        </a:p>
                      </a:txBody>
                      <a:tcPr/>
                    </a:tc>
                    <a:extLst>
                      <a:ext uri="{0D108BD9-81ED-4DB2-BD59-A6C34878D82A}">
                        <a16:rowId xmlns:a16="http://schemas.microsoft.com/office/drawing/2014/main" val="1934035006"/>
                      </a:ext>
                    </a:extLst>
                  </a:tr>
                </a:tbl>
              </a:graphicData>
            </a:graphic>
          </p:graphicFrame>
        </mc:Fallback>
      </mc:AlternateContent>
    </p:spTree>
    <p:extLst>
      <p:ext uri="{BB962C8B-B14F-4D97-AF65-F5344CB8AC3E}">
        <p14:creationId xmlns:p14="http://schemas.microsoft.com/office/powerpoint/2010/main" val="2836738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92655-CFCD-B5E7-8B31-F76A11FE5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0C1A2-F478-0ECC-81CC-7B80CC04D1F0}"/>
              </a:ext>
            </a:extLst>
          </p:cNvPr>
          <p:cNvSpPr>
            <a:spLocks noGrp="1"/>
          </p:cNvSpPr>
          <p:nvPr>
            <p:ph type="title"/>
          </p:nvPr>
        </p:nvSpPr>
        <p:spPr/>
        <p:txBody>
          <a:bodyPr/>
          <a:lstStyle/>
          <a:p>
            <a:r>
              <a:rPr lang="en-GB" dirty="0"/>
              <a:t>Prior as </a:t>
            </a:r>
            <a:r>
              <a:rPr lang="en-GB" dirty="0" err="1"/>
              <a:t>sparsifier</a:t>
            </a:r>
            <a:endParaRPr lang="en-GB" dirty="0"/>
          </a:p>
        </p:txBody>
      </p:sp>
      <p:pic>
        <p:nvPicPr>
          <p:cNvPr id="28" name="Content Placeholder 27" descr="A set of squares with lines&#10;&#10;AI-generated content may be incorrect.">
            <a:extLst>
              <a:ext uri="{FF2B5EF4-FFF2-40B4-BE49-F238E27FC236}">
                <a16:creationId xmlns:a16="http://schemas.microsoft.com/office/drawing/2014/main" id="{B9696C67-78B3-2B97-0AD0-EC9A75FD48C0}"/>
              </a:ext>
            </a:extLst>
          </p:cNvPr>
          <p:cNvPicPr>
            <a:picLocks noGrp="1" noChangeAspect="1"/>
          </p:cNvPicPr>
          <p:nvPr>
            <p:ph idx="12"/>
          </p:nvPr>
        </p:nvPicPr>
        <p:blipFill>
          <a:blip r:embed="rId3"/>
          <a:stretch>
            <a:fillRect/>
          </a:stretch>
        </p:blipFill>
        <p:spPr>
          <a:xfrm>
            <a:off x="4762204" y="738188"/>
            <a:ext cx="4113805" cy="3841750"/>
          </a:xfrm>
        </p:spPr>
      </p:pic>
      <p:cxnSp>
        <p:nvCxnSpPr>
          <p:cNvPr id="9" name="Straight Arrow Connector 8">
            <a:extLst>
              <a:ext uri="{FF2B5EF4-FFF2-40B4-BE49-F238E27FC236}">
                <a16:creationId xmlns:a16="http://schemas.microsoft.com/office/drawing/2014/main" id="{F469DFF0-DB0D-9FFB-1633-F4F2E87EF04F}"/>
              </a:ext>
            </a:extLst>
          </p:cNvPr>
          <p:cNvCxnSpPr>
            <a:cxnSpLocks/>
          </p:cNvCxnSpPr>
          <p:nvPr/>
        </p:nvCxnSpPr>
        <p:spPr>
          <a:xfrm flipV="1">
            <a:off x="1010652" y="895149"/>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44E9E512-9E1A-9C08-51A7-9C7CC65174B1}"/>
              </a:ext>
            </a:extLst>
          </p:cNvPr>
          <p:cNvCxnSpPr>
            <a:cxnSpLocks/>
          </p:cNvCxnSpPr>
          <p:nvPr/>
        </p:nvCxnSpPr>
        <p:spPr>
          <a:xfrm>
            <a:off x="75398" y="3615070"/>
            <a:ext cx="42752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F64BB78A-EEB7-E391-E2E0-F5C96DB4AE68}"/>
              </a:ext>
            </a:extLst>
          </p:cNvPr>
          <p:cNvGrpSpPr/>
          <p:nvPr/>
        </p:nvGrpSpPr>
        <p:grpSpPr>
          <a:xfrm>
            <a:off x="550650" y="3146222"/>
            <a:ext cx="920004" cy="937696"/>
            <a:chOff x="550650" y="3146222"/>
            <a:chExt cx="920004" cy="937696"/>
          </a:xfrm>
        </p:grpSpPr>
        <p:sp>
          <p:nvSpPr>
            <p:cNvPr id="12" name="Oval 11">
              <a:extLst>
                <a:ext uri="{FF2B5EF4-FFF2-40B4-BE49-F238E27FC236}">
                  <a16:creationId xmlns:a16="http://schemas.microsoft.com/office/drawing/2014/main" id="{71FCFBBC-4C13-A133-F55F-A5AFB73C40EB}"/>
                </a:ext>
              </a:extLst>
            </p:cNvPr>
            <p:cNvSpPr/>
            <p:nvPr/>
          </p:nvSpPr>
          <p:spPr>
            <a:xfrm>
              <a:off x="760395" y="3360000"/>
              <a:ext cx="500514" cy="510139"/>
            </a:xfrm>
            <a:prstGeom prst="ellipse">
              <a:avLst/>
            </a:prstGeom>
            <a:solidFill>
              <a:srgbClr val="FF0000">
                <a:alpha val="20000"/>
              </a:srgbClr>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E823F1A7-DBD9-D6DA-50D8-467F9AB05A53}"/>
                </a:ext>
              </a:extLst>
            </p:cNvPr>
            <p:cNvSpPr/>
            <p:nvPr/>
          </p:nvSpPr>
          <p:spPr>
            <a:xfrm>
              <a:off x="636821" y="3234049"/>
              <a:ext cx="747662" cy="762040"/>
            </a:xfrm>
            <a:prstGeom prst="ellipse">
              <a:avLst/>
            </a:prstGeom>
            <a:solidFill>
              <a:srgbClr val="FF0000">
                <a:alpha val="20000"/>
              </a:srgbClr>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50BF3551-E12F-76CE-8D56-35A2CB50A63C}"/>
                </a:ext>
              </a:extLst>
            </p:cNvPr>
            <p:cNvSpPr/>
            <p:nvPr/>
          </p:nvSpPr>
          <p:spPr>
            <a:xfrm>
              <a:off x="550650" y="3146222"/>
              <a:ext cx="920004" cy="937696"/>
            </a:xfrm>
            <a:prstGeom prst="ellipse">
              <a:avLst/>
            </a:prstGeom>
            <a:solidFill>
              <a:srgbClr val="FF0000">
                <a:alpha val="20000"/>
              </a:srgbClr>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EECD17C7-8352-5D64-ADAE-3C2E96425524}"/>
              </a:ext>
            </a:extLst>
          </p:cNvPr>
          <p:cNvGrpSpPr/>
          <p:nvPr/>
        </p:nvGrpSpPr>
        <p:grpSpPr>
          <a:xfrm rot="219288">
            <a:off x="669363" y="2007688"/>
            <a:ext cx="2868148" cy="1425301"/>
            <a:chOff x="550650" y="3146222"/>
            <a:chExt cx="920004" cy="937696"/>
          </a:xfrm>
          <a:solidFill>
            <a:srgbClr val="61B6FF">
              <a:alpha val="25490"/>
            </a:srgbClr>
          </a:solidFill>
        </p:grpSpPr>
        <p:sp>
          <p:nvSpPr>
            <p:cNvPr id="18" name="Oval 17">
              <a:extLst>
                <a:ext uri="{FF2B5EF4-FFF2-40B4-BE49-F238E27FC236}">
                  <a16:creationId xmlns:a16="http://schemas.microsoft.com/office/drawing/2014/main" id="{1330D38B-0030-FB46-95F9-A5055889491C}"/>
                </a:ext>
              </a:extLst>
            </p:cNvPr>
            <p:cNvSpPr/>
            <p:nvPr/>
          </p:nvSpPr>
          <p:spPr>
            <a:xfrm>
              <a:off x="760395" y="3360000"/>
              <a:ext cx="500514" cy="510139"/>
            </a:xfrm>
            <a:prstGeom prst="ellipse">
              <a:avLst/>
            </a:prstGeom>
            <a:grp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64446E3-FA13-8650-3E12-4DA5E9CCE936}"/>
                </a:ext>
              </a:extLst>
            </p:cNvPr>
            <p:cNvSpPr/>
            <p:nvPr/>
          </p:nvSpPr>
          <p:spPr>
            <a:xfrm>
              <a:off x="636821" y="3234049"/>
              <a:ext cx="747662" cy="762040"/>
            </a:xfrm>
            <a:prstGeom prst="ellipse">
              <a:avLst/>
            </a:prstGeom>
            <a:grp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21583490-2138-5C4C-639C-0B909058D90C}"/>
                </a:ext>
              </a:extLst>
            </p:cNvPr>
            <p:cNvSpPr/>
            <p:nvPr/>
          </p:nvSpPr>
          <p:spPr>
            <a:xfrm>
              <a:off x="550650" y="3146222"/>
              <a:ext cx="920004" cy="937696"/>
            </a:xfrm>
            <a:prstGeom prst="ellipse">
              <a:avLst/>
            </a:prstGeom>
            <a:grp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
        <p:nvSpPr>
          <p:cNvPr id="23" name="TextBox 22">
            <a:extLst>
              <a:ext uri="{FF2B5EF4-FFF2-40B4-BE49-F238E27FC236}">
                <a16:creationId xmlns:a16="http://schemas.microsoft.com/office/drawing/2014/main" id="{CCDC8678-01C7-7848-7559-19CB3DD4C61A}"/>
              </a:ext>
            </a:extLst>
          </p:cNvPr>
          <p:cNvSpPr txBox="1"/>
          <p:nvPr/>
        </p:nvSpPr>
        <p:spPr>
          <a:xfrm>
            <a:off x="2917099" y="1867787"/>
            <a:ext cx="114646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likelihood</a:t>
            </a:r>
          </a:p>
        </p:txBody>
      </p:sp>
      <p:sp>
        <p:nvSpPr>
          <p:cNvPr id="24" name="TextBox 23">
            <a:extLst>
              <a:ext uri="{FF2B5EF4-FFF2-40B4-BE49-F238E27FC236}">
                <a16:creationId xmlns:a16="http://schemas.microsoft.com/office/drawing/2014/main" id="{B58E073E-E790-53F0-EE78-3B669C8AD311}"/>
              </a:ext>
            </a:extLst>
          </p:cNvPr>
          <p:cNvSpPr txBox="1"/>
          <p:nvPr/>
        </p:nvSpPr>
        <p:spPr>
          <a:xfrm>
            <a:off x="1055670" y="4089996"/>
            <a:ext cx="2685351" cy="369332"/>
          </a:xfrm>
          <a:prstGeom prst="rect">
            <a:avLst/>
          </a:prstGeom>
          <a:noFill/>
          <a:ln>
            <a:no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0000"/>
                </a:solidFill>
                <a:effectLst/>
                <a:uLnTx/>
                <a:uFillTx/>
                <a:latin typeface="Arial"/>
                <a:ea typeface="+mn-ea"/>
                <a:cs typeface="+mn-cs"/>
              </a:rPr>
              <a:t>L</a:t>
            </a:r>
            <a:r>
              <a:rPr kumimoji="0" lang="en-GB" sz="1800" b="0" i="0" u="none" strike="noStrike" kern="1200" cap="none" spc="0" normalizeH="0" baseline="-25000" noProof="0" dirty="0">
                <a:ln>
                  <a:noFill/>
                </a:ln>
                <a:solidFill>
                  <a:srgbClr val="FF0000"/>
                </a:solidFill>
                <a:effectLst/>
                <a:uLnTx/>
                <a:uFillTx/>
                <a:latin typeface="Arial"/>
                <a:ea typeface="+mn-ea"/>
                <a:cs typeface="+mn-cs"/>
              </a:rPr>
              <a:t>2</a:t>
            </a:r>
            <a:r>
              <a:rPr kumimoji="0" lang="en-GB" sz="1800" b="0" i="0" u="none" strike="noStrike" kern="1200" cap="none" spc="0" normalizeH="0" baseline="0" noProof="0" dirty="0">
                <a:ln>
                  <a:noFill/>
                </a:ln>
                <a:solidFill>
                  <a:srgbClr val="FF0000"/>
                </a:solidFill>
                <a:effectLst/>
                <a:uLnTx/>
                <a:uFillTx/>
                <a:latin typeface="Arial"/>
                <a:ea typeface="+mn-ea"/>
                <a:cs typeface="+mn-cs"/>
              </a:rPr>
              <a:t> Prior (Regularisation)</a:t>
            </a:r>
            <a:endParaRPr kumimoji="0" lang="en-GB" sz="1800" b="0" i="0" u="none" strike="noStrike" kern="1200" cap="none" spc="0" normalizeH="0" baseline="-25000" noProof="0" dirty="0">
              <a:ln>
                <a:noFill/>
              </a:ln>
              <a:solidFill>
                <a:srgbClr val="FF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1A0375A-4937-4206-E254-76D471907F07}"/>
                  </a:ext>
                </a:extLst>
              </p:cNvPr>
              <p:cNvSpPr txBox="1"/>
              <p:nvPr/>
            </p:nvSpPr>
            <p:spPr>
              <a:xfrm>
                <a:off x="4095549" y="3710540"/>
                <a:ext cx="26904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25" name="TextBox 24">
                <a:extLst>
                  <a:ext uri="{FF2B5EF4-FFF2-40B4-BE49-F238E27FC236}">
                    <a16:creationId xmlns:a16="http://schemas.microsoft.com/office/drawing/2014/main" id="{F1A0375A-4937-4206-E254-76D471907F07}"/>
                  </a:ext>
                </a:extLst>
              </p:cNvPr>
              <p:cNvSpPr txBox="1">
                <a:spLocks noRot="1" noChangeAspect="1" noMove="1" noResize="1" noEditPoints="1" noAdjustHandles="1" noChangeArrowheads="1" noChangeShapeType="1" noTextEdit="1"/>
              </p:cNvSpPr>
              <p:nvPr/>
            </p:nvSpPr>
            <p:spPr>
              <a:xfrm>
                <a:off x="4095549" y="3710540"/>
                <a:ext cx="269048" cy="276999"/>
              </a:xfrm>
              <a:prstGeom prst="rect">
                <a:avLst/>
              </a:prstGeom>
              <a:blipFill>
                <a:blip r:embed="rId4"/>
                <a:stretch>
                  <a:fillRect l="-27273" r="-4545" b="-454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E81B4F7-7F2E-EF24-99A1-100601263C35}"/>
                  </a:ext>
                </a:extLst>
              </p:cNvPr>
              <p:cNvSpPr txBox="1"/>
              <p:nvPr/>
            </p:nvSpPr>
            <p:spPr>
              <a:xfrm>
                <a:off x="725093" y="840603"/>
                <a:ext cx="2743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2</m:t>
                          </m:r>
                        </m:sub>
                      </m:sSub>
                    </m:oMath>
                  </m:oMathPara>
                </a14:m>
                <a:endParaRPr lang="en-GB" dirty="0"/>
              </a:p>
            </p:txBody>
          </p:sp>
        </mc:Choice>
        <mc:Fallback xmlns="">
          <p:sp>
            <p:nvSpPr>
              <p:cNvPr id="26" name="TextBox 25">
                <a:extLst>
                  <a:ext uri="{FF2B5EF4-FFF2-40B4-BE49-F238E27FC236}">
                    <a16:creationId xmlns:a16="http://schemas.microsoft.com/office/drawing/2014/main" id="{5E81B4F7-7F2E-EF24-99A1-100601263C35}"/>
                  </a:ext>
                </a:extLst>
              </p:cNvPr>
              <p:cNvSpPr txBox="1">
                <a:spLocks noRot="1" noChangeAspect="1" noMove="1" noResize="1" noEditPoints="1" noAdjustHandles="1" noChangeArrowheads="1" noChangeShapeType="1" noTextEdit="1"/>
              </p:cNvSpPr>
              <p:nvPr/>
            </p:nvSpPr>
            <p:spPr>
              <a:xfrm>
                <a:off x="725093" y="840603"/>
                <a:ext cx="274369" cy="276999"/>
              </a:xfrm>
              <a:prstGeom prst="rect">
                <a:avLst/>
              </a:prstGeom>
              <a:blipFill>
                <a:blip r:embed="rId5"/>
                <a:stretch>
                  <a:fillRect l="-31818" r="-4545" b="-4090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238F48E-9B04-C64C-D48C-6E3695B0B71E}"/>
                  </a:ext>
                </a:extLst>
              </p:cNvPr>
              <p:cNvSpPr txBox="1"/>
              <p:nvPr/>
            </p:nvSpPr>
            <p:spPr>
              <a:xfrm>
                <a:off x="5348110" y="0"/>
                <a:ext cx="2609202" cy="8903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𝒑</m:t>
                          </m:r>
                        </m:sub>
                        <m:sup/>
                      </m:sSubSup>
                      <m:r>
                        <a:rPr lang="en-GB" sz="1800" b="1" i="1" smtClean="0">
                          <a:solidFill>
                            <a:srgbClr val="FF0000"/>
                          </a:solidFill>
                          <a:latin typeface="Cambria Math" panose="02040503050406030204" pitchFamily="18" charset="0"/>
                        </a:rPr>
                        <m:t>=</m:t>
                      </m:r>
                      <m:sSup>
                        <m:sSupPr>
                          <m:ctrlPr>
                            <a:rPr lang="en-GB" sz="1800" i="1" smtClean="0">
                              <a:solidFill>
                                <a:srgbClr val="FF0000"/>
                              </a:solidFill>
                              <a:latin typeface="Cambria Math" panose="02040503050406030204" pitchFamily="18" charset="0"/>
                            </a:rPr>
                          </m:ctrlPr>
                        </m:sSupPr>
                        <m:e>
                          <m:d>
                            <m:dPr>
                              <m:ctrlPr>
                                <a:rPr lang="en-GB" sz="1800" i="1" smtClean="0">
                                  <a:solidFill>
                                    <a:srgbClr val="FF0000"/>
                                  </a:solidFill>
                                  <a:latin typeface="Cambria Math" panose="02040503050406030204" pitchFamily="18" charset="0"/>
                                </a:rPr>
                              </m:ctrlPr>
                            </m:dPr>
                            <m:e>
                              <m:nary>
                                <m:naryPr>
                                  <m:chr m:val="∑"/>
                                  <m:supHide m:val="on"/>
                                  <m:ctrlPr>
                                    <a:rPr lang="en-GB" sz="1800" i="1" smtClean="0">
                                      <a:solidFill>
                                        <a:srgbClr val="FF0000"/>
                                      </a:solidFill>
                                      <a:latin typeface="Cambria Math" panose="02040503050406030204" pitchFamily="18" charset="0"/>
                                    </a:rPr>
                                  </m:ctrlPr>
                                </m:naryPr>
                                <m:sub>
                                  <m:r>
                                    <m:rPr>
                                      <m:brk m:alnAt="7"/>
                                    </m:rPr>
                                    <a:rPr lang="en-GB" sz="1800" b="0" i="1" smtClean="0">
                                      <a:solidFill>
                                        <a:srgbClr val="FF0000"/>
                                      </a:solidFill>
                                      <a:latin typeface="Cambria Math" panose="02040503050406030204" pitchFamily="18" charset="0"/>
                                    </a:rPr>
                                    <m:t>𝑖</m:t>
                                  </m:r>
                                </m:sub>
                                <m:sup/>
                                <m:e>
                                  <m:sSup>
                                    <m:sSupPr>
                                      <m:ctrlPr>
                                        <a:rPr lang="en-GB" sz="1800" i="1" smtClean="0">
                                          <a:solidFill>
                                            <a:srgbClr val="FF0000"/>
                                          </a:solidFill>
                                          <a:latin typeface="Cambria Math" panose="02040503050406030204" pitchFamily="18" charset="0"/>
                                        </a:rPr>
                                      </m:ctrlPr>
                                    </m:sSupPr>
                                    <m:e>
                                      <m:d>
                                        <m:dPr>
                                          <m:begChr m:val="|"/>
                                          <m:endChr m:val="|"/>
                                          <m:ctrlPr>
                                            <a:rPr lang="en-GB" sz="1800" i="1" smtClean="0">
                                              <a:solidFill>
                                                <a:srgbClr val="FF0000"/>
                                              </a:solidFill>
                                              <a:latin typeface="Cambria Math" panose="02040503050406030204" pitchFamily="18" charset="0"/>
                                            </a:rPr>
                                          </m:ctrlPr>
                                        </m:dPr>
                                        <m:e>
                                          <m:sSub>
                                            <m:sSubPr>
                                              <m:ctrlPr>
                                                <a:rPr lang="en-GB" sz="1800" i="1" smtClean="0">
                                                  <a:solidFill>
                                                    <a:srgbClr val="FF0000"/>
                                                  </a:solidFill>
                                                  <a:latin typeface="Cambria Math" panose="02040503050406030204" pitchFamily="18" charset="0"/>
                                                </a:rPr>
                                              </m:ctrlPr>
                                            </m:sSubPr>
                                            <m:e>
                                              <m:r>
                                                <a:rPr lang="en-GB" sz="1800" b="0" i="1" smtClean="0">
                                                  <a:solidFill>
                                                    <a:srgbClr val="FF0000"/>
                                                  </a:solidFill>
                                                  <a:latin typeface="Cambria Math" panose="02040503050406030204" pitchFamily="18" charset="0"/>
                                                </a:rPr>
                                                <m:t>𝜉</m:t>
                                              </m:r>
                                            </m:e>
                                            <m:sub>
                                              <m:r>
                                                <a:rPr lang="en-GB" sz="1800" b="0" i="1" smtClean="0">
                                                  <a:solidFill>
                                                    <a:srgbClr val="FF0000"/>
                                                  </a:solidFill>
                                                  <a:latin typeface="Cambria Math" panose="02040503050406030204" pitchFamily="18" charset="0"/>
                                                </a:rPr>
                                                <m:t>𝑖</m:t>
                                              </m:r>
                                            </m:sub>
                                          </m:sSub>
                                        </m:e>
                                      </m:d>
                                    </m:e>
                                    <m:sup>
                                      <m:r>
                                        <a:rPr lang="en-GB" sz="1800" b="0" i="1" smtClean="0">
                                          <a:solidFill>
                                            <a:srgbClr val="FF0000"/>
                                          </a:solidFill>
                                          <a:latin typeface="Cambria Math" panose="02040503050406030204" pitchFamily="18" charset="0"/>
                                        </a:rPr>
                                        <m:t>𝑝</m:t>
                                      </m:r>
                                    </m:sup>
                                  </m:sSup>
                                </m:e>
                              </m:nary>
                            </m:e>
                          </m:d>
                        </m:e>
                        <m:sup>
                          <m:r>
                            <a:rPr lang="en-GB" sz="1800" b="0" i="1" smtClean="0">
                              <a:solidFill>
                                <a:srgbClr val="FF0000"/>
                              </a:solidFill>
                              <a:latin typeface="Cambria Math" panose="02040503050406030204" pitchFamily="18" charset="0"/>
                            </a:rPr>
                            <m:t>1/</m:t>
                          </m:r>
                          <m:r>
                            <a:rPr lang="en-GB" sz="1800" b="0" i="1" smtClean="0">
                              <a:solidFill>
                                <a:srgbClr val="FF0000"/>
                              </a:solidFill>
                              <a:latin typeface="Cambria Math" panose="02040503050406030204" pitchFamily="18" charset="0"/>
                            </a:rPr>
                            <m:t>𝑝</m:t>
                          </m:r>
                        </m:sup>
                      </m:sSup>
                    </m:oMath>
                  </m:oMathPara>
                </a14:m>
                <a:endParaRPr lang="en-GB" dirty="0"/>
              </a:p>
            </p:txBody>
          </p:sp>
        </mc:Choice>
        <mc:Fallback xmlns="">
          <p:sp>
            <p:nvSpPr>
              <p:cNvPr id="30" name="TextBox 29">
                <a:extLst>
                  <a:ext uri="{FF2B5EF4-FFF2-40B4-BE49-F238E27FC236}">
                    <a16:creationId xmlns:a16="http://schemas.microsoft.com/office/drawing/2014/main" id="{B238F48E-9B04-C64C-D48C-6E3695B0B71E}"/>
                  </a:ext>
                </a:extLst>
              </p:cNvPr>
              <p:cNvSpPr txBox="1">
                <a:spLocks noRot="1" noChangeAspect="1" noMove="1" noResize="1" noEditPoints="1" noAdjustHandles="1" noChangeArrowheads="1" noChangeShapeType="1" noTextEdit="1"/>
              </p:cNvSpPr>
              <p:nvPr/>
            </p:nvSpPr>
            <p:spPr>
              <a:xfrm>
                <a:off x="5348110" y="0"/>
                <a:ext cx="2609202" cy="890372"/>
              </a:xfrm>
              <a:prstGeom prst="rect">
                <a:avLst/>
              </a:prstGeom>
              <a:blipFill>
                <a:blip r:embed="rId6"/>
                <a:stretch>
                  <a:fillRect t="-90141" b="-146479"/>
                </a:stretch>
              </a:blipFill>
            </p:spPr>
            <p:txBody>
              <a:bodyPr/>
              <a:lstStyle/>
              <a:p>
                <a:r>
                  <a:rPr lang="en-GB">
                    <a:noFill/>
                  </a:rPr>
                  <a:t> </a:t>
                </a:r>
              </a:p>
            </p:txBody>
          </p:sp>
        </mc:Fallback>
      </mc:AlternateContent>
    </p:spTree>
    <p:extLst>
      <p:ext uri="{BB962C8B-B14F-4D97-AF65-F5344CB8AC3E}">
        <p14:creationId xmlns:p14="http://schemas.microsoft.com/office/powerpoint/2010/main" val="323019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CF50D-6871-888C-31E1-5C969A573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ADBC7-6F13-DA1A-64F7-271408AF17A7}"/>
              </a:ext>
            </a:extLst>
          </p:cNvPr>
          <p:cNvSpPr>
            <a:spLocks noGrp="1"/>
          </p:cNvSpPr>
          <p:nvPr>
            <p:ph type="title"/>
          </p:nvPr>
        </p:nvSpPr>
        <p:spPr/>
        <p:txBody>
          <a:bodyPr/>
          <a:lstStyle/>
          <a:p>
            <a:r>
              <a:rPr lang="en-GB" dirty="0"/>
              <a:t>Prior as </a:t>
            </a:r>
            <a:r>
              <a:rPr lang="en-GB" dirty="0" err="1"/>
              <a:t>sparsifier</a:t>
            </a:r>
            <a:endParaRPr lang="en-GB" dirty="0"/>
          </a:p>
        </p:txBody>
      </p:sp>
      <p:pic>
        <p:nvPicPr>
          <p:cNvPr id="28" name="Content Placeholder 27" descr="A set of squares with lines&#10;&#10;AI-generated content may be incorrect.">
            <a:extLst>
              <a:ext uri="{FF2B5EF4-FFF2-40B4-BE49-F238E27FC236}">
                <a16:creationId xmlns:a16="http://schemas.microsoft.com/office/drawing/2014/main" id="{1CCFB985-2A68-A295-C86F-DADFF0E5DB7E}"/>
              </a:ext>
            </a:extLst>
          </p:cNvPr>
          <p:cNvPicPr>
            <a:picLocks noGrp="1" noChangeAspect="1"/>
          </p:cNvPicPr>
          <p:nvPr>
            <p:ph idx="12"/>
          </p:nvPr>
        </p:nvPicPr>
        <p:blipFill>
          <a:blip r:embed="rId3"/>
          <a:stretch>
            <a:fillRect/>
          </a:stretch>
        </p:blipFill>
        <p:spPr>
          <a:xfrm>
            <a:off x="4762204" y="738188"/>
            <a:ext cx="4113805" cy="3841750"/>
          </a:xfrm>
        </p:spPr>
      </p:pic>
      <p:cxnSp>
        <p:nvCxnSpPr>
          <p:cNvPr id="9" name="Straight Arrow Connector 8">
            <a:extLst>
              <a:ext uri="{FF2B5EF4-FFF2-40B4-BE49-F238E27FC236}">
                <a16:creationId xmlns:a16="http://schemas.microsoft.com/office/drawing/2014/main" id="{D8A98B75-9C20-DC2E-73CC-2322C1665165}"/>
              </a:ext>
            </a:extLst>
          </p:cNvPr>
          <p:cNvCxnSpPr>
            <a:cxnSpLocks/>
          </p:cNvCxnSpPr>
          <p:nvPr/>
        </p:nvCxnSpPr>
        <p:spPr>
          <a:xfrm flipV="1">
            <a:off x="1010652" y="895149"/>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0D7B6979-EB2A-404B-0E78-698EC5F8436A}"/>
              </a:ext>
            </a:extLst>
          </p:cNvPr>
          <p:cNvCxnSpPr>
            <a:cxnSpLocks/>
          </p:cNvCxnSpPr>
          <p:nvPr/>
        </p:nvCxnSpPr>
        <p:spPr>
          <a:xfrm>
            <a:off x="75398" y="3615070"/>
            <a:ext cx="42752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7" name="Group 16">
            <a:extLst>
              <a:ext uri="{FF2B5EF4-FFF2-40B4-BE49-F238E27FC236}">
                <a16:creationId xmlns:a16="http://schemas.microsoft.com/office/drawing/2014/main" id="{5A026208-3999-9B6C-894A-443770F85C8D}"/>
              </a:ext>
            </a:extLst>
          </p:cNvPr>
          <p:cNvGrpSpPr/>
          <p:nvPr/>
        </p:nvGrpSpPr>
        <p:grpSpPr>
          <a:xfrm rot="219288">
            <a:off x="669363" y="2007688"/>
            <a:ext cx="2868148" cy="1425301"/>
            <a:chOff x="550650" y="3146222"/>
            <a:chExt cx="920004" cy="937696"/>
          </a:xfrm>
          <a:solidFill>
            <a:srgbClr val="61B6FF">
              <a:alpha val="25490"/>
            </a:srgbClr>
          </a:solidFill>
        </p:grpSpPr>
        <p:sp>
          <p:nvSpPr>
            <p:cNvPr id="18" name="Oval 17">
              <a:extLst>
                <a:ext uri="{FF2B5EF4-FFF2-40B4-BE49-F238E27FC236}">
                  <a16:creationId xmlns:a16="http://schemas.microsoft.com/office/drawing/2014/main" id="{9382251A-60F0-6581-E9D5-18ADE8F83EB0}"/>
                </a:ext>
              </a:extLst>
            </p:cNvPr>
            <p:cNvSpPr/>
            <p:nvPr/>
          </p:nvSpPr>
          <p:spPr>
            <a:xfrm>
              <a:off x="760395" y="3360000"/>
              <a:ext cx="500514" cy="510139"/>
            </a:xfrm>
            <a:prstGeom prst="ellipse">
              <a:avLst/>
            </a:prstGeom>
            <a:grp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1EE3A0AF-7724-668B-B166-BB851C6A6A1B}"/>
                </a:ext>
              </a:extLst>
            </p:cNvPr>
            <p:cNvSpPr/>
            <p:nvPr/>
          </p:nvSpPr>
          <p:spPr>
            <a:xfrm>
              <a:off x="636821" y="3234049"/>
              <a:ext cx="747662" cy="762040"/>
            </a:xfrm>
            <a:prstGeom prst="ellipse">
              <a:avLst/>
            </a:prstGeom>
            <a:grp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1DBE6A01-583B-CD76-C292-C24A83159CB3}"/>
                </a:ext>
              </a:extLst>
            </p:cNvPr>
            <p:cNvSpPr/>
            <p:nvPr/>
          </p:nvSpPr>
          <p:spPr>
            <a:xfrm>
              <a:off x="550650" y="3146222"/>
              <a:ext cx="920004" cy="937696"/>
            </a:xfrm>
            <a:prstGeom prst="ellipse">
              <a:avLst/>
            </a:prstGeom>
            <a:grp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
        <p:nvSpPr>
          <p:cNvPr id="23" name="TextBox 22">
            <a:extLst>
              <a:ext uri="{FF2B5EF4-FFF2-40B4-BE49-F238E27FC236}">
                <a16:creationId xmlns:a16="http://schemas.microsoft.com/office/drawing/2014/main" id="{D55C0595-0A06-9A80-3F19-2D996F9512AB}"/>
              </a:ext>
            </a:extLst>
          </p:cNvPr>
          <p:cNvSpPr txBox="1"/>
          <p:nvPr/>
        </p:nvSpPr>
        <p:spPr>
          <a:xfrm>
            <a:off x="2917099" y="1867787"/>
            <a:ext cx="114646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accent1"/>
                </a:solidFill>
                <a:effectLst/>
                <a:uLnTx/>
                <a:uFillTx/>
                <a:latin typeface="Arial"/>
                <a:ea typeface="+mn-ea"/>
                <a:cs typeface="+mn-cs"/>
              </a:rPr>
              <a:t>likelihood</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58F372C-9F0F-C9D4-AB2F-2F822CE6CC54}"/>
                  </a:ext>
                </a:extLst>
              </p:cNvPr>
              <p:cNvSpPr txBox="1"/>
              <p:nvPr/>
            </p:nvSpPr>
            <p:spPr>
              <a:xfrm>
                <a:off x="4095549" y="3710540"/>
                <a:ext cx="26904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25" name="TextBox 24">
                <a:extLst>
                  <a:ext uri="{FF2B5EF4-FFF2-40B4-BE49-F238E27FC236}">
                    <a16:creationId xmlns:a16="http://schemas.microsoft.com/office/drawing/2014/main" id="{858F372C-9F0F-C9D4-AB2F-2F822CE6CC54}"/>
                  </a:ext>
                </a:extLst>
              </p:cNvPr>
              <p:cNvSpPr txBox="1">
                <a:spLocks noRot="1" noChangeAspect="1" noMove="1" noResize="1" noEditPoints="1" noAdjustHandles="1" noChangeArrowheads="1" noChangeShapeType="1" noTextEdit="1"/>
              </p:cNvSpPr>
              <p:nvPr/>
            </p:nvSpPr>
            <p:spPr>
              <a:xfrm>
                <a:off x="4095549" y="3710540"/>
                <a:ext cx="269048" cy="276999"/>
              </a:xfrm>
              <a:prstGeom prst="rect">
                <a:avLst/>
              </a:prstGeom>
              <a:blipFill>
                <a:blip r:embed="rId4"/>
                <a:stretch>
                  <a:fillRect l="-27273" r="-4545" b="-454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346BF53-E9B2-CC20-E263-016AE1CA30C0}"/>
                  </a:ext>
                </a:extLst>
              </p:cNvPr>
              <p:cNvSpPr txBox="1"/>
              <p:nvPr/>
            </p:nvSpPr>
            <p:spPr>
              <a:xfrm>
                <a:off x="725093" y="840603"/>
                <a:ext cx="2743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2</m:t>
                          </m:r>
                        </m:sub>
                      </m:sSub>
                    </m:oMath>
                  </m:oMathPara>
                </a14:m>
                <a:endParaRPr lang="en-GB" dirty="0"/>
              </a:p>
            </p:txBody>
          </p:sp>
        </mc:Choice>
        <mc:Fallback xmlns="">
          <p:sp>
            <p:nvSpPr>
              <p:cNvPr id="26" name="TextBox 25">
                <a:extLst>
                  <a:ext uri="{FF2B5EF4-FFF2-40B4-BE49-F238E27FC236}">
                    <a16:creationId xmlns:a16="http://schemas.microsoft.com/office/drawing/2014/main" id="{5346BF53-E9B2-CC20-E263-016AE1CA30C0}"/>
                  </a:ext>
                </a:extLst>
              </p:cNvPr>
              <p:cNvSpPr txBox="1">
                <a:spLocks noRot="1" noChangeAspect="1" noMove="1" noResize="1" noEditPoints="1" noAdjustHandles="1" noChangeArrowheads="1" noChangeShapeType="1" noTextEdit="1"/>
              </p:cNvSpPr>
              <p:nvPr/>
            </p:nvSpPr>
            <p:spPr>
              <a:xfrm>
                <a:off x="725093" y="840603"/>
                <a:ext cx="274369" cy="276999"/>
              </a:xfrm>
              <a:prstGeom prst="rect">
                <a:avLst/>
              </a:prstGeom>
              <a:blipFill>
                <a:blip r:embed="rId5"/>
                <a:stretch>
                  <a:fillRect l="-31818" r="-4545" b="-40909"/>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C596453E-3D0F-4D3F-65D4-718D78DB41B7}"/>
              </a:ext>
            </a:extLst>
          </p:cNvPr>
          <p:cNvSpPr/>
          <p:nvPr/>
        </p:nvSpPr>
        <p:spPr>
          <a:xfrm rot="2693473">
            <a:off x="654966" y="3261136"/>
            <a:ext cx="720000" cy="720000"/>
          </a:xfrm>
          <a:prstGeom prst="rect">
            <a:avLst/>
          </a:prstGeom>
          <a:solidFill>
            <a:srgbClr val="FF0000">
              <a:alpha val="26000"/>
            </a:srgbClr>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28AE70B1-FC7C-1D49-3400-4F1A4E8A4EDB}"/>
              </a:ext>
            </a:extLst>
          </p:cNvPr>
          <p:cNvSpPr/>
          <p:nvPr/>
        </p:nvSpPr>
        <p:spPr>
          <a:xfrm rot="2693473">
            <a:off x="740652" y="3345070"/>
            <a:ext cx="540000" cy="540000"/>
          </a:xfrm>
          <a:prstGeom prst="rect">
            <a:avLst/>
          </a:prstGeom>
          <a:solidFill>
            <a:srgbClr val="FF0000">
              <a:alpha val="26000"/>
            </a:srgbClr>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43F26E34-F7E0-355E-EDB9-D8E14306A8A8}"/>
              </a:ext>
            </a:extLst>
          </p:cNvPr>
          <p:cNvSpPr/>
          <p:nvPr/>
        </p:nvSpPr>
        <p:spPr>
          <a:xfrm rot="2693473">
            <a:off x="830652" y="3436618"/>
            <a:ext cx="360000" cy="360000"/>
          </a:xfrm>
          <a:prstGeom prst="rect">
            <a:avLst/>
          </a:prstGeom>
          <a:solidFill>
            <a:srgbClr val="FF0000">
              <a:alpha val="26000"/>
            </a:srgbClr>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D31840DC-DAD6-C421-507B-4F251BA4D8E3}"/>
              </a:ext>
            </a:extLst>
          </p:cNvPr>
          <p:cNvSpPr txBox="1"/>
          <p:nvPr/>
        </p:nvSpPr>
        <p:spPr>
          <a:xfrm>
            <a:off x="1055670" y="4089996"/>
            <a:ext cx="2642070" cy="369332"/>
          </a:xfrm>
          <a:prstGeom prst="rect">
            <a:avLst/>
          </a:prstGeom>
          <a:noFill/>
          <a:ln>
            <a:no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0000"/>
                </a:solidFill>
                <a:effectLst/>
                <a:uLnTx/>
                <a:uFillTx/>
                <a:latin typeface="Arial"/>
                <a:ea typeface="+mn-ea"/>
                <a:cs typeface="+mn-cs"/>
              </a:rPr>
              <a:t>L</a:t>
            </a:r>
            <a:r>
              <a:rPr lang="en-GB" baseline="-25000" dirty="0">
                <a:solidFill>
                  <a:srgbClr val="FF0000"/>
                </a:solidFill>
                <a:latin typeface="Arial"/>
              </a:rPr>
              <a:t>1</a:t>
            </a:r>
            <a:r>
              <a:rPr kumimoji="0" lang="en-GB" sz="1800" b="0" i="0" u="none" strike="noStrike" kern="1200" cap="none" spc="0" normalizeH="0" baseline="0" noProof="0" dirty="0">
                <a:ln>
                  <a:noFill/>
                </a:ln>
                <a:solidFill>
                  <a:srgbClr val="FF0000"/>
                </a:solidFill>
                <a:effectLst/>
                <a:uLnTx/>
                <a:uFillTx/>
                <a:latin typeface="Arial"/>
                <a:ea typeface="+mn-ea"/>
                <a:cs typeface="+mn-cs"/>
              </a:rPr>
              <a:t> Prior (Regularisation)</a:t>
            </a:r>
            <a:endParaRPr kumimoji="0" lang="en-GB" sz="1800" b="0" i="0" u="none" strike="noStrike" kern="1200" cap="none" spc="0" normalizeH="0" baseline="-25000" noProof="0" dirty="0">
              <a:ln>
                <a:noFill/>
              </a:ln>
              <a:solidFill>
                <a:srgbClr val="FF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125C3FE-8A5F-1EBD-780F-AD4E18DEB28D}"/>
                  </a:ext>
                </a:extLst>
              </p:cNvPr>
              <p:cNvSpPr txBox="1"/>
              <p:nvPr/>
            </p:nvSpPr>
            <p:spPr>
              <a:xfrm>
                <a:off x="5348110" y="0"/>
                <a:ext cx="2609202" cy="8903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sz="1800" i="1" smtClean="0">
                              <a:solidFill>
                                <a:srgbClr val="FF0000"/>
                              </a:solidFill>
                              <a:latin typeface="Cambria Math" panose="02040503050406030204" pitchFamily="18" charset="0"/>
                            </a:rPr>
                          </m:ctrlPr>
                        </m:sSubSupPr>
                        <m:e>
                          <m:d>
                            <m:dPr>
                              <m:begChr m:val="‖"/>
                              <m:endChr m:val="‖"/>
                              <m:ctrlPr>
                                <a:rPr lang="en-GB" sz="1800" i="1" dirty="0">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𝝃</m:t>
                              </m:r>
                            </m:e>
                          </m:d>
                        </m:e>
                        <m:sub>
                          <m:r>
                            <a:rPr lang="en-GB" sz="1800" b="1" i="1" smtClean="0">
                              <a:solidFill>
                                <a:srgbClr val="FF0000"/>
                              </a:solidFill>
                              <a:latin typeface="Cambria Math" panose="02040503050406030204" pitchFamily="18" charset="0"/>
                            </a:rPr>
                            <m:t>𝒑</m:t>
                          </m:r>
                        </m:sub>
                        <m:sup/>
                      </m:sSubSup>
                      <m:r>
                        <a:rPr lang="en-GB" sz="1800" b="1" i="1" smtClean="0">
                          <a:solidFill>
                            <a:srgbClr val="FF0000"/>
                          </a:solidFill>
                          <a:latin typeface="Cambria Math" panose="02040503050406030204" pitchFamily="18" charset="0"/>
                        </a:rPr>
                        <m:t>=</m:t>
                      </m:r>
                      <m:sSup>
                        <m:sSupPr>
                          <m:ctrlPr>
                            <a:rPr lang="en-GB" sz="1800" i="1" smtClean="0">
                              <a:solidFill>
                                <a:srgbClr val="FF0000"/>
                              </a:solidFill>
                              <a:latin typeface="Cambria Math" panose="02040503050406030204" pitchFamily="18" charset="0"/>
                            </a:rPr>
                          </m:ctrlPr>
                        </m:sSupPr>
                        <m:e>
                          <m:d>
                            <m:dPr>
                              <m:ctrlPr>
                                <a:rPr lang="en-GB" sz="1800" i="1" smtClean="0">
                                  <a:solidFill>
                                    <a:srgbClr val="FF0000"/>
                                  </a:solidFill>
                                  <a:latin typeface="Cambria Math" panose="02040503050406030204" pitchFamily="18" charset="0"/>
                                </a:rPr>
                              </m:ctrlPr>
                            </m:dPr>
                            <m:e>
                              <m:nary>
                                <m:naryPr>
                                  <m:chr m:val="∑"/>
                                  <m:supHide m:val="on"/>
                                  <m:ctrlPr>
                                    <a:rPr lang="en-GB" sz="1800" i="1" smtClean="0">
                                      <a:solidFill>
                                        <a:srgbClr val="FF0000"/>
                                      </a:solidFill>
                                      <a:latin typeface="Cambria Math" panose="02040503050406030204" pitchFamily="18" charset="0"/>
                                    </a:rPr>
                                  </m:ctrlPr>
                                </m:naryPr>
                                <m:sub>
                                  <m:r>
                                    <m:rPr>
                                      <m:brk m:alnAt="7"/>
                                    </m:rPr>
                                    <a:rPr lang="en-GB" sz="1800" b="0" i="1" smtClean="0">
                                      <a:solidFill>
                                        <a:srgbClr val="FF0000"/>
                                      </a:solidFill>
                                      <a:latin typeface="Cambria Math" panose="02040503050406030204" pitchFamily="18" charset="0"/>
                                    </a:rPr>
                                    <m:t>𝑖</m:t>
                                  </m:r>
                                </m:sub>
                                <m:sup/>
                                <m:e>
                                  <m:sSup>
                                    <m:sSupPr>
                                      <m:ctrlPr>
                                        <a:rPr lang="en-GB" sz="1800" i="1" smtClean="0">
                                          <a:solidFill>
                                            <a:srgbClr val="FF0000"/>
                                          </a:solidFill>
                                          <a:latin typeface="Cambria Math" panose="02040503050406030204" pitchFamily="18" charset="0"/>
                                        </a:rPr>
                                      </m:ctrlPr>
                                    </m:sSupPr>
                                    <m:e>
                                      <m:d>
                                        <m:dPr>
                                          <m:begChr m:val="|"/>
                                          <m:endChr m:val="|"/>
                                          <m:ctrlPr>
                                            <a:rPr lang="en-GB" sz="1800" i="1" smtClean="0">
                                              <a:solidFill>
                                                <a:srgbClr val="FF0000"/>
                                              </a:solidFill>
                                              <a:latin typeface="Cambria Math" panose="02040503050406030204" pitchFamily="18" charset="0"/>
                                            </a:rPr>
                                          </m:ctrlPr>
                                        </m:dPr>
                                        <m:e>
                                          <m:sSub>
                                            <m:sSubPr>
                                              <m:ctrlPr>
                                                <a:rPr lang="en-GB" sz="1800" i="1" smtClean="0">
                                                  <a:solidFill>
                                                    <a:srgbClr val="FF0000"/>
                                                  </a:solidFill>
                                                  <a:latin typeface="Cambria Math" panose="02040503050406030204" pitchFamily="18" charset="0"/>
                                                </a:rPr>
                                              </m:ctrlPr>
                                            </m:sSubPr>
                                            <m:e>
                                              <m:r>
                                                <a:rPr lang="en-GB" sz="1800" b="0" i="1" smtClean="0">
                                                  <a:solidFill>
                                                    <a:srgbClr val="FF0000"/>
                                                  </a:solidFill>
                                                  <a:latin typeface="Cambria Math" panose="02040503050406030204" pitchFamily="18" charset="0"/>
                                                </a:rPr>
                                                <m:t>𝜉</m:t>
                                              </m:r>
                                            </m:e>
                                            <m:sub>
                                              <m:r>
                                                <a:rPr lang="en-GB" sz="1800" b="0" i="1" smtClean="0">
                                                  <a:solidFill>
                                                    <a:srgbClr val="FF0000"/>
                                                  </a:solidFill>
                                                  <a:latin typeface="Cambria Math" panose="02040503050406030204" pitchFamily="18" charset="0"/>
                                                </a:rPr>
                                                <m:t>𝑖</m:t>
                                              </m:r>
                                            </m:sub>
                                          </m:sSub>
                                        </m:e>
                                      </m:d>
                                    </m:e>
                                    <m:sup>
                                      <m:r>
                                        <a:rPr lang="en-GB" sz="1800" b="0" i="1" smtClean="0">
                                          <a:solidFill>
                                            <a:srgbClr val="FF0000"/>
                                          </a:solidFill>
                                          <a:latin typeface="Cambria Math" panose="02040503050406030204" pitchFamily="18" charset="0"/>
                                        </a:rPr>
                                        <m:t>𝑝</m:t>
                                      </m:r>
                                    </m:sup>
                                  </m:sSup>
                                </m:e>
                              </m:nary>
                            </m:e>
                          </m:d>
                        </m:e>
                        <m:sup>
                          <m:r>
                            <a:rPr lang="en-GB" sz="1800" b="0" i="1" smtClean="0">
                              <a:solidFill>
                                <a:srgbClr val="FF0000"/>
                              </a:solidFill>
                              <a:latin typeface="Cambria Math" panose="02040503050406030204" pitchFamily="18" charset="0"/>
                            </a:rPr>
                            <m:t>1/</m:t>
                          </m:r>
                          <m:r>
                            <a:rPr lang="en-GB" sz="1800" b="0" i="1" smtClean="0">
                              <a:solidFill>
                                <a:srgbClr val="FF0000"/>
                              </a:solidFill>
                              <a:latin typeface="Cambria Math" panose="02040503050406030204" pitchFamily="18" charset="0"/>
                            </a:rPr>
                            <m:t>𝑝</m:t>
                          </m:r>
                        </m:sup>
                      </m:sSup>
                    </m:oMath>
                  </m:oMathPara>
                </a14:m>
                <a:endParaRPr lang="en-GB" dirty="0"/>
              </a:p>
            </p:txBody>
          </p:sp>
        </mc:Choice>
        <mc:Fallback xmlns="">
          <p:sp>
            <p:nvSpPr>
              <p:cNvPr id="7" name="TextBox 6">
                <a:extLst>
                  <a:ext uri="{FF2B5EF4-FFF2-40B4-BE49-F238E27FC236}">
                    <a16:creationId xmlns:a16="http://schemas.microsoft.com/office/drawing/2014/main" id="{1125C3FE-8A5F-1EBD-780F-AD4E18DEB28D}"/>
                  </a:ext>
                </a:extLst>
              </p:cNvPr>
              <p:cNvSpPr txBox="1">
                <a:spLocks noRot="1" noChangeAspect="1" noMove="1" noResize="1" noEditPoints="1" noAdjustHandles="1" noChangeArrowheads="1" noChangeShapeType="1" noTextEdit="1"/>
              </p:cNvSpPr>
              <p:nvPr/>
            </p:nvSpPr>
            <p:spPr>
              <a:xfrm>
                <a:off x="5348110" y="0"/>
                <a:ext cx="2609202" cy="890372"/>
              </a:xfrm>
              <a:prstGeom prst="rect">
                <a:avLst/>
              </a:prstGeom>
              <a:blipFill>
                <a:blip r:embed="rId6"/>
                <a:stretch>
                  <a:fillRect t="-90141" b="-146479"/>
                </a:stretch>
              </a:blipFill>
            </p:spPr>
            <p:txBody>
              <a:bodyPr/>
              <a:lstStyle/>
              <a:p>
                <a:r>
                  <a:rPr lang="en-GB">
                    <a:noFill/>
                  </a:rPr>
                  <a:t> </a:t>
                </a:r>
              </a:p>
            </p:txBody>
          </p:sp>
        </mc:Fallback>
      </mc:AlternateContent>
    </p:spTree>
    <p:extLst>
      <p:ext uri="{BB962C8B-B14F-4D97-AF65-F5344CB8AC3E}">
        <p14:creationId xmlns:p14="http://schemas.microsoft.com/office/powerpoint/2010/main" val="195469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0F1DE-E053-23BA-2239-6C71ACCE5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D6676-9E5E-CA36-BEB7-10A838B27737}"/>
              </a:ext>
            </a:extLst>
          </p:cNvPr>
          <p:cNvSpPr>
            <a:spLocks noGrp="1"/>
          </p:cNvSpPr>
          <p:nvPr>
            <p:ph type="title"/>
          </p:nvPr>
        </p:nvSpPr>
        <p:spPr/>
        <p:txBody>
          <a:bodyPr/>
          <a:lstStyle/>
          <a:p>
            <a:r>
              <a:rPr lang="en-GB" dirty="0"/>
              <a:t>Prior as </a:t>
            </a:r>
            <a:r>
              <a:rPr lang="en-GB" dirty="0" err="1"/>
              <a:t>sparsifier</a:t>
            </a:r>
            <a:r>
              <a:rPr lang="en-GB" dirty="0"/>
              <a:t> – Hierarchical Prior</a:t>
            </a:r>
          </a:p>
        </p:txBody>
      </p:sp>
      <p:pic>
        <p:nvPicPr>
          <p:cNvPr id="13" name="Picture 12" descr="A diagram of a function&#10;&#10;AI-generated content may be incorrect.">
            <a:extLst>
              <a:ext uri="{FF2B5EF4-FFF2-40B4-BE49-F238E27FC236}">
                <a16:creationId xmlns:a16="http://schemas.microsoft.com/office/drawing/2014/main" id="{D4D92701-5B3D-4AC3-1B47-B5AE027313B7}"/>
              </a:ext>
            </a:extLst>
          </p:cNvPr>
          <p:cNvPicPr>
            <a:picLocks noChangeAspect="1"/>
          </p:cNvPicPr>
          <p:nvPr/>
        </p:nvPicPr>
        <p:blipFill>
          <a:blip r:embed="rId3"/>
          <a:stretch>
            <a:fillRect/>
          </a:stretch>
        </p:blipFill>
        <p:spPr>
          <a:xfrm>
            <a:off x="552897" y="1197109"/>
            <a:ext cx="7772400" cy="3568735"/>
          </a:xfrm>
          <a:prstGeom prst="rect">
            <a:avLst/>
          </a:prstGeom>
        </p:spPr>
      </p:pic>
      <p:sp>
        <p:nvSpPr>
          <p:cNvPr id="15" name="TextBox 14">
            <a:extLst>
              <a:ext uri="{FF2B5EF4-FFF2-40B4-BE49-F238E27FC236}">
                <a16:creationId xmlns:a16="http://schemas.microsoft.com/office/drawing/2014/main" id="{190678D4-58AC-A22A-9771-322E5AA84DF5}"/>
              </a:ext>
            </a:extLst>
          </p:cNvPr>
          <p:cNvSpPr txBox="1"/>
          <p:nvPr/>
        </p:nvSpPr>
        <p:spPr>
          <a:xfrm>
            <a:off x="2143438" y="3208917"/>
            <a:ext cx="2016438"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FF0000"/>
                </a:solidFill>
                <a:effectLst/>
                <a:uLnTx/>
                <a:uFillTx/>
                <a:latin typeface="Arial"/>
                <a:ea typeface="+mn-ea"/>
                <a:cs typeface="+mn-cs"/>
              </a:rPr>
              <a:t>Prior:</a:t>
            </a:r>
            <a:endParaRPr lang="en-GB" dirty="0"/>
          </a:p>
        </p:txBody>
      </p:sp>
      <p:sp>
        <p:nvSpPr>
          <p:cNvPr id="16" name="TextBox 15">
            <a:extLst>
              <a:ext uri="{FF2B5EF4-FFF2-40B4-BE49-F238E27FC236}">
                <a16:creationId xmlns:a16="http://schemas.microsoft.com/office/drawing/2014/main" id="{C2CBD0D2-BB71-4AB4-E4C3-8B9BCAF7E4AF}"/>
              </a:ext>
            </a:extLst>
          </p:cNvPr>
          <p:cNvSpPr txBox="1"/>
          <p:nvPr/>
        </p:nvSpPr>
        <p:spPr>
          <a:xfrm>
            <a:off x="5618586" y="2009035"/>
            <a:ext cx="1554945"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00B050"/>
                </a:solidFill>
                <a:effectLst/>
                <a:uLnTx/>
                <a:uFillTx/>
                <a:latin typeface="Arial"/>
                <a:ea typeface="+mn-ea"/>
                <a:cs typeface="+mn-cs"/>
              </a:rPr>
              <a:t>Posterior:</a:t>
            </a:r>
            <a:endParaRPr lang="en-GB" dirty="0">
              <a:solidFill>
                <a:srgbClr val="00B050"/>
              </a:solidFill>
            </a:endParaRPr>
          </a:p>
        </p:txBody>
      </p:sp>
    </p:spTree>
    <p:extLst>
      <p:ext uri="{BB962C8B-B14F-4D97-AF65-F5344CB8AC3E}">
        <p14:creationId xmlns:p14="http://schemas.microsoft.com/office/powerpoint/2010/main" val="2133820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5635D-1864-2FD6-DBA2-539715991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056BD-EF36-99EA-BCEA-949C88C15B05}"/>
              </a:ext>
            </a:extLst>
          </p:cNvPr>
          <p:cNvSpPr>
            <a:spLocks noGrp="1"/>
          </p:cNvSpPr>
          <p:nvPr>
            <p:ph type="title"/>
          </p:nvPr>
        </p:nvSpPr>
        <p:spPr/>
        <p:txBody>
          <a:bodyPr/>
          <a:lstStyle/>
          <a:p>
            <a:r>
              <a:rPr lang="en-GB" dirty="0"/>
              <a:t>Prior as </a:t>
            </a:r>
            <a:r>
              <a:rPr lang="en-GB" dirty="0" err="1"/>
              <a:t>sparsifier</a:t>
            </a:r>
            <a:r>
              <a:rPr lang="en-GB" dirty="0"/>
              <a:t> – Hierarchical Prior</a:t>
            </a:r>
          </a:p>
        </p:txBody>
      </p:sp>
      <p:sp>
        <p:nvSpPr>
          <p:cNvPr id="15" name="TextBox 14">
            <a:extLst>
              <a:ext uri="{FF2B5EF4-FFF2-40B4-BE49-F238E27FC236}">
                <a16:creationId xmlns:a16="http://schemas.microsoft.com/office/drawing/2014/main" id="{C5253169-EF94-6C37-5EF0-BB836F65C604}"/>
              </a:ext>
            </a:extLst>
          </p:cNvPr>
          <p:cNvSpPr txBox="1"/>
          <p:nvPr/>
        </p:nvSpPr>
        <p:spPr>
          <a:xfrm>
            <a:off x="784103" y="3256702"/>
            <a:ext cx="921732"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FF0000"/>
                </a:solidFill>
                <a:effectLst/>
                <a:uLnTx/>
                <a:uFillTx/>
                <a:latin typeface="Arial"/>
                <a:ea typeface="+mn-ea"/>
                <a:cs typeface="+mn-cs"/>
              </a:rPr>
              <a:t>Prior 1</a:t>
            </a:r>
            <a:endParaRPr lang="en-GB" dirty="0"/>
          </a:p>
        </p:txBody>
      </p:sp>
      <p:cxnSp>
        <p:nvCxnSpPr>
          <p:cNvPr id="3" name="Straight Arrow Connector 2">
            <a:extLst>
              <a:ext uri="{FF2B5EF4-FFF2-40B4-BE49-F238E27FC236}">
                <a16:creationId xmlns:a16="http://schemas.microsoft.com/office/drawing/2014/main" id="{04F85567-1CB3-438F-3EDD-C0D7DDA74A83}"/>
              </a:ext>
            </a:extLst>
          </p:cNvPr>
          <p:cNvCxnSpPr>
            <a:cxnSpLocks/>
          </p:cNvCxnSpPr>
          <p:nvPr/>
        </p:nvCxnSpPr>
        <p:spPr>
          <a:xfrm>
            <a:off x="147484" y="4155982"/>
            <a:ext cx="859727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CE81E72-92DF-2F72-CB10-CAA18FE0FCC9}"/>
                  </a:ext>
                </a:extLst>
              </p:cNvPr>
              <p:cNvSpPr txBox="1"/>
              <p:nvPr/>
            </p:nvSpPr>
            <p:spPr>
              <a:xfrm>
                <a:off x="8327511" y="4315846"/>
                <a:ext cx="2690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4" name="TextBox 3">
                <a:extLst>
                  <a:ext uri="{FF2B5EF4-FFF2-40B4-BE49-F238E27FC236}">
                    <a16:creationId xmlns:a16="http://schemas.microsoft.com/office/drawing/2014/main" id="{FCE81E72-92DF-2F72-CB10-CAA18FE0FCC9}"/>
                  </a:ext>
                </a:extLst>
              </p:cNvPr>
              <p:cNvSpPr txBox="1">
                <a:spLocks noRot="1" noChangeAspect="1" noMove="1" noResize="1" noEditPoints="1" noAdjustHandles="1" noChangeArrowheads="1" noChangeShapeType="1" noTextEdit="1"/>
              </p:cNvSpPr>
              <p:nvPr/>
            </p:nvSpPr>
            <p:spPr>
              <a:xfrm>
                <a:off x="8327511" y="4315846"/>
                <a:ext cx="269048" cy="276999"/>
              </a:xfrm>
              <a:prstGeom prst="rect">
                <a:avLst/>
              </a:prstGeom>
              <a:blipFill>
                <a:blip r:embed="rId3"/>
                <a:stretch>
                  <a:fillRect l="-27273" r="-4545" b="-3913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F31ED071-6C35-EEB3-9E7E-22EDAE8DD705}"/>
              </a:ext>
            </a:extLst>
          </p:cNvPr>
          <p:cNvCxnSpPr>
            <a:cxnSpLocks/>
          </p:cNvCxnSpPr>
          <p:nvPr/>
        </p:nvCxnSpPr>
        <p:spPr>
          <a:xfrm flipV="1">
            <a:off x="2362933" y="1191363"/>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6B9F7A-F52B-3841-89BC-1132988C8ED9}"/>
                  </a:ext>
                </a:extLst>
              </p:cNvPr>
              <p:cNvSpPr txBox="1"/>
              <p:nvPr/>
            </p:nvSpPr>
            <p:spPr>
              <a:xfrm>
                <a:off x="4695905" y="913440"/>
                <a:ext cx="4170325"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0" u="sng" dirty="0">
                    <a:solidFill>
                      <a:srgbClr val="FF0000"/>
                    </a:solidFill>
                  </a:rPr>
                  <a:t>Spike and Slab Prior:</a:t>
                </a: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rPr>
                        <m:t>𝜉</m:t>
                      </m:r>
                      <m:r>
                        <a:rPr lang="en-GB" sz="2000" b="0" i="1" smtClean="0">
                          <a:solidFill>
                            <a:srgbClr val="FF0000"/>
                          </a:solidFill>
                          <a:latin typeface="Cambria Math" panose="02040503050406030204" pitchFamily="18" charset="0"/>
                        </a:rPr>
                        <m:t>|</m:t>
                      </m:r>
                      <m:r>
                        <a:rPr lang="en-GB" sz="2000" b="0" i="1" smtClean="0">
                          <a:solidFill>
                            <a:srgbClr val="FF0000"/>
                          </a:solidFill>
                          <a:latin typeface="Cambria Math" panose="02040503050406030204" pitchFamily="18" charset="0"/>
                        </a:rPr>
                        <m:t>𝜆</m:t>
                      </m:r>
                      <m:r>
                        <a:rPr lang="en-GB" sz="2000" b="0" i="1" smtClean="0">
                          <a:solidFill>
                            <a:srgbClr val="FF0000"/>
                          </a:solidFill>
                          <a:latin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𝒩</m:t>
                      </m:r>
                      <m:d>
                        <m:dPr>
                          <m:ctrlPr>
                            <a:rPr lang="en-GB" sz="2000" b="0" i="1" smtClean="0">
                              <a:solidFill>
                                <a:srgbClr val="FF0000"/>
                              </a:solidFill>
                              <a:latin typeface="Cambria Math" panose="02040503050406030204" pitchFamily="18" charset="0"/>
                              <a:ea typeface="Cambria Math" panose="02040503050406030204" pitchFamily="18" charset="0"/>
                            </a:rPr>
                          </m:ctrlPr>
                        </m:dPr>
                        <m:e>
                          <m:r>
                            <a:rPr lang="en-GB" sz="2000" b="0" i="1" smtClean="0">
                              <a:solidFill>
                                <a:srgbClr val="FF0000"/>
                              </a:solidFill>
                              <a:latin typeface="Cambria Math" panose="02040503050406030204" pitchFamily="18" charset="0"/>
                              <a:ea typeface="Cambria Math" panose="02040503050406030204" pitchFamily="18" charset="0"/>
                            </a:rPr>
                            <m:t>0,1</m:t>
                          </m:r>
                        </m:e>
                      </m:d>
                      <m:r>
                        <a:rPr lang="en-GB" sz="2000" b="0" i="1" smtClean="0">
                          <a:solidFill>
                            <a:srgbClr val="FF0000"/>
                          </a:solidFill>
                          <a:latin typeface="Cambria Math" panose="02040503050406030204" pitchFamily="18" charset="0"/>
                          <a:ea typeface="Cambria Math" panose="02040503050406030204" pitchFamily="18" charset="0"/>
                        </a:rPr>
                        <m:t>𝜆</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7030A0"/>
                          </a:solidFill>
                          <a:latin typeface="Cambria Math" panose="02040503050406030204" pitchFamily="18" charset="0"/>
                          <a:ea typeface="Cambria Math" panose="02040503050406030204" pitchFamily="18" charset="0"/>
                        </a:rPr>
                        <m:t>𝒩</m:t>
                      </m:r>
                      <m:d>
                        <m:dPr>
                          <m:ctrlPr>
                            <a:rPr lang="en-GB" sz="2000" b="0" i="1" smtClean="0">
                              <a:solidFill>
                                <a:srgbClr val="7030A0"/>
                              </a:solidFill>
                              <a:latin typeface="Cambria Math" panose="02040503050406030204" pitchFamily="18" charset="0"/>
                              <a:ea typeface="Cambria Math" panose="02040503050406030204" pitchFamily="18" charset="0"/>
                            </a:rPr>
                          </m:ctrlPr>
                        </m:dPr>
                        <m:e>
                          <m:r>
                            <a:rPr lang="en-GB" sz="2000" b="0" i="1" smtClean="0">
                              <a:solidFill>
                                <a:srgbClr val="7030A0"/>
                              </a:solidFill>
                              <a:latin typeface="Cambria Math" panose="02040503050406030204" pitchFamily="18" charset="0"/>
                              <a:ea typeface="Cambria Math" panose="02040503050406030204" pitchFamily="18" charset="0"/>
                            </a:rPr>
                            <m:t>0,</m:t>
                          </m:r>
                          <m:sSup>
                            <m:sSupPr>
                              <m:ctrlPr>
                                <a:rPr lang="en-GB" sz="2000" b="0" i="1" smtClean="0">
                                  <a:solidFill>
                                    <a:srgbClr val="7030A0"/>
                                  </a:solidFill>
                                  <a:latin typeface="Cambria Math" panose="02040503050406030204" pitchFamily="18" charset="0"/>
                                  <a:ea typeface="Cambria Math" panose="02040503050406030204" pitchFamily="18" charset="0"/>
                                </a:rPr>
                              </m:ctrlPr>
                            </m:sSupPr>
                            <m:e>
                              <m:r>
                                <a:rPr lang="en-GB" sz="2000" b="0" i="1" smtClean="0">
                                  <a:solidFill>
                                    <a:srgbClr val="7030A0"/>
                                  </a:solidFill>
                                  <a:latin typeface="Cambria Math" panose="02040503050406030204" pitchFamily="18" charset="0"/>
                                  <a:ea typeface="Cambria Math" panose="02040503050406030204" pitchFamily="18" charset="0"/>
                                </a:rPr>
                                <m:t>𝜖</m:t>
                              </m:r>
                            </m:e>
                            <m:sup>
                              <m:r>
                                <a:rPr lang="en-GB" sz="2000" b="0" i="1" smtClean="0">
                                  <a:solidFill>
                                    <a:srgbClr val="7030A0"/>
                                  </a:solidFill>
                                  <a:latin typeface="Cambria Math" panose="02040503050406030204" pitchFamily="18" charset="0"/>
                                  <a:ea typeface="Cambria Math" panose="02040503050406030204" pitchFamily="18" charset="0"/>
                                </a:rPr>
                                <m:t>2</m:t>
                              </m:r>
                            </m:sup>
                          </m:sSup>
                        </m:e>
                      </m:d>
                      <m:r>
                        <a:rPr lang="en-GB" sz="2000" b="0" i="1" smtClean="0">
                          <a:solidFill>
                            <a:srgbClr val="7030A0"/>
                          </a:solidFill>
                          <a:latin typeface="Cambria Math" panose="02040503050406030204" pitchFamily="18" charset="0"/>
                          <a:ea typeface="Cambria Math" panose="02040503050406030204" pitchFamily="18" charset="0"/>
                        </a:rPr>
                        <m:t>(1−</m:t>
                      </m:r>
                      <m:r>
                        <a:rPr lang="en-GB" sz="2000" b="0" i="1" smtClean="0">
                          <a:solidFill>
                            <a:srgbClr val="7030A0"/>
                          </a:solidFill>
                          <a:latin typeface="Cambria Math" panose="02040503050406030204" pitchFamily="18" charset="0"/>
                          <a:ea typeface="Cambria Math" panose="02040503050406030204" pitchFamily="18" charset="0"/>
                        </a:rPr>
                        <m:t>𝜆</m:t>
                      </m:r>
                      <m:r>
                        <a:rPr lang="en-GB" sz="2000" b="0" i="1" smtClean="0">
                          <a:solidFill>
                            <a:srgbClr val="7030A0"/>
                          </a:solidFill>
                          <a:latin typeface="Cambria Math" panose="02040503050406030204" pitchFamily="18" charset="0"/>
                          <a:ea typeface="Cambria Math" panose="02040503050406030204" pitchFamily="18" charset="0"/>
                        </a:rPr>
                        <m:t>)</m:t>
                      </m:r>
                    </m:oMath>
                  </m:oMathPara>
                </a14:m>
                <a:endParaRPr lang="en-GB" sz="2000" dirty="0">
                  <a:solidFill>
                    <a:srgbClr val="7030A0"/>
                  </a:solidFill>
                </a:endParaRPr>
              </a:p>
              <a:p>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ea typeface="Cambria Math" panose="02040503050406030204" pitchFamily="18" charset="0"/>
                        </a:rPr>
                        <m:t>𝜆</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𝐵𝑒𝑟</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𝜋</m:t>
                      </m:r>
                      <m:r>
                        <a:rPr lang="en-GB" sz="2000" b="0" i="1" smtClean="0">
                          <a:solidFill>
                            <a:srgbClr val="FF0000"/>
                          </a:solidFill>
                          <a:latin typeface="Cambria Math" panose="02040503050406030204" pitchFamily="18" charset="0"/>
                          <a:ea typeface="Cambria Math" panose="02040503050406030204" pitchFamily="18" charset="0"/>
                        </a:rPr>
                        <m:t>)</m:t>
                      </m:r>
                    </m:oMath>
                  </m:oMathPara>
                </a14:m>
                <a:endParaRPr lang="en-GB" sz="2000" dirty="0"/>
              </a:p>
            </p:txBody>
          </p:sp>
        </mc:Choice>
        <mc:Fallback xmlns="">
          <p:sp>
            <p:nvSpPr>
              <p:cNvPr id="8" name="TextBox 7">
                <a:extLst>
                  <a:ext uri="{FF2B5EF4-FFF2-40B4-BE49-F238E27FC236}">
                    <a16:creationId xmlns:a16="http://schemas.microsoft.com/office/drawing/2014/main" id="{266B9F7A-F52B-3841-89BC-1132988C8ED9}"/>
                  </a:ext>
                </a:extLst>
              </p:cNvPr>
              <p:cNvSpPr txBox="1">
                <a:spLocks noRot="1" noChangeAspect="1" noMove="1" noResize="1" noEditPoints="1" noAdjustHandles="1" noChangeArrowheads="1" noChangeShapeType="1" noTextEdit="1"/>
              </p:cNvSpPr>
              <p:nvPr/>
            </p:nvSpPr>
            <p:spPr>
              <a:xfrm>
                <a:off x="4695905" y="913440"/>
                <a:ext cx="4170325" cy="1015663"/>
              </a:xfrm>
              <a:prstGeom prst="rect">
                <a:avLst/>
              </a:prstGeom>
              <a:blipFill>
                <a:blip r:embed="rId4"/>
                <a:stretch>
                  <a:fillRect l="-1520" t="-3750" b="-5000"/>
                </a:stretch>
              </a:blipFill>
            </p:spPr>
            <p:txBody>
              <a:bodyPr/>
              <a:lstStyle/>
              <a:p>
                <a:r>
                  <a:rPr lang="en-GB">
                    <a:noFill/>
                  </a:rPr>
                  <a:t> </a:t>
                </a:r>
              </a:p>
            </p:txBody>
          </p:sp>
        </mc:Fallback>
      </mc:AlternateContent>
      <p:sp>
        <p:nvSpPr>
          <p:cNvPr id="9" name="Freeform 8">
            <a:extLst>
              <a:ext uri="{FF2B5EF4-FFF2-40B4-BE49-F238E27FC236}">
                <a16:creationId xmlns:a16="http://schemas.microsoft.com/office/drawing/2014/main" id="{5691696E-F755-0665-BCAF-DC1F6A4D35BD}"/>
              </a:ext>
            </a:extLst>
          </p:cNvPr>
          <p:cNvSpPr/>
          <p:nvPr/>
        </p:nvSpPr>
        <p:spPr>
          <a:xfrm>
            <a:off x="231819" y="3103717"/>
            <a:ext cx="4584879" cy="1044634"/>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C8C7738C-1EE8-22D7-1F46-BC0882E7DBE5}"/>
              </a:ext>
            </a:extLst>
          </p:cNvPr>
          <p:cNvSpPr/>
          <p:nvPr/>
        </p:nvSpPr>
        <p:spPr>
          <a:xfrm>
            <a:off x="1970469" y="1496027"/>
            <a:ext cx="787757" cy="2660766"/>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 name="csX0" fmla="*/ 0 w 4739856"/>
              <a:gd name="csY0" fmla="*/ 1047959 h 1047959"/>
              <a:gd name="csX1" fmla="*/ 1198165 w 4739856"/>
              <a:gd name="csY1" fmla="*/ 875856 h 1047959"/>
              <a:gd name="csX2" fmla="*/ 1816351 w 4739856"/>
              <a:gd name="csY2" fmla="*/ 193276 h 1047959"/>
              <a:gd name="csX3" fmla="*/ 2267112 w 4739856"/>
              <a:gd name="csY3" fmla="*/ 92 h 1047959"/>
              <a:gd name="csX4" fmla="*/ 2756509 w 4739856"/>
              <a:gd name="csY4" fmla="*/ 180397 h 1047959"/>
              <a:gd name="csX5" fmla="*/ 3554999 w 4739856"/>
              <a:gd name="csY5" fmla="*/ 888735 h 1047959"/>
              <a:gd name="csX6" fmla="*/ 4739856 w 4739856"/>
              <a:gd name="csY6" fmla="*/ 1043281 h 1047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739856" h="1047959">
                <a:moveTo>
                  <a:pt x="0" y="1047959"/>
                </a:moveTo>
                <a:cubicBezTo>
                  <a:pt x="447540" y="1040446"/>
                  <a:pt x="895440" y="1018303"/>
                  <a:pt x="1198165" y="875856"/>
                </a:cubicBezTo>
                <a:cubicBezTo>
                  <a:pt x="1500890" y="733409"/>
                  <a:pt x="1638193" y="339237"/>
                  <a:pt x="1816351" y="193276"/>
                </a:cubicBezTo>
                <a:cubicBezTo>
                  <a:pt x="1994509" y="47315"/>
                  <a:pt x="2110419" y="2239"/>
                  <a:pt x="2267112" y="92"/>
                </a:cubicBezTo>
                <a:cubicBezTo>
                  <a:pt x="2423805" y="-2055"/>
                  <a:pt x="2541861" y="32290"/>
                  <a:pt x="2756509" y="180397"/>
                </a:cubicBezTo>
                <a:cubicBezTo>
                  <a:pt x="2971157" y="328504"/>
                  <a:pt x="3243760" y="755653"/>
                  <a:pt x="3554999" y="888735"/>
                </a:cubicBezTo>
                <a:cubicBezTo>
                  <a:pt x="3866238" y="1021817"/>
                  <a:pt x="4290168" y="1051867"/>
                  <a:pt x="4739856" y="1043281"/>
                </a:cubicBezTo>
              </a:path>
            </a:pathLst>
          </a:cu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5B9C3C02-B4F2-D022-5F72-734B4A989AA8}"/>
              </a:ext>
            </a:extLst>
          </p:cNvPr>
          <p:cNvSpPr txBox="1"/>
          <p:nvPr/>
        </p:nvSpPr>
        <p:spPr>
          <a:xfrm>
            <a:off x="1441201" y="1929103"/>
            <a:ext cx="921732"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7030A0"/>
                </a:solidFill>
                <a:effectLst/>
                <a:uLnTx/>
                <a:uFillTx/>
                <a:latin typeface="Arial"/>
                <a:ea typeface="+mn-ea"/>
                <a:cs typeface="+mn-cs"/>
              </a:rPr>
              <a:t>Prior 2</a:t>
            </a:r>
            <a:endParaRPr lang="en-GB" dirty="0">
              <a:solidFill>
                <a:srgbClr val="7030A0"/>
              </a:solidFill>
            </a:endParaRPr>
          </a:p>
        </p:txBody>
      </p:sp>
      <p:sp>
        <p:nvSpPr>
          <p:cNvPr id="12" name="TextBox 11">
            <a:extLst>
              <a:ext uri="{FF2B5EF4-FFF2-40B4-BE49-F238E27FC236}">
                <a16:creationId xmlns:a16="http://schemas.microsoft.com/office/drawing/2014/main" id="{8C4D0B13-C304-A390-C76A-A03AF02AFF01}"/>
              </a:ext>
            </a:extLst>
          </p:cNvPr>
          <p:cNvSpPr txBox="1"/>
          <p:nvPr/>
        </p:nvSpPr>
        <p:spPr>
          <a:xfrm>
            <a:off x="2073500" y="4163614"/>
            <a:ext cx="441693" cy="369332"/>
          </a:xfrm>
          <a:prstGeom prst="rect">
            <a:avLst/>
          </a:prstGeom>
          <a:noFill/>
        </p:spPr>
        <p:txBody>
          <a:bodyPr wrap="square" rtlCol="0">
            <a:spAutoFit/>
          </a:bodyPr>
          <a:lstStyle/>
          <a:p>
            <a:r>
              <a:rPr lang="en-GB" dirty="0"/>
              <a:t>0</a:t>
            </a:r>
          </a:p>
        </p:txBody>
      </p:sp>
    </p:spTree>
    <p:extLst>
      <p:ext uri="{BB962C8B-B14F-4D97-AF65-F5344CB8AC3E}">
        <p14:creationId xmlns:p14="http://schemas.microsoft.com/office/powerpoint/2010/main" val="2045569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38F2F-0417-4253-0088-76814B7DB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177A8-1B06-9A49-1615-958C3AFA5CD3}"/>
              </a:ext>
            </a:extLst>
          </p:cNvPr>
          <p:cNvSpPr>
            <a:spLocks noGrp="1"/>
          </p:cNvSpPr>
          <p:nvPr>
            <p:ph type="title"/>
          </p:nvPr>
        </p:nvSpPr>
        <p:spPr/>
        <p:txBody>
          <a:bodyPr/>
          <a:lstStyle/>
          <a:p>
            <a:r>
              <a:rPr lang="en-GB" dirty="0"/>
              <a:t>Prior as </a:t>
            </a:r>
            <a:r>
              <a:rPr lang="en-GB" dirty="0" err="1"/>
              <a:t>sparsifier</a:t>
            </a:r>
            <a:r>
              <a:rPr lang="en-GB" dirty="0"/>
              <a:t> – Hierarchical Prior</a:t>
            </a:r>
          </a:p>
        </p:txBody>
      </p:sp>
      <p:sp>
        <p:nvSpPr>
          <p:cNvPr id="15" name="TextBox 14">
            <a:extLst>
              <a:ext uri="{FF2B5EF4-FFF2-40B4-BE49-F238E27FC236}">
                <a16:creationId xmlns:a16="http://schemas.microsoft.com/office/drawing/2014/main" id="{38EC3831-51FF-F133-98BA-4668652D0F2E}"/>
              </a:ext>
            </a:extLst>
          </p:cNvPr>
          <p:cNvSpPr txBox="1"/>
          <p:nvPr/>
        </p:nvSpPr>
        <p:spPr>
          <a:xfrm>
            <a:off x="784103" y="3256702"/>
            <a:ext cx="921732"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FF0000"/>
                </a:solidFill>
                <a:effectLst/>
                <a:uLnTx/>
                <a:uFillTx/>
                <a:latin typeface="Arial"/>
                <a:ea typeface="+mn-ea"/>
                <a:cs typeface="+mn-cs"/>
              </a:rPr>
              <a:t>Prior 1</a:t>
            </a:r>
            <a:endParaRPr lang="en-GB" dirty="0"/>
          </a:p>
        </p:txBody>
      </p:sp>
      <p:cxnSp>
        <p:nvCxnSpPr>
          <p:cNvPr id="3" name="Straight Arrow Connector 2">
            <a:extLst>
              <a:ext uri="{FF2B5EF4-FFF2-40B4-BE49-F238E27FC236}">
                <a16:creationId xmlns:a16="http://schemas.microsoft.com/office/drawing/2014/main" id="{A4AA5A59-A3C4-EFEC-EB25-1C0145F02F36}"/>
              </a:ext>
            </a:extLst>
          </p:cNvPr>
          <p:cNvCxnSpPr>
            <a:cxnSpLocks/>
          </p:cNvCxnSpPr>
          <p:nvPr/>
        </p:nvCxnSpPr>
        <p:spPr>
          <a:xfrm>
            <a:off x="147484" y="4155982"/>
            <a:ext cx="859727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F538C1-E405-09DD-9464-9B5C4D6B9AB7}"/>
                  </a:ext>
                </a:extLst>
              </p:cNvPr>
              <p:cNvSpPr txBox="1"/>
              <p:nvPr/>
            </p:nvSpPr>
            <p:spPr>
              <a:xfrm>
                <a:off x="8327511" y="4315846"/>
                <a:ext cx="2690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4" name="TextBox 3">
                <a:extLst>
                  <a:ext uri="{FF2B5EF4-FFF2-40B4-BE49-F238E27FC236}">
                    <a16:creationId xmlns:a16="http://schemas.microsoft.com/office/drawing/2014/main" id="{C4F538C1-E405-09DD-9464-9B5C4D6B9AB7}"/>
                  </a:ext>
                </a:extLst>
              </p:cNvPr>
              <p:cNvSpPr txBox="1">
                <a:spLocks noRot="1" noChangeAspect="1" noMove="1" noResize="1" noEditPoints="1" noAdjustHandles="1" noChangeArrowheads="1" noChangeShapeType="1" noTextEdit="1"/>
              </p:cNvSpPr>
              <p:nvPr/>
            </p:nvSpPr>
            <p:spPr>
              <a:xfrm>
                <a:off x="8327511" y="4315846"/>
                <a:ext cx="269048" cy="276999"/>
              </a:xfrm>
              <a:prstGeom prst="rect">
                <a:avLst/>
              </a:prstGeom>
              <a:blipFill>
                <a:blip r:embed="rId3"/>
                <a:stretch>
                  <a:fillRect l="-27273" r="-4545" b="-3913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C3E325AC-F552-6F74-57BB-94A57FF5E8C0}"/>
              </a:ext>
            </a:extLst>
          </p:cNvPr>
          <p:cNvCxnSpPr>
            <a:cxnSpLocks/>
          </p:cNvCxnSpPr>
          <p:nvPr/>
        </p:nvCxnSpPr>
        <p:spPr>
          <a:xfrm flipV="1">
            <a:off x="2362933" y="1191363"/>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DD72466-6263-ECCB-DF88-407D88F61A53}"/>
                  </a:ext>
                </a:extLst>
              </p:cNvPr>
              <p:cNvSpPr txBox="1"/>
              <p:nvPr/>
            </p:nvSpPr>
            <p:spPr>
              <a:xfrm>
                <a:off x="4695905" y="913440"/>
                <a:ext cx="4170325"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0" u="sng" dirty="0">
                    <a:solidFill>
                      <a:srgbClr val="FF0000"/>
                    </a:solidFill>
                  </a:rPr>
                  <a:t>Spike and Slab Prior:</a:t>
                </a: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rPr>
                        <m:t>𝜉</m:t>
                      </m:r>
                      <m:r>
                        <a:rPr lang="en-GB" sz="2000" b="0" i="1" smtClean="0">
                          <a:solidFill>
                            <a:srgbClr val="FF0000"/>
                          </a:solidFill>
                          <a:latin typeface="Cambria Math" panose="02040503050406030204" pitchFamily="18" charset="0"/>
                        </a:rPr>
                        <m:t>|</m:t>
                      </m:r>
                      <m:r>
                        <a:rPr lang="en-GB" sz="2000" b="0" i="1" smtClean="0">
                          <a:solidFill>
                            <a:srgbClr val="FF0000"/>
                          </a:solidFill>
                          <a:latin typeface="Cambria Math" panose="02040503050406030204" pitchFamily="18" charset="0"/>
                        </a:rPr>
                        <m:t>𝜆</m:t>
                      </m:r>
                      <m:r>
                        <a:rPr lang="en-GB" sz="2000" b="0" i="1" smtClean="0">
                          <a:solidFill>
                            <a:srgbClr val="FF0000"/>
                          </a:solidFill>
                          <a:latin typeface="Cambria Math" panose="02040503050406030204" pitchFamily="18" charset="0"/>
                        </a:rPr>
                        <m:t> ~ </m:t>
                      </m:r>
                      <m:r>
                        <a:rPr lang="en-GB" sz="2000" b="0" i="1" smtClean="0">
                          <a:solidFill>
                            <a:srgbClr val="FF0000"/>
                          </a:solidFill>
                          <a:latin typeface="Cambria Math" panose="02040503050406030204" pitchFamily="18" charset="0"/>
                          <a:ea typeface="Cambria Math" panose="02040503050406030204" pitchFamily="18" charset="0"/>
                        </a:rPr>
                        <m:t>𝒩</m:t>
                      </m:r>
                      <m:d>
                        <m:dPr>
                          <m:ctrlPr>
                            <a:rPr lang="en-GB" sz="2000" b="0" i="1" smtClean="0">
                              <a:solidFill>
                                <a:srgbClr val="FF0000"/>
                              </a:solidFill>
                              <a:latin typeface="Cambria Math" panose="02040503050406030204" pitchFamily="18" charset="0"/>
                              <a:ea typeface="Cambria Math" panose="02040503050406030204" pitchFamily="18" charset="0"/>
                            </a:rPr>
                          </m:ctrlPr>
                        </m:dPr>
                        <m:e>
                          <m:r>
                            <a:rPr lang="en-GB" sz="2000" b="0" i="1" smtClean="0">
                              <a:solidFill>
                                <a:srgbClr val="FF0000"/>
                              </a:solidFill>
                              <a:latin typeface="Cambria Math" panose="02040503050406030204" pitchFamily="18" charset="0"/>
                              <a:ea typeface="Cambria Math" panose="02040503050406030204" pitchFamily="18" charset="0"/>
                            </a:rPr>
                            <m:t>0,1</m:t>
                          </m:r>
                        </m:e>
                      </m:d>
                      <m:r>
                        <a:rPr lang="en-GB" sz="2000" b="0" i="1" smtClean="0">
                          <a:solidFill>
                            <a:srgbClr val="FF0000"/>
                          </a:solidFill>
                          <a:latin typeface="Cambria Math" panose="02040503050406030204" pitchFamily="18" charset="0"/>
                          <a:ea typeface="Cambria Math" panose="02040503050406030204" pitchFamily="18" charset="0"/>
                        </a:rPr>
                        <m:t>𝜆</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7030A0"/>
                          </a:solidFill>
                          <a:latin typeface="Cambria Math" panose="02040503050406030204" pitchFamily="18" charset="0"/>
                          <a:ea typeface="Cambria Math" panose="02040503050406030204" pitchFamily="18" charset="0"/>
                        </a:rPr>
                        <m:t>𝒩</m:t>
                      </m:r>
                      <m:d>
                        <m:dPr>
                          <m:ctrlPr>
                            <a:rPr lang="en-GB" sz="2000" b="0" i="1" smtClean="0">
                              <a:solidFill>
                                <a:srgbClr val="7030A0"/>
                              </a:solidFill>
                              <a:latin typeface="Cambria Math" panose="02040503050406030204" pitchFamily="18" charset="0"/>
                              <a:ea typeface="Cambria Math" panose="02040503050406030204" pitchFamily="18" charset="0"/>
                            </a:rPr>
                          </m:ctrlPr>
                        </m:dPr>
                        <m:e>
                          <m:r>
                            <a:rPr lang="en-GB" sz="2000" b="0" i="1" smtClean="0">
                              <a:solidFill>
                                <a:srgbClr val="7030A0"/>
                              </a:solidFill>
                              <a:latin typeface="Cambria Math" panose="02040503050406030204" pitchFamily="18" charset="0"/>
                              <a:ea typeface="Cambria Math" panose="02040503050406030204" pitchFamily="18" charset="0"/>
                            </a:rPr>
                            <m:t>0,</m:t>
                          </m:r>
                          <m:sSup>
                            <m:sSupPr>
                              <m:ctrlPr>
                                <a:rPr lang="en-GB" sz="2000" b="0" i="1" smtClean="0">
                                  <a:solidFill>
                                    <a:srgbClr val="7030A0"/>
                                  </a:solidFill>
                                  <a:latin typeface="Cambria Math" panose="02040503050406030204" pitchFamily="18" charset="0"/>
                                  <a:ea typeface="Cambria Math" panose="02040503050406030204" pitchFamily="18" charset="0"/>
                                </a:rPr>
                              </m:ctrlPr>
                            </m:sSupPr>
                            <m:e>
                              <m:r>
                                <a:rPr lang="en-GB" sz="2000" b="0" i="1" smtClean="0">
                                  <a:solidFill>
                                    <a:srgbClr val="7030A0"/>
                                  </a:solidFill>
                                  <a:latin typeface="Cambria Math" panose="02040503050406030204" pitchFamily="18" charset="0"/>
                                  <a:ea typeface="Cambria Math" panose="02040503050406030204" pitchFamily="18" charset="0"/>
                                </a:rPr>
                                <m:t>𝜖</m:t>
                              </m:r>
                            </m:e>
                            <m:sup>
                              <m:r>
                                <a:rPr lang="en-GB" sz="2000" b="0" i="1" smtClean="0">
                                  <a:solidFill>
                                    <a:srgbClr val="7030A0"/>
                                  </a:solidFill>
                                  <a:latin typeface="Cambria Math" panose="02040503050406030204" pitchFamily="18" charset="0"/>
                                  <a:ea typeface="Cambria Math" panose="02040503050406030204" pitchFamily="18" charset="0"/>
                                </a:rPr>
                                <m:t>2</m:t>
                              </m:r>
                            </m:sup>
                          </m:sSup>
                        </m:e>
                      </m:d>
                      <m:r>
                        <a:rPr lang="en-GB" sz="2000" b="0" i="1" smtClean="0">
                          <a:solidFill>
                            <a:srgbClr val="7030A0"/>
                          </a:solidFill>
                          <a:latin typeface="Cambria Math" panose="02040503050406030204" pitchFamily="18" charset="0"/>
                          <a:ea typeface="Cambria Math" panose="02040503050406030204" pitchFamily="18" charset="0"/>
                        </a:rPr>
                        <m:t>(1−</m:t>
                      </m:r>
                      <m:r>
                        <a:rPr lang="en-GB" sz="2000" b="0" i="1" smtClean="0">
                          <a:solidFill>
                            <a:srgbClr val="7030A0"/>
                          </a:solidFill>
                          <a:latin typeface="Cambria Math" panose="02040503050406030204" pitchFamily="18" charset="0"/>
                          <a:ea typeface="Cambria Math" panose="02040503050406030204" pitchFamily="18" charset="0"/>
                        </a:rPr>
                        <m:t>𝜆</m:t>
                      </m:r>
                      <m:r>
                        <a:rPr lang="en-GB" sz="2000" b="0" i="1" smtClean="0">
                          <a:solidFill>
                            <a:srgbClr val="7030A0"/>
                          </a:solidFill>
                          <a:latin typeface="Cambria Math" panose="02040503050406030204" pitchFamily="18" charset="0"/>
                          <a:ea typeface="Cambria Math" panose="02040503050406030204" pitchFamily="18" charset="0"/>
                        </a:rPr>
                        <m:t>)</m:t>
                      </m:r>
                    </m:oMath>
                  </m:oMathPara>
                </a14:m>
                <a:endParaRPr lang="en-GB" sz="2000" dirty="0">
                  <a:solidFill>
                    <a:srgbClr val="7030A0"/>
                  </a:solidFill>
                </a:endParaRPr>
              </a:p>
              <a:p>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ea typeface="Cambria Math" panose="02040503050406030204" pitchFamily="18" charset="0"/>
                        </a:rPr>
                        <m:t>𝜆</m:t>
                      </m:r>
                      <m:r>
                        <a:rPr lang="en-GB" sz="2000" b="0" i="1" smtClean="0">
                          <a:solidFill>
                            <a:srgbClr val="FF0000"/>
                          </a:solidFill>
                          <a:latin typeface="Cambria Math" panose="02040503050406030204" pitchFamily="18" charset="0"/>
                          <a:ea typeface="Cambria Math" panose="02040503050406030204" pitchFamily="18" charset="0"/>
                        </a:rPr>
                        <m:t> ~ </m:t>
                      </m:r>
                      <m:r>
                        <a:rPr lang="en-GB" sz="2000" b="0" i="1" smtClean="0">
                          <a:solidFill>
                            <a:srgbClr val="FF0000"/>
                          </a:solidFill>
                          <a:latin typeface="Cambria Math" panose="02040503050406030204" pitchFamily="18" charset="0"/>
                          <a:ea typeface="Cambria Math" panose="02040503050406030204" pitchFamily="18" charset="0"/>
                        </a:rPr>
                        <m:t>𝐵𝑒𝑟</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𝜋</m:t>
                      </m:r>
                      <m:r>
                        <a:rPr lang="en-GB" sz="2000" b="0" i="1" smtClean="0">
                          <a:solidFill>
                            <a:srgbClr val="FF0000"/>
                          </a:solidFill>
                          <a:latin typeface="Cambria Math" panose="02040503050406030204" pitchFamily="18" charset="0"/>
                          <a:ea typeface="Cambria Math" panose="02040503050406030204" pitchFamily="18" charset="0"/>
                        </a:rPr>
                        <m:t>)</m:t>
                      </m:r>
                    </m:oMath>
                  </m:oMathPara>
                </a14:m>
                <a:endParaRPr lang="en-GB" sz="2000" dirty="0"/>
              </a:p>
            </p:txBody>
          </p:sp>
        </mc:Choice>
        <mc:Fallback xmlns="">
          <p:sp>
            <p:nvSpPr>
              <p:cNvPr id="8" name="TextBox 7">
                <a:extLst>
                  <a:ext uri="{FF2B5EF4-FFF2-40B4-BE49-F238E27FC236}">
                    <a16:creationId xmlns:a16="http://schemas.microsoft.com/office/drawing/2014/main" id="{0DD72466-6263-ECCB-DF88-407D88F61A53}"/>
                  </a:ext>
                </a:extLst>
              </p:cNvPr>
              <p:cNvSpPr txBox="1">
                <a:spLocks noRot="1" noChangeAspect="1" noMove="1" noResize="1" noEditPoints="1" noAdjustHandles="1" noChangeArrowheads="1" noChangeShapeType="1" noTextEdit="1"/>
              </p:cNvSpPr>
              <p:nvPr/>
            </p:nvSpPr>
            <p:spPr>
              <a:xfrm>
                <a:off x="4695905" y="913440"/>
                <a:ext cx="4170325" cy="1015663"/>
              </a:xfrm>
              <a:prstGeom prst="rect">
                <a:avLst/>
              </a:prstGeom>
              <a:blipFill>
                <a:blip r:embed="rId4"/>
                <a:stretch>
                  <a:fillRect l="-1520" t="-3750" b="-7500"/>
                </a:stretch>
              </a:blipFill>
            </p:spPr>
            <p:txBody>
              <a:bodyPr/>
              <a:lstStyle/>
              <a:p>
                <a:r>
                  <a:rPr lang="en-GB">
                    <a:noFill/>
                  </a:rPr>
                  <a:t> </a:t>
                </a:r>
              </a:p>
            </p:txBody>
          </p:sp>
        </mc:Fallback>
      </mc:AlternateContent>
      <p:sp>
        <p:nvSpPr>
          <p:cNvPr id="9" name="Freeform 8">
            <a:extLst>
              <a:ext uri="{FF2B5EF4-FFF2-40B4-BE49-F238E27FC236}">
                <a16:creationId xmlns:a16="http://schemas.microsoft.com/office/drawing/2014/main" id="{FAF96F0C-8931-16C6-E6D7-949A8D88C8D4}"/>
              </a:ext>
            </a:extLst>
          </p:cNvPr>
          <p:cNvSpPr/>
          <p:nvPr/>
        </p:nvSpPr>
        <p:spPr>
          <a:xfrm>
            <a:off x="231819" y="3103717"/>
            <a:ext cx="4584879" cy="1044634"/>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C4BC8715-9D2C-7FF8-C65F-0B51ED953B30}"/>
              </a:ext>
            </a:extLst>
          </p:cNvPr>
          <p:cNvSpPr/>
          <p:nvPr/>
        </p:nvSpPr>
        <p:spPr>
          <a:xfrm>
            <a:off x="1970469" y="1496027"/>
            <a:ext cx="787757" cy="2660766"/>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 name="csX0" fmla="*/ 0 w 4739856"/>
              <a:gd name="csY0" fmla="*/ 1047959 h 1047959"/>
              <a:gd name="csX1" fmla="*/ 1198165 w 4739856"/>
              <a:gd name="csY1" fmla="*/ 875856 h 1047959"/>
              <a:gd name="csX2" fmla="*/ 1816351 w 4739856"/>
              <a:gd name="csY2" fmla="*/ 193276 h 1047959"/>
              <a:gd name="csX3" fmla="*/ 2267112 w 4739856"/>
              <a:gd name="csY3" fmla="*/ 92 h 1047959"/>
              <a:gd name="csX4" fmla="*/ 2756509 w 4739856"/>
              <a:gd name="csY4" fmla="*/ 180397 h 1047959"/>
              <a:gd name="csX5" fmla="*/ 3554999 w 4739856"/>
              <a:gd name="csY5" fmla="*/ 888735 h 1047959"/>
              <a:gd name="csX6" fmla="*/ 4739856 w 4739856"/>
              <a:gd name="csY6" fmla="*/ 1043281 h 1047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739856" h="1047959">
                <a:moveTo>
                  <a:pt x="0" y="1047959"/>
                </a:moveTo>
                <a:cubicBezTo>
                  <a:pt x="447540" y="1040446"/>
                  <a:pt x="895440" y="1018303"/>
                  <a:pt x="1198165" y="875856"/>
                </a:cubicBezTo>
                <a:cubicBezTo>
                  <a:pt x="1500890" y="733409"/>
                  <a:pt x="1638193" y="339237"/>
                  <a:pt x="1816351" y="193276"/>
                </a:cubicBezTo>
                <a:cubicBezTo>
                  <a:pt x="1994509" y="47315"/>
                  <a:pt x="2110419" y="2239"/>
                  <a:pt x="2267112" y="92"/>
                </a:cubicBezTo>
                <a:cubicBezTo>
                  <a:pt x="2423805" y="-2055"/>
                  <a:pt x="2541861" y="32290"/>
                  <a:pt x="2756509" y="180397"/>
                </a:cubicBezTo>
                <a:cubicBezTo>
                  <a:pt x="2971157" y="328504"/>
                  <a:pt x="3243760" y="755653"/>
                  <a:pt x="3554999" y="888735"/>
                </a:cubicBezTo>
                <a:cubicBezTo>
                  <a:pt x="3866238" y="1021817"/>
                  <a:pt x="4290168" y="1051867"/>
                  <a:pt x="4739856" y="1043281"/>
                </a:cubicBezTo>
              </a:path>
            </a:pathLst>
          </a:cu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BEE7AF9-6A2E-F3A5-5618-55E59A260F66}"/>
              </a:ext>
            </a:extLst>
          </p:cNvPr>
          <p:cNvSpPr txBox="1"/>
          <p:nvPr/>
        </p:nvSpPr>
        <p:spPr>
          <a:xfrm>
            <a:off x="1441201" y="1929103"/>
            <a:ext cx="921732"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7030A0"/>
                </a:solidFill>
                <a:effectLst/>
                <a:uLnTx/>
                <a:uFillTx/>
                <a:latin typeface="Arial"/>
                <a:ea typeface="+mn-ea"/>
                <a:cs typeface="+mn-cs"/>
              </a:rPr>
              <a:t>Prior 2</a:t>
            </a:r>
            <a:endParaRPr lang="en-GB" dirty="0">
              <a:solidFill>
                <a:srgbClr val="7030A0"/>
              </a:solidFill>
            </a:endParaRPr>
          </a:p>
        </p:txBody>
      </p:sp>
      <p:sp>
        <p:nvSpPr>
          <p:cNvPr id="12" name="TextBox 11">
            <a:extLst>
              <a:ext uri="{FF2B5EF4-FFF2-40B4-BE49-F238E27FC236}">
                <a16:creationId xmlns:a16="http://schemas.microsoft.com/office/drawing/2014/main" id="{D660B819-39FB-D0A6-995A-6DE08D4BB2A9}"/>
              </a:ext>
            </a:extLst>
          </p:cNvPr>
          <p:cNvSpPr txBox="1"/>
          <p:nvPr/>
        </p:nvSpPr>
        <p:spPr>
          <a:xfrm>
            <a:off x="2073500" y="4163614"/>
            <a:ext cx="441693" cy="369332"/>
          </a:xfrm>
          <a:prstGeom prst="rect">
            <a:avLst/>
          </a:prstGeom>
          <a:noFill/>
        </p:spPr>
        <p:txBody>
          <a:bodyPr wrap="square" rtlCol="0">
            <a:spAutoFit/>
          </a:bodyPr>
          <a:lstStyle/>
          <a:p>
            <a:r>
              <a:rPr lang="en-GB" dirty="0"/>
              <a:t>0</a:t>
            </a:r>
          </a:p>
        </p:txBody>
      </p:sp>
      <p:sp>
        <p:nvSpPr>
          <p:cNvPr id="5" name="Freeform 4">
            <a:extLst>
              <a:ext uri="{FF2B5EF4-FFF2-40B4-BE49-F238E27FC236}">
                <a16:creationId xmlns:a16="http://schemas.microsoft.com/office/drawing/2014/main" id="{A9106975-3A2B-D81F-3C7C-7A561DB0CFD8}"/>
              </a:ext>
            </a:extLst>
          </p:cNvPr>
          <p:cNvSpPr/>
          <p:nvPr/>
        </p:nvSpPr>
        <p:spPr>
          <a:xfrm>
            <a:off x="4185918" y="1929103"/>
            <a:ext cx="3421821" cy="2219248"/>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w="19050">
            <a:solidFill>
              <a:srgbClr val="00B05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C485169E-A016-E826-388F-0EFF12C9AA7F}"/>
              </a:ext>
            </a:extLst>
          </p:cNvPr>
          <p:cNvCxnSpPr>
            <a:cxnSpLocks/>
          </p:cNvCxnSpPr>
          <p:nvPr/>
        </p:nvCxnSpPr>
        <p:spPr>
          <a:xfrm>
            <a:off x="5859888" y="4031087"/>
            <a:ext cx="0" cy="259001"/>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FDE8B23-0025-1D26-C0C7-D0468C939F98}"/>
                  </a:ext>
                </a:extLst>
              </p:cNvPr>
              <p:cNvSpPr txBox="1"/>
              <p:nvPr/>
            </p:nvSpPr>
            <p:spPr>
              <a:xfrm>
                <a:off x="5646226" y="4297719"/>
                <a:ext cx="5012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800" b="0" i="1" smtClean="0">
                              <a:solidFill>
                                <a:srgbClr val="00B050"/>
                              </a:solidFill>
                              <a:latin typeface="Cambria Math" panose="02040503050406030204" pitchFamily="18" charset="0"/>
                            </a:rPr>
                          </m:ctrlPr>
                        </m:sSubPr>
                        <m:e>
                          <m:r>
                            <a:rPr lang="en-GB" sz="1800" b="0" i="1" smtClean="0">
                              <a:solidFill>
                                <a:srgbClr val="00B050"/>
                              </a:solidFill>
                              <a:latin typeface="Cambria Math" panose="02040503050406030204" pitchFamily="18" charset="0"/>
                            </a:rPr>
                            <m:t>𝜉</m:t>
                          </m:r>
                        </m:e>
                        <m:sub>
                          <m:r>
                            <m:rPr>
                              <m:sty m:val="p"/>
                            </m:rPr>
                            <a:rPr lang="en-GB" sz="1800" b="0" i="0" smtClean="0">
                              <a:solidFill>
                                <a:srgbClr val="00B050"/>
                              </a:solidFill>
                              <a:latin typeface="Cambria Math" panose="02040503050406030204" pitchFamily="18" charset="0"/>
                            </a:rPr>
                            <m:t>MAP</m:t>
                          </m:r>
                        </m:sub>
                      </m:sSub>
                    </m:oMath>
                  </m:oMathPara>
                </a14:m>
                <a:endParaRPr lang="en-GB" dirty="0">
                  <a:solidFill>
                    <a:srgbClr val="00B050"/>
                  </a:solidFill>
                </a:endParaRPr>
              </a:p>
            </p:txBody>
          </p:sp>
        </mc:Choice>
        <mc:Fallback xmlns="">
          <p:sp>
            <p:nvSpPr>
              <p:cNvPr id="17" name="TextBox 16">
                <a:extLst>
                  <a:ext uri="{FF2B5EF4-FFF2-40B4-BE49-F238E27FC236}">
                    <a16:creationId xmlns:a16="http://schemas.microsoft.com/office/drawing/2014/main" id="{BFDE8B23-0025-1D26-C0C7-D0468C939F98}"/>
                  </a:ext>
                </a:extLst>
              </p:cNvPr>
              <p:cNvSpPr txBox="1">
                <a:spLocks noRot="1" noChangeAspect="1" noMove="1" noResize="1" noEditPoints="1" noAdjustHandles="1" noChangeArrowheads="1" noChangeShapeType="1" noTextEdit="1"/>
              </p:cNvSpPr>
              <p:nvPr/>
            </p:nvSpPr>
            <p:spPr>
              <a:xfrm>
                <a:off x="5646226" y="4297719"/>
                <a:ext cx="501204" cy="369332"/>
              </a:xfrm>
              <a:prstGeom prst="rect">
                <a:avLst/>
              </a:prstGeom>
              <a:blipFill>
                <a:blip r:embed="rId5"/>
                <a:stretch>
                  <a:fillRect l="-2500" r="-25000"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64DE8A1-ECB9-746F-D7F4-2F00C70C91E5}"/>
                  </a:ext>
                </a:extLst>
              </p:cNvPr>
              <p:cNvSpPr txBox="1"/>
              <p:nvPr/>
            </p:nvSpPr>
            <p:spPr>
              <a:xfrm>
                <a:off x="6639683" y="2568067"/>
                <a:ext cx="2148986" cy="646331"/>
              </a:xfrm>
              <a:prstGeom prst="rect">
                <a:avLst/>
              </a:prstGeom>
              <a:noFill/>
            </p:spPr>
            <p:txBody>
              <a:bodyPr wrap="none" rtlCol="0">
                <a:spAutoFit/>
              </a:bodyPr>
              <a:lstStyle/>
              <a:p>
                <a14:m>
                  <m:oMath xmlns:m="http://schemas.openxmlformats.org/officeDocument/2006/math">
                    <m:sSub>
                      <m:sSubPr>
                        <m:ctrlPr>
                          <a:rPr lang="en-GB" sz="3600" i="1" smtClean="0">
                            <a:solidFill>
                              <a:srgbClr val="00B050"/>
                            </a:solidFill>
                            <a:latin typeface="Cambria Math" panose="02040503050406030204" pitchFamily="18" charset="0"/>
                          </a:rPr>
                        </m:ctrlPr>
                      </m:sSubPr>
                      <m:e>
                        <m:r>
                          <a:rPr lang="en-GB" sz="3600" i="1">
                            <a:solidFill>
                              <a:srgbClr val="00B050"/>
                            </a:solidFill>
                            <a:latin typeface="Cambria Math" panose="02040503050406030204" pitchFamily="18" charset="0"/>
                          </a:rPr>
                          <m:t>𝜉</m:t>
                        </m:r>
                      </m:e>
                      <m:sub>
                        <m:r>
                          <m:rPr>
                            <m:sty m:val="p"/>
                          </m:rPr>
                          <a:rPr lang="en-GB" sz="3600">
                            <a:solidFill>
                              <a:srgbClr val="00B050"/>
                            </a:solidFill>
                            <a:latin typeface="Cambria Math" panose="02040503050406030204" pitchFamily="18" charset="0"/>
                          </a:rPr>
                          <m:t>MAP</m:t>
                        </m:r>
                      </m:sub>
                    </m:sSub>
                    <m:r>
                      <a:rPr lang="en-GB" sz="3600" b="0" i="1" smtClean="0">
                        <a:solidFill>
                          <a:srgbClr val="00B050"/>
                        </a:solidFill>
                        <a:latin typeface="Cambria Math" panose="02040503050406030204" pitchFamily="18" charset="0"/>
                      </a:rPr>
                      <m:t>≠0</m:t>
                    </m:r>
                  </m:oMath>
                </a14:m>
                <a:r>
                  <a:rPr lang="en-GB" sz="3600" dirty="0"/>
                  <a:t> </a:t>
                </a:r>
              </a:p>
            </p:txBody>
          </p:sp>
        </mc:Choice>
        <mc:Fallback xmlns="">
          <p:sp>
            <p:nvSpPr>
              <p:cNvPr id="18" name="TextBox 17">
                <a:extLst>
                  <a:ext uri="{FF2B5EF4-FFF2-40B4-BE49-F238E27FC236}">
                    <a16:creationId xmlns:a16="http://schemas.microsoft.com/office/drawing/2014/main" id="{464DE8A1-ECB9-746F-D7F4-2F00C70C91E5}"/>
                  </a:ext>
                </a:extLst>
              </p:cNvPr>
              <p:cNvSpPr txBox="1">
                <a:spLocks noRot="1" noChangeAspect="1" noMove="1" noResize="1" noEditPoints="1" noAdjustHandles="1" noChangeArrowheads="1" noChangeShapeType="1" noTextEdit="1"/>
              </p:cNvSpPr>
              <p:nvPr/>
            </p:nvSpPr>
            <p:spPr>
              <a:xfrm>
                <a:off x="6639683" y="2568067"/>
                <a:ext cx="2148986" cy="646331"/>
              </a:xfrm>
              <a:prstGeom prst="rect">
                <a:avLst/>
              </a:prstGeom>
              <a:blipFill>
                <a:blip r:embed="rId6"/>
                <a:stretch>
                  <a:fillRect l="-5263" b="-215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F99EA01-6A6A-639E-AA9B-832C94AEAD2B}"/>
                  </a:ext>
                </a:extLst>
              </p:cNvPr>
              <p:cNvSpPr txBox="1"/>
              <p:nvPr/>
            </p:nvSpPr>
            <p:spPr>
              <a:xfrm>
                <a:off x="6639683" y="3118202"/>
                <a:ext cx="162531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3600" i="1">
                              <a:solidFill>
                                <a:srgbClr val="00B050"/>
                              </a:solidFill>
                              <a:latin typeface="Cambria Math" panose="02040503050406030204" pitchFamily="18" charset="0"/>
                            </a:rPr>
                          </m:ctrlPr>
                        </m:sSupPr>
                        <m:e>
                          <m:r>
                            <a:rPr lang="en-GB" sz="3600" i="1">
                              <a:solidFill>
                                <a:srgbClr val="00B050"/>
                              </a:solidFill>
                              <a:latin typeface="Cambria Math" panose="02040503050406030204" pitchFamily="18" charset="0"/>
                            </a:rPr>
                            <m:t>𝜆</m:t>
                          </m:r>
                        </m:e>
                        <m:sup>
                          <m:r>
                            <a:rPr lang="en-GB" sz="3600" i="1">
                              <a:solidFill>
                                <a:srgbClr val="00B050"/>
                              </a:solidFill>
                              <a:latin typeface="Cambria Math" panose="02040503050406030204" pitchFamily="18" charset="0"/>
                            </a:rPr>
                            <m:t>∗</m:t>
                          </m:r>
                        </m:sup>
                      </m:sSup>
                      <m:r>
                        <a:rPr lang="en-GB" sz="3600" b="0" i="1" smtClean="0">
                          <a:solidFill>
                            <a:srgbClr val="00B050"/>
                          </a:solidFill>
                          <a:latin typeface="Cambria Math" panose="02040503050406030204" pitchFamily="18" charset="0"/>
                        </a:rPr>
                        <m:t>→1</m:t>
                      </m:r>
                    </m:oMath>
                  </m:oMathPara>
                </a14:m>
                <a:endParaRPr lang="en-GB" sz="3600" dirty="0"/>
              </a:p>
            </p:txBody>
          </p:sp>
        </mc:Choice>
        <mc:Fallback xmlns="">
          <p:sp>
            <p:nvSpPr>
              <p:cNvPr id="21" name="TextBox 20">
                <a:extLst>
                  <a:ext uri="{FF2B5EF4-FFF2-40B4-BE49-F238E27FC236}">
                    <a16:creationId xmlns:a16="http://schemas.microsoft.com/office/drawing/2014/main" id="{4F99EA01-6A6A-639E-AA9B-832C94AEAD2B}"/>
                  </a:ext>
                </a:extLst>
              </p:cNvPr>
              <p:cNvSpPr txBox="1">
                <a:spLocks noRot="1" noChangeAspect="1" noMove="1" noResize="1" noEditPoints="1" noAdjustHandles="1" noChangeArrowheads="1" noChangeShapeType="1" noTextEdit="1"/>
              </p:cNvSpPr>
              <p:nvPr/>
            </p:nvSpPr>
            <p:spPr>
              <a:xfrm>
                <a:off x="6639683" y="3118202"/>
                <a:ext cx="1625317" cy="646331"/>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531778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22CD4-D90D-59DD-9534-C6E744C86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E6707-6C30-5B98-AA63-068179B3E941}"/>
              </a:ext>
            </a:extLst>
          </p:cNvPr>
          <p:cNvSpPr>
            <a:spLocks noGrp="1"/>
          </p:cNvSpPr>
          <p:nvPr>
            <p:ph type="title"/>
          </p:nvPr>
        </p:nvSpPr>
        <p:spPr/>
        <p:txBody>
          <a:bodyPr/>
          <a:lstStyle/>
          <a:p>
            <a:r>
              <a:rPr lang="en-GB" dirty="0"/>
              <a:t>Prior as </a:t>
            </a:r>
            <a:r>
              <a:rPr lang="en-GB" dirty="0" err="1"/>
              <a:t>sparsifier</a:t>
            </a:r>
            <a:r>
              <a:rPr lang="en-GB" dirty="0"/>
              <a:t> – Hierarchical Prior</a:t>
            </a:r>
          </a:p>
        </p:txBody>
      </p:sp>
      <p:sp>
        <p:nvSpPr>
          <p:cNvPr id="15" name="TextBox 14">
            <a:extLst>
              <a:ext uri="{FF2B5EF4-FFF2-40B4-BE49-F238E27FC236}">
                <a16:creationId xmlns:a16="http://schemas.microsoft.com/office/drawing/2014/main" id="{C303A882-4FC1-4FF8-5727-21B39515334F}"/>
              </a:ext>
            </a:extLst>
          </p:cNvPr>
          <p:cNvSpPr txBox="1"/>
          <p:nvPr/>
        </p:nvSpPr>
        <p:spPr>
          <a:xfrm>
            <a:off x="784103" y="3256702"/>
            <a:ext cx="921732"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FF0000"/>
                </a:solidFill>
                <a:effectLst/>
                <a:uLnTx/>
                <a:uFillTx/>
                <a:latin typeface="Arial"/>
                <a:ea typeface="+mn-ea"/>
                <a:cs typeface="+mn-cs"/>
              </a:rPr>
              <a:t>Prior 1</a:t>
            </a:r>
            <a:endParaRPr lang="en-GB" dirty="0"/>
          </a:p>
        </p:txBody>
      </p:sp>
      <p:cxnSp>
        <p:nvCxnSpPr>
          <p:cNvPr id="3" name="Straight Arrow Connector 2">
            <a:extLst>
              <a:ext uri="{FF2B5EF4-FFF2-40B4-BE49-F238E27FC236}">
                <a16:creationId xmlns:a16="http://schemas.microsoft.com/office/drawing/2014/main" id="{49BB8704-D5E1-59DE-27C7-0FCD0526075F}"/>
              </a:ext>
            </a:extLst>
          </p:cNvPr>
          <p:cNvCxnSpPr>
            <a:cxnSpLocks/>
          </p:cNvCxnSpPr>
          <p:nvPr/>
        </p:nvCxnSpPr>
        <p:spPr>
          <a:xfrm>
            <a:off x="147484" y="4155982"/>
            <a:ext cx="859727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6CD746-2BA9-FB35-9539-90950E326C90}"/>
                  </a:ext>
                </a:extLst>
              </p:cNvPr>
              <p:cNvSpPr txBox="1"/>
              <p:nvPr/>
            </p:nvSpPr>
            <p:spPr>
              <a:xfrm>
                <a:off x="8327511" y="4315846"/>
                <a:ext cx="2690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4" name="TextBox 3">
                <a:extLst>
                  <a:ext uri="{FF2B5EF4-FFF2-40B4-BE49-F238E27FC236}">
                    <a16:creationId xmlns:a16="http://schemas.microsoft.com/office/drawing/2014/main" id="{196CD746-2BA9-FB35-9539-90950E326C90}"/>
                  </a:ext>
                </a:extLst>
              </p:cNvPr>
              <p:cNvSpPr txBox="1">
                <a:spLocks noRot="1" noChangeAspect="1" noMove="1" noResize="1" noEditPoints="1" noAdjustHandles="1" noChangeArrowheads="1" noChangeShapeType="1" noTextEdit="1"/>
              </p:cNvSpPr>
              <p:nvPr/>
            </p:nvSpPr>
            <p:spPr>
              <a:xfrm>
                <a:off x="8327511" y="4315846"/>
                <a:ext cx="269048" cy="276999"/>
              </a:xfrm>
              <a:prstGeom prst="rect">
                <a:avLst/>
              </a:prstGeom>
              <a:blipFill>
                <a:blip r:embed="rId3"/>
                <a:stretch>
                  <a:fillRect l="-27273" r="-4545" b="-3913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081AB695-82EF-194C-609E-92791BEAFE8D}"/>
              </a:ext>
            </a:extLst>
          </p:cNvPr>
          <p:cNvCxnSpPr>
            <a:cxnSpLocks/>
          </p:cNvCxnSpPr>
          <p:nvPr/>
        </p:nvCxnSpPr>
        <p:spPr>
          <a:xfrm flipV="1">
            <a:off x="2362933" y="1191363"/>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460B75A-D51B-ACD9-A6DC-D28142ED17B2}"/>
                  </a:ext>
                </a:extLst>
              </p:cNvPr>
              <p:cNvSpPr txBox="1"/>
              <p:nvPr/>
            </p:nvSpPr>
            <p:spPr>
              <a:xfrm>
                <a:off x="4695905" y="913440"/>
                <a:ext cx="4170325"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0" u="sng" dirty="0">
                    <a:solidFill>
                      <a:srgbClr val="FF0000"/>
                    </a:solidFill>
                  </a:rPr>
                  <a:t>Spike and Slab Prior:</a:t>
                </a: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rPr>
                        <m:t>𝜉</m:t>
                      </m:r>
                      <m:r>
                        <a:rPr lang="en-GB" sz="2000" b="0" i="1" smtClean="0">
                          <a:solidFill>
                            <a:srgbClr val="FF0000"/>
                          </a:solidFill>
                          <a:latin typeface="Cambria Math" panose="02040503050406030204" pitchFamily="18" charset="0"/>
                        </a:rPr>
                        <m:t>|</m:t>
                      </m:r>
                      <m:r>
                        <a:rPr lang="en-GB" sz="2000" b="0" i="1" smtClean="0">
                          <a:solidFill>
                            <a:srgbClr val="FF0000"/>
                          </a:solidFill>
                          <a:latin typeface="Cambria Math" panose="02040503050406030204" pitchFamily="18" charset="0"/>
                        </a:rPr>
                        <m:t>𝜆</m:t>
                      </m:r>
                      <m:r>
                        <a:rPr lang="en-GB" sz="2000" b="0" i="1" smtClean="0">
                          <a:solidFill>
                            <a:srgbClr val="FF0000"/>
                          </a:solidFill>
                          <a:latin typeface="Cambria Math" panose="02040503050406030204" pitchFamily="18" charset="0"/>
                        </a:rPr>
                        <m:t> ~ </m:t>
                      </m:r>
                      <m:r>
                        <a:rPr lang="en-GB" sz="2000" b="0" i="1" smtClean="0">
                          <a:solidFill>
                            <a:srgbClr val="FF0000"/>
                          </a:solidFill>
                          <a:latin typeface="Cambria Math" panose="02040503050406030204" pitchFamily="18" charset="0"/>
                          <a:ea typeface="Cambria Math" panose="02040503050406030204" pitchFamily="18" charset="0"/>
                        </a:rPr>
                        <m:t>𝒩</m:t>
                      </m:r>
                      <m:d>
                        <m:dPr>
                          <m:ctrlPr>
                            <a:rPr lang="en-GB" sz="2000" b="0" i="1" smtClean="0">
                              <a:solidFill>
                                <a:srgbClr val="FF0000"/>
                              </a:solidFill>
                              <a:latin typeface="Cambria Math" panose="02040503050406030204" pitchFamily="18" charset="0"/>
                              <a:ea typeface="Cambria Math" panose="02040503050406030204" pitchFamily="18" charset="0"/>
                            </a:rPr>
                          </m:ctrlPr>
                        </m:dPr>
                        <m:e>
                          <m:r>
                            <a:rPr lang="en-GB" sz="2000" b="0" i="1" smtClean="0">
                              <a:solidFill>
                                <a:srgbClr val="FF0000"/>
                              </a:solidFill>
                              <a:latin typeface="Cambria Math" panose="02040503050406030204" pitchFamily="18" charset="0"/>
                              <a:ea typeface="Cambria Math" panose="02040503050406030204" pitchFamily="18" charset="0"/>
                            </a:rPr>
                            <m:t>0,1</m:t>
                          </m:r>
                        </m:e>
                      </m:d>
                      <m:r>
                        <a:rPr lang="en-GB" sz="2000" b="0" i="1" smtClean="0">
                          <a:solidFill>
                            <a:srgbClr val="FF0000"/>
                          </a:solidFill>
                          <a:latin typeface="Cambria Math" panose="02040503050406030204" pitchFamily="18" charset="0"/>
                          <a:ea typeface="Cambria Math" panose="02040503050406030204" pitchFamily="18" charset="0"/>
                        </a:rPr>
                        <m:t>𝜆</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7030A0"/>
                          </a:solidFill>
                          <a:latin typeface="Cambria Math" panose="02040503050406030204" pitchFamily="18" charset="0"/>
                          <a:ea typeface="Cambria Math" panose="02040503050406030204" pitchFamily="18" charset="0"/>
                        </a:rPr>
                        <m:t>𝒩</m:t>
                      </m:r>
                      <m:d>
                        <m:dPr>
                          <m:ctrlPr>
                            <a:rPr lang="en-GB" sz="2000" b="0" i="1" smtClean="0">
                              <a:solidFill>
                                <a:srgbClr val="7030A0"/>
                              </a:solidFill>
                              <a:latin typeface="Cambria Math" panose="02040503050406030204" pitchFamily="18" charset="0"/>
                              <a:ea typeface="Cambria Math" panose="02040503050406030204" pitchFamily="18" charset="0"/>
                            </a:rPr>
                          </m:ctrlPr>
                        </m:dPr>
                        <m:e>
                          <m:r>
                            <a:rPr lang="en-GB" sz="2000" b="0" i="1" smtClean="0">
                              <a:solidFill>
                                <a:srgbClr val="7030A0"/>
                              </a:solidFill>
                              <a:latin typeface="Cambria Math" panose="02040503050406030204" pitchFamily="18" charset="0"/>
                              <a:ea typeface="Cambria Math" panose="02040503050406030204" pitchFamily="18" charset="0"/>
                            </a:rPr>
                            <m:t>0,</m:t>
                          </m:r>
                          <m:sSup>
                            <m:sSupPr>
                              <m:ctrlPr>
                                <a:rPr lang="en-GB" sz="2000" b="0" i="1" smtClean="0">
                                  <a:solidFill>
                                    <a:srgbClr val="7030A0"/>
                                  </a:solidFill>
                                  <a:latin typeface="Cambria Math" panose="02040503050406030204" pitchFamily="18" charset="0"/>
                                  <a:ea typeface="Cambria Math" panose="02040503050406030204" pitchFamily="18" charset="0"/>
                                </a:rPr>
                              </m:ctrlPr>
                            </m:sSupPr>
                            <m:e>
                              <m:r>
                                <a:rPr lang="en-GB" sz="2000" b="0" i="1" smtClean="0">
                                  <a:solidFill>
                                    <a:srgbClr val="7030A0"/>
                                  </a:solidFill>
                                  <a:latin typeface="Cambria Math" panose="02040503050406030204" pitchFamily="18" charset="0"/>
                                  <a:ea typeface="Cambria Math" panose="02040503050406030204" pitchFamily="18" charset="0"/>
                                </a:rPr>
                                <m:t>𝜖</m:t>
                              </m:r>
                            </m:e>
                            <m:sup>
                              <m:r>
                                <a:rPr lang="en-GB" sz="2000" b="0" i="1" smtClean="0">
                                  <a:solidFill>
                                    <a:srgbClr val="7030A0"/>
                                  </a:solidFill>
                                  <a:latin typeface="Cambria Math" panose="02040503050406030204" pitchFamily="18" charset="0"/>
                                  <a:ea typeface="Cambria Math" panose="02040503050406030204" pitchFamily="18" charset="0"/>
                                </a:rPr>
                                <m:t>2</m:t>
                              </m:r>
                            </m:sup>
                          </m:sSup>
                        </m:e>
                      </m:d>
                      <m:r>
                        <a:rPr lang="en-GB" sz="2000" b="0" i="1" smtClean="0">
                          <a:solidFill>
                            <a:srgbClr val="7030A0"/>
                          </a:solidFill>
                          <a:latin typeface="Cambria Math" panose="02040503050406030204" pitchFamily="18" charset="0"/>
                          <a:ea typeface="Cambria Math" panose="02040503050406030204" pitchFamily="18" charset="0"/>
                        </a:rPr>
                        <m:t>(1−</m:t>
                      </m:r>
                      <m:r>
                        <a:rPr lang="en-GB" sz="2000" b="0" i="1" smtClean="0">
                          <a:solidFill>
                            <a:srgbClr val="7030A0"/>
                          </a:solidFill>
                          <a:latin typeface="Cambria Math" panose="02040503050406030204" pitchFamily="18" charset="0"/>
                          <a:ea typeface="Cambria Math" panose="02040503050406030204" pitchFamily="18" charset="0"/>
                        </a:rPr>
                        <m:t>𝜆</m:t>
                      </m:r>
                      <m:r>
                        <a:rPr lang="en-GB" sz="2000" b="0" i="1" smtClean="0">
                          <a:solidFill>
                            <a:srgbClr val="7030A0"/>
                          </a:solidFill>
                          <a:latin typeface="Cambria Math" panose="02040503050406030204" pitchFamily="18" charset="0"/>
                          <a:ea typeface="Cambria Math" panose="02040503050406030204" pitchFamily="18" charset="0"/>
                        </a:rPr>
                        <m:t>)</m:t>
                      </m:r>
                    </m:oMath>
                  </m:oMathPara>
                </a14:m>
                <a:endParaRPr lang="en-GB" sz="2000" dirty="0">
                  <a:solidFill>
                    <a:srgbClr val="7030A0"/>
                  </a:solidFill>
                </a:endParaRPr>
              </a:p>
              <a:p>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ea typeface="Cambria Math" panose="02040503050406030204" pitchFamily="18" charset="0"/>
                        </a:rPr>
                        <m:t>𝜆</m:t>
                      </m:r>
                      <m:r>
                        <a:rPr lang="en-GB" sz="2000" b="0" i="1" smtClean="0">
                          <a:solidFill>
                            <a:srgbClr val="FF0000"/>
                          </a:solidFill>
                          <a:latin typeface="Cambria Math" panose="02040503050406030204" pitchFamily="18" charset="0"/>
                          <a:ea typeface="Cambria Math" panose="02040503050406030204" pitchFamily="18" charset="0"/>
                        </a:rPr>
                        <m:t> ~ </m:t>
                      </m:r>
                      <m:r>
                        <a:rPr lang="en-GB" sz="2000" b="0" i="1" smtClean="0">
                          <a:solidFill>
                            <a:srgbClr val="FF0000"/>
                          </a:solidFill>
                          <a:latin typeface="Cambria Math" panose="02040503050406030204" pitchFamily="18" charset="0"/>
                          <a:ea typeface="Cambria Math" panose="02040503050406030204" pitchFamily="18" charset="0"/>
                        </a:rPr>
                        <m:t>𝐵𝑒𝑟</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𝜋</m:t>
                      </m:r>
                      <m:r>
                        <a:rPr lang="en-GB" sz="2000" b="0" i="1" smtClean="0">
                          <a:solidFill>
                            <a:srgbClr val="FF0000"/>
                          </a:solidFill>
                          <a:latin typeface="Cambria Math" panose="02040503050406030204" pitchFamily="18" charset="0"/>
                          <a:ea typeface="Cambria Math" panose="02040503050406030204" pitchFamily="18" charset="0"/>
                        </a:rPr>
                        <m:t>)</m:t>
                      </m:r>
                    </m:oMath>
                  </m:oMathPara>
                </a14:m>
                <a:endParaRPr lang="en-GB" sz="2000" dirty="0"/>
              </a:p>
            </p:txBody>
          </p:sp>
        </mc:Choice>
        <mc:Fallback xmlns="">
          <p:sp>
            <p:nvSpPr>
              <p:cNvPr id="8" name="TextBox 7">
                <a:extLst>
                  <a:ext uri="{FF2B5EF4-FFF2-40B4-BE49-F238E27FC236}">
                    <a16:creationId xmlns:a16="http://schemas.microsoft.com/office/drawing/2014/main" id="{9460B75A-D51B-ACD9-A6DC-D28142ED17B2}"/>
                  </a:ext>
                </a:extLst>
              </p:cNvPr>
              <p:cNvSpPr txBox="1">
                <a:spLocks noRot="1" noChangeAspect="1" noMove="1" noResize="1" noEditPoints="1" noAdjustHandles="1" noChangeArrowheads="1" noChangeShapeType="1" noTextEdit="1"/>
              </p:cNvSpPr>
              <p:nvPr/>
            </p:nvSpPr>
            <p:spPr>
              <a:xfrm>
                <a:off x="4695905" y="913440"/>
                <a:ext cx="4170325" cy="1015663"/>
              </a:xfrm>
              <a:prstGeom prst="rect">
                <a:avLst/>
              </a:prstGeom>
              <a:blipFill>
                <a:blip r:embed="rId4"/>
                <a:stretch>
                  <a:fillRect l="-1520" t="-3750" b="-7500"/>
                </a:stretch>
              </a:blipFill>
            </p:spPr>
            <p:txBody>
              <a:bodyPr/>
              <a:lstStyle/>
              <a:p>
                <a:r>
                  <a:rPr lang="en-GB">
                    <a:noFill/>
                  </a:rPr>
                  <a:t> </a:t>
                </a:r>
              </a:p>
            </p:txBody>
          </p:sp>
        </mc:Fallback>
      </mc:AlternateContent>
      <p:sp>
        <p:nvSpPr>
          <p:cNvPr id="9" name="Freeform 8">
            <a:extLst>
              <a:ext uri="{FF2B5EF4-FFF2-40B4-BE49-F238E27FC236}">
                <a16:creationId xmlns:a16="http://schemas.microsoft.com/office/drawing/2014/main" id="{A05D3E61-D362-0F03-39BD-308AE5274794}"/>
              </a:ext>
            </a:extLst>
          </p:cNvPr>
          <p:cNvSpPr/>
          <p:nvPr/>
        </p:nvSpPr>
        <p:spPr>
          <a:xfrm>
            <a:off x="231819" y="3103717"/>
            <a:ext cx="4584879" cy="1044634"/>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F1324693-5269-A44C-BC06-A45288BE1178}"/>
              </a:ext>
            </a:extLst>
          </p:cNvPr>
          <p:cNvSpPr/>
          <p:nvPr/>
        </p:nvSpPr>
        <p:spPr>
          <a:xfrm>
            <a:off x="1970469" y="1496027"/>
            <a:ext cx="787757" cy="2660766"/>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 name="csX0" fmla="*/ 0 w 4739856"/>
              <a:gd name="csY0" fmla="*/ 1047959 h 1047959"/>
              <a:gd name="csX1" fmla="*/ 1198165 w 4739856"/>
              <a:gd name="csY1" fmla="*/ 875856 h 1047959"/>
              <a:gd name="csX2" fmla="*/ 1816351 w 4739856"/>
              <a:gd name="csY2" fmla="*/ 193276 h 1047959"/>
              <a:gd name="csX3" fmla="*/ 2267112 w 4739856"/>
              <a:gd name="csY3" fmla="*/ 92 h 1047959"/>
              <a:gd name="csX4" fmla="*/ 2756509 w 4739856"/>
              <a:gd name="csY4" fmla="*/ 180397 h 1047959"/>
              <a:gd name="csX5" fmla="*/ 3554999 w 4739856"/>
              <a:gd name="csY5" fmla="*/ 888735 h 1047959"/>
              <a:gd name="csX6" fmla="*/ 4739856 w 4739856"/>
              <a:gd name="csY6" fmla="*/ 1043281 h 1047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739856" h="1047959">
                <a:moveTo>
                  <a:pt x="0" y="1047959"/>
                </a:moveTo>
                <a:cubicBezTo>
                  <a:pt x="447540" y="1040446"/>
                  <a:pt x="895440" y="1018303"/>
                  <a:pt x="1198165" y="875856"/>
                </a:cubicBezTo>
                <a:cubicBezTo>
                  <a:pt x="1500890" y="733409"/>
                  <a:pt x="1638193" y="339237"/>
                  <a:pt x="1816351" y="193276"/>
                </a:cubicBezTo>
                <a:cubicBezTo>
                  <a:pt x="1994509" y="47315"/>
                  <a:pt x="2110419" y="2239"/>
                  <a:pt x="2267112" y="92"/>
                </a:cubicBezTo>
                <a:cubicBezTo>
                  <a:pt x="2423805" y="-2055"/>
                  <a:pt x="2541861" y="32290"/>
                  <a:pt x="2756509" y="180397"/>
                </a:cubicBezTo>
                <a:cubicBezTo>
                  <a:pt x="2971157" y="328504"/>
                  <a:pt x="3243760" y="755653"/>
                  <a:pt x="3554999" y="888735"/>
                </a:cubicBezTo>
                <a:cubicBezTo>
                  <a:pt x="3866238" y="1021817"/>
                  <a:pt x="4290168" y="1051867"/>
                  <a:pt x="4739856" y="1043281"/>
                </a:cubicBezTo>
              </a:path>
            </a:pathLst>
          </a:cu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B65F3067-29CD-49CE-F970-3D4AD61DFB72}"/>
              </a:ext>
            </a:extLst>
          </p:cNvPr>
          <p:cNvSpPr txBox="1"/>
          <p:nvPr/>
        </p:nvSpPr>
        <p:spPr>
          <a:xfrm>
            <a:off x="1441201" y="1929103"/>
            <a:ext cx="921732" cy="369332"/>
          </a:xfrm>
          <a:prstGeom prst="rect">
            <a:avLst/>
          </a:prstGeom>
          <a:noFill/>
        </p:spPr>
        <p:txBody>
          <a:bodyPr wrap="square">
            <a:spAutoFit/>
          </a:bodyPr>
          <a:lstStyle/>
          <a:p>
            <a:r>
              <a:rPr kumimoji="0" lang="en-GB" sz="1800" b="0" i="0" u="none" strike="noStrike" kern="1200" cap="none" spc="0" normalizeH="0" baseline="0" noProof="0" dirty="0">
                <a:ln>
                  <a:noFill/>
                </a:ln>
                <a:solidFill>
                  <a:srgbClr val="7030A0"/>
                </a:solidFill>
                <a:effectLst/>
                <a:uLnTx/>
                <a:uFillTx/>
                <a:latin typeface="Arial"/>
                <a:ea typeface="+mn-ea"/>
                <a:cs typeface="+mn-cs"/>
              </a:rPr>
              <a:t>Prior 2</a:t>
            </a:r>
            <a:endParaRPr lang="en-GB" dirty="0">
              <a:solidFill>
                <a:srgbClr val="7030A0"/>
              </a:solidFill>
            </a:endParaRPr>
          </a:p>
        </p:txBody>
      </p:sp>
      <p:sp>
        <p:nvSpPr>
          <p:cNvPr id="12" name="TextBox 11">
            <a:extLst>
              <a:ext uri="{FF2B5EF4-FFF2-40B4-BE49-F238E27FC236}">
                <a16:creationId xmlns:a16="http://schemas.microsoft.com/office/drawing/2014/main" id="{F060EFD7-BB65-DFC1-D3F7-1B50451B6F5B}"/>
              </a:ext>
            </a:extLst>
          </p:cNvPr>
          <p:cNvSpPr txBox="1"/>
          <p:nvPr/>
        </p:nvSpPr>
        <p:spPr>
          <a:xfrm>
            <a:off x="2073500" y="4163614"/>
            <a:ext cx="441693" cy="369332"/>
          </a:xfrm>
          <a:prstGeom prst="rect">
            <a:avLst/>
          </a:prstGeom>
          <a:noFill/>
        </p:spPr>
        <p:txBody>
          <a:bodyPr wrap="square" rtlCol="0">
            <a:spAutoFit/>
          </a:bodyPr>
          <a:lstStyle/>
          <a:p>
            <a:r>
              <a:rPr lang="en-GB" dirty="0"/>
              <a:t>0</a:t>
            </a:r>
          </a:p>
        </p:txBody>
      </p:sp>
      <p:sp>
        <p:nvSpPr>
          <p:cNvPr id="5" name="Freeform 4">
            <a:extLst>
              <a:ext uri="{FF2B5EF4-FFF2-40B4-BE49-F238E27FC236}">
                <a16:creationId xmlns:a16="http://schemas.microsoft.com/office/drawing/2014/main" id="{D98E7ED9-3D82-BC6D-9178-48CC10F25955}"/>
              </a:ext>
            </a:extLst>
          </p:cNvPr>
          <p:cNvSpPr/>
          <p:nvPr/>
        </p:nvSpPr>
        <p:spPr>
          <a:xfrm>
            <a:off x="2109736" y="774386"/>
            <a:ext cx="506396" cy="3389228"/>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w="19050">
            <a:solidFill>
              <a:srgbClr val="00B05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096BC1F-1DBC-9CEC-82A0-DF0F733C2809}"/>
                  </a:ext>
                </a:extLst>
              </p:cNvPr>
              <p:cNvSpPr txBox="1"/>
              <p:nvPr/>
            </p:nvSpPr>
            <p:spPr>
              <a:xfrm>
                <a:off x="2315061" y="4170435"/>
                <a:ext cx="5012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800" b="0" i="1" smtClean="0">
                              <a:solidFill>
                                <a:srgbClr val="00B050"/>
                              </a:solidFill>
                              <a:latin typeface="Cambria Math" panose="02040503050406030204" pitchFamily="18" charset="0"/>
                            </a:rPr>
                          </m:ctrlPr>
                        </m:sSubPr>
                        <m:e>
                          <m:r>
                            <a:rPr lang="en-GB" sz="1800" b="0" i="1" smtClean="0">
                              <a:solidFill>
                                <a:srgbClr val="00B050"/>
                              </a:solidFill>
                              <a:latin typeface="Cambria Math" panose="02040503050406030204" pitchFamily="18" charset="0"/>
                            </a:rPr>
                            <m:t>𝜉</m:t>
                          </m:r>
                        </m:e>
                        <m:sub>
                          <m:r>
                            <m:rPr>
                              <m:sty m:val="p"/>
                            </m:rPr>
                            <a:rPr lang="en-GB" sz="1800" b="0" i="0" smtClean="0">
                              <a:solidFill>
                                <a:srgbClr val="00B050"/>
                              </a:solidFill>
                              <a:latin typeface="Cambria Math" panose="02040503050406030204" pitchFamily="18" charset="0"/>
                            </a:rPr>
                            <m:t>MAP</m:t>
                          </m:r>
                        </m:sub>
                      </m:sSub>
                    </m:oMath>
                  </m:oMathPara>
                </a14:m>
                <a:endParaRPr lang="en-GB" dirty="0">
                  <a:solidFill>
                    <a:srgbClr val="00B050"/>
                  </a:solidFill>
                </a:endParaRPr>
              </a:p>
            </p:txBody>
          </p:sp>
        </mc:Choice>
        <mc:Fallback xmlns="">
          <p:sp>
            <p:nvSpPr>
              <p:cNvPr id="17" name="TextBox 16">
                <a:extLst>
                  <a:ext uri="{FF2B5EF4-FFF2-40B4-BE49-F238E27FC236}">
                    <a16:creationId xmlns:a16="http://schemas.microsoft.com/office/drawing/2014/main" id="{E096BC1F-1DBC-9CEC-82A0-DF0F733C2809}"/>
                  </a:ext>
                </a:extLst>
              </p:cNvPr>
              <p:cNvSpPr txBox="1">
                <a:spLocks noRot="1" noChangeAspect="1" noMove="1" noResize="1" noEditPoints="1" noAdjustHandles="1" noChangeArrowheads="1" noChangeShapeType="1" noTextEdit="1"/>
              </p:cNvSpPr>
              <p:nvPr/>
            </p:nvSpPr>
            <p:spPr>
              <a:xfrm>
                <a:off x="2315061" y="4170435"/>
                <a:ext cx="501204" cy="369332"/>
              </a:xfrm>
              <a:prstGeom prst="rect">
                <a:avLst/>
              </a:prstGeom>
              <a:blipFill>
                <a:blip r:embed="rId5"/>
                <a:stretch>
                  <a:fillRect l="-5000" r="-25000"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B6830C-28D4-BBB2-5064-0113692F4B93}"/>
                  </a:ext>
                </a:extLst>
              </p:cNvPr>
              <p:cNvSpPr txBox="1"/>
              <p:nvPr/>
            </p:nvSpPr>
            <p:spPr>
              <a:xfrm>
                <a:off x="5938932" y="2571750"/>
                <a:ext cx="2190664" cy="646331"/>
              </a:xfrm>
              <a:prstGeom prst="rect">
                <a:avLst/>
              </a:prstGeom>
              <a:noFill/>
            </p:spPr>
            <p:txBody>
              <a:bodyPr wrap="none" rtlCol="0">
                <a:spAutoFit/>
              </a:bodyPr>
              <a:lstStyle/>
              <a:p>
                <a14:m>
                  <m:oMath xmlns:m="http://schemas.openxmlformats.org/officeDocument/2006/math">
                    <m:sSub>
                      <m:sSubPr>
                        <m:ctrlPr>
                          <a:rPr lang="en-GB" sz="3600" i="1" smtClean="0">
                            <a:solidFill>
                              <a:srgbClr val="00B050"/>
                            </a:solidFill>
                            <a:latin typeface="Cambria Math" panose="02040503050406030204" pitchFamily="18" charset="0"/>
                          </a:rPr>
                        </m:ctrlPr>
                      </m:sSubPr>
                      <m:e>
                        <m:r>
                          <a:rPr lang="en-GB" sz="3600" i="1">
                            <a:solidFill>
                              <a:srgbClr val="00B050"/>
                            </a:solidFill>
                            <a:latin typeface="Cambria Math" panose="02040503050406030204" pitchFamily="18" charset="0"/>
                          </a:rPr>
                          <m:t>𝜉</m:t>
                        </m:r>
                      </m:e>
                      <m:sub>
                        <m:r>
                          <m:rPr>
                            <m:sty m:val="p"/>
                          </m:rPr>
                          <a:rPr lang="en-GB" sz="3600">
                            <a:solidFill>
                              <a:srgbClr val="00B050"/>
                            </a:solidFill>
                            <a:latin typeface="Cambria Math" panose="02040503050406030204" pitchFamily="18" charset="0"/>
                          </a:rPr>
                          <m:t>MAP</m:t>
                        </m:r>
                      </m:sub>
                    </m:sSub>
                    <m:r>
                      <a:rPr lang="en-GB" sz="3600" b="0" i="1" smtClean="0">
                        <a:solidFill>
                          <a:srgbClr val="00B050"/>
                        </a:solidFill>
                        <a:latin typeface="Cambria Math" panose="02040503050406030204" pitchFamily="18" charset="0"/>
                      </a:rPr>
                      <m:t>→0</m:t>
                    </m:r>
                  </m:oMath>
                </a14:m>
                <a:r>
                  <a:rPr lang="en-GB" sz="3600" dirty="0"/>
                  <a:t> </a:t>
                </a:r>
              </a:p>
            </p:txBody>
          </p:sp>
        </mc:Choice>
        <mc:Fallback xmlns="">
          <p:sp>
            <p:nvSpPr>
              <p:cNvPr id="7" name="TextBox 6">
                <a:extLst>
                  <a:ext uri="{FF2B5EF4-FFF2-40B4-BE49-F238E27FC236}">
                    <a16:creationId xmlns:a16="http://schemas.microsoft.com/office/drawing/2014/main" id="{FCB6830C-28D4-BBB2-5064-0113692F4B93}"/>
                  </a:ext>
                </a:extLst>
              </p:cNvPr>
              <p:cNvSpPr txBox="1">
                <a:spLocks noRot="1" noChangeAspect="1" noMove="1" noResize="1" noEditPoints="1" noAdjustHandles="1" noChangeArrowheads="1" noChangeShapeType="1" noTextEdit="1"/>
              </p:cNvSpPr>
              <p:nvPr/>
            </p:nvSpPr>
            <p:spPr>
              <a:xfrm>
                <a:off x="5938932" y="2571750"/>
                <a:ext cx="2190664" cy="646331"/>
              </a:xfrm>
              <a:prstGeom prst="rect">
                <a:avLst/>
              </a:prstGeom>
              <a:blipFill>
                <a:blip r:embed="rId6"/>
                <a:stretch>
                  <a:fillRect l="-5172" b="-211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9640BE3-A138-353A-1303-0E7804D2950C}"/>
                  </a:ext>
                </a:extLst>
              </p:cNvPr>
              <p:cNvSpPr txBox="1"/>
              <p:nvPr/>
            </p:nvSpPr>
            <p:spPr>
              <a:xfrm>
                <a:off x="5907577" y="3118202"/>
                <a:ext cx="162531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3600" b="0" i="1" smtClean="0">
                              <a:solidFill>
                                <a:srgbClr val="00B050"/>
                              </a:solidFill>
                              <a:latin typeface="Cambria Math" panose="02040503050406030204" pitchFamily="18" charset="0"/>
                            </a:rPr>
                          </m:ctrlPr>
                        </m:sSupPr>
                        <m:e>
                          <m:r>
                            <a:rPr lang="en-GB" sz="3600" i="1" smtClean="0">
                              <a:solidFill>
                                <a:srgbClr val="00B050"/>
                              </a:solidFill>
                              <a:latin typeface="Cambria Math" panose="02040503050406030204" pitchFamily="18" charset="0"/>
                            </a:rPr>
                            <m:t>𝜆</m:t>
                          </m:r>
                        </m:e>
                        <m:sup>
                          <m:r>
                            <a:rPr lang="en-GB" sz="3600" b="0" i="1" smtClean="0">
                              <a:solidFill>
                                <a:srgbClr val="00B050"/>
                              </a:solidFill>
                              <a:latin typeface="Cambria Math" panose="02040503050406030204" pitchFamily="18" charset="0"/>
                            </a:rPr>
                            <m:t>∗</m:t>
                          </m:r>
                        </m:sup>
                      </m:sSup>
                      <m:r>
                        <a:rPr lang="en-GB" sz="3600" b="0" i="1" smtClean="0">
                          <a:solidFill>
                            <a:srgbClr val="00B050"/>
                          </a:solidFill>
                          <a:latin typeface="Cambria Math" panose="02040503050406030204" pitchFamily="18" charset="0"/>
                        </a:rPr>
                        <m:t>→0</m:t>
                      </m:r>
                    </m:oMath>
                  </m:oMathPara>
                </a14:m>
                <a:endParaRPr lang="en-GB" sz="3600" dirty="0"/>
              </a:p>
            </p:txBody>
          </p:sp>
        </mc:Choice>
        <mc:Fallback xmlns="">
          <p:sp>
            <p:nvSpPr>
              <p:cNvPr id="14" name="TextBox 13">
                <a:extLst>
                  <a:ext uri="{FF2B5EF4-FFF2-40B4-BE49-F238E27FC236}">
                    <a16:creationId xmlns:a16="http://schemas.microsoft.com/office/drawing/2014/main" id="{E9640BE3-A138-353A-1303-0E7804D2950C}"/>
                  </a:ext>
                </a:extLst>
              </p:cNvPr>
              <p:cNvSpPr txBox="1">
                <a:spLocks noRot="1" noChangeAspect="1" noMove="1" noResize="1" noEditPoints="1" noAdjustHandles="1" noChangeArrowheads="1" noChangeShapeType="1" noTextEdit="1"/>
              </p:cNvSpPr>
              <p:nvPr/>
            </p:nvSpPr>
            <p:spPr>
              <a:xfrm>
                <a:off x="5907577" y="3118202"/>
                <a:ext cx="1625317" cy="646331"/>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488885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CB48-97A9-FAF7-009B-3A96CDE74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03E8B-D217-CB86-0C6A-FAF79C79D799}"/>
              </a:ext>
            </a:extLst>
          </p:cNvPr>
          <p:cNvSpPr>
            <a:spLocks noGrp="1"/>
          </p:cNvSpPr>
          <p:nvPr>
            <p:ph type="title"/>
          </p:nvPr>
        </p:nvSpPr>
        <p:spPr/>
        <p:txBody>
          <a:bodyPr/>
          <a:lstStyle/>
          <a:p>
            <a:r>
              <a:rPr lang="en-GB" dirty="0"/>
              <a:t>Prior as </a:t>
            </a:r>
            <a:r>
              <a:rPr lang="en-GB" dirty="0" err="1"/>
              <a:t>sparsifier</a:t>
            </a:r>
            <a:r>
              <a:rPr lang="en-GB" dirty="0"/>
              <a:t> – Hierarchical Prior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E8ED532-5AAA-C6D1-5DE7-C8A37D2B00EE}"/>
                  </a:ext>
                </a:extLst>
              </p:cNvPr>
              <p:cNvSpPr txBox="1"/>
              <p:nvPr/>
            </p:nvSpPr>
            <p:spPr>
              <a:xfrm>
                <a:off x="784103" y="3179260"/>
                <a:ext cx="921732" cy="646331"/>
              </a:xfrm>
              <a:prstGeom prst="rect">
                <a:avLst/>
              </a:prstGeom>
              <a:noFill/>
            </p:spPr>
            <p:txBody>
              <a:bodyPr wrap="square">
                <a:spAutoFit/>
              </a:bodyPr>
              <a:lstStyle/>
              <a:p>
                <a:r>
                  <a:rPr kumimoji="0" lang="en-GB" sz="1800" b="0" i="0" u="none" strike="noStrike" kern="1200" cap="none" spc="0" normalizeH="0" baseline="0" noProof="0" dirty="0">
                    <a:ln>
                      <a:noFill/>
                    </a:ln>
                    <a:solidFill>
                      <a:srgbClr val="FF0000"/>
                    </a:solidFill>
                    <a:effectLst/>
                    <a:uLnTx/>
                    <a:uFillTx/>
                    <a:latin typeface="Arial"/>
                    <a:ea typeface="+mn-ea"/>
                    <a:cs typeface="+mn-cs"/>
                  </a:rPr>
                  <a:t>Low</a:t>
                </a:r>
                <a:r>
                  <a:rPr lang="en-GB" dirty="0">
                    <a:solidFill>
                      <a:srgbClr val="FF0000"/>
                    </a:solidFill>
                    <a:ea typeface="Cambria Math" panose="02040503050406030204" pitchFamily="18" charset="0"/>
                  </a:rPr>
                  <a:t> </a:t>
                </a:r>
                <a14:m>
                  <m:oMath xmlns:m="http://schemas.openxmlformats.org/officeDocument/2006/math">
                    <m:r>
                      <a:rPr lang="en-GB" i="1">
                        <a:solidFill>
                          <a:srgbClr val="FF0000"/>
                        </a:solidFill>
                        <a:latin typeface="Cambria Math" panose="02040503050406030204" pitchFamily="18" charset="0"/>
                        <a:ea typeface="Cambria Math" panose="02040503050406030204" pitchFamily="18" charset="0"/>
                      </a:rPr>
                      <m:t>𝛼</m:t>
                    </m:r>
                  </m:oMath>
                </a14:m>
                <a:r>
                  <a:rPr kumimoji="0" lang="en-GB" sz="1800" b="0" i="0" u="none" strike="noStrike" kern="1200" cap="none" spc="0" normalizeH="0" baseline="0" noProof="0" dirty="0">
                    <a:ln>
                      <a:noFill/>
                    </a:ln>
                    <a:solidFill>
                      <a:srgbClr val="FF0000"/>
                    </a:solidFill>
                    <a:effectLst/>
                    <a:uLnTx/>
                    <a:uFillTx/>
                    <a:latin typeface="Arial"/>
                    <a:ea typeface="+mn-ea"/>
                    <a:cs typeface="+mn-cs"/>
                  </a:rPr>
                  <a:t> Prior</a:t>
                </a:r>
                <a:endParaRPr lang="en-GB" dirty="0"/>
              </a:p>
            </p:txBody>
          </p:sp>
        </mc:Choice>
        <mc:Fallback xmlns="">
          <p:sp>
            <p:nvSpPr>
              <p:cNvPr id="15" name="TextBox 14">
                <a:extLst>
                  <a:ext uri="{FF2B5EF4-FFF2-40B4-BE49-F238E27FC236}">
                    <a16:creationId xmlns:a16="http://schemas.microsoft.com/office/drawing/2014/main" id="{2E8ED532-5AAA-C6D1-5DE7-C8A37D2B00EE}"/>
                  </a:ext>
                </a:extLst>
              </p:cNvPr>
              <p:cNvSpPr txBox="1">
                <a:spLocks noRot="1" noChangeAspect="1" noMove="1" noResize="1" noEditPoints="1" noAdjustHandles="1" noChangeArrowheads="1" noChangeShapeType="1" noTextEdit="1"/>
              </p:cNvSpPr>
              <p:nvPr/>
            </p:nvSpPr>
            <p:spPr>
              <a:xfrm>
                <a:off x="784103" y="3179260"/>
                <a:ext cx="921732" cy="646331"/>
              </a:xfrm>
              <a:prstGeom prst="rect">
                <a:avLst/>
              </a:prstGeom>
              <a:blipFill>
                <a:blip r:embed="rId3"/>
                <a:stretch>
                  <a:fillRect l="-5405" t="-3846" b="-13462"/>
                </a:stretch>
              </a:blipFill>
            </p:spPr>
            <p:txBody>
              <a:bodyPr/>
              <a:lstStyle/>
              <a:p>
                <a:r>
                  <a:rPr lang="en-GB">
                    <a:noFill/>
                  </a:rPr>
                  <a:t> </a:t>
                </a:r>
              </a:p>
            </p:txBody>
          </p:sp>
        </mc:Fallback>
      </mc:AlternateContent>
      <p:cxnSp>
        <p:nvCxnSpPr>
          <p:cNvPr id="3" name="Straight Arrow Connector 2">
            <a:extLst>
              <a:ext uri="{FF2B5EF4-FFF2-40B4-BE49-F238E27FC236}">
                <a16:creationId xmlns:a16="http://schemas.microsoft.com/office/drawing/2014/main" id="{69989933-C69A-DBB9-1560-655A183AB519}"/>
              </a:ext>
            </a:extLst>
          </p:cNvPr>
          <p:cNvCxnSpPr>
            <a:cxnSpLocks/>
          </p:cNvCxnSpPr>
          <p:nvPr/>
        </p:nvCxnSpPr>
        <p:spPr>
          <a:xfrm>
            <a:off x="147484" y="4155982"/>
            <a:ext cx="859727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BFF5DF4-54D3-4AAA-72BA-60722822FC2A}"/>
                  </a:ext>
                </a:extLst>
              </p:cNvPr>
              <p:cNvSpPr txBox="1"/>
              <p:nvPr/>
            </p:nvSpPr>
            <p:spPr>
              <a:xfrm>
                <a:off x="8327511" y="4315846"/>
                <a:ext cx="2690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4" name="TextBox 3">
                <a:extLst>
                  <a:ext uri="{FF2B5EF4-FFF2-40B4-BE49-F238E27FC236}">
                    <a16:creationId xmlns:a16="http://schemas.microsoft.com/office/drawing/2014/main" id="{5BFF5DF4-54D3-4AAA-72BA-60722822FC2A}"/>
                  </a:ext>
                </a:extLst>
              </p:cNvPr>
              <p:cNvSpPr txBox="1">
                <a:spLocks noRot="1" noChangeAspect="1" noMove="1" noResize="1" noEditPoints="1" noAdjustHandles="1" noChangeArrowheads="1" noChangeShapeType="1" noTextEdit="1"/>
              </p:cNvSpPr>
              <p:nvPr/>
            </p:nvSpPr>
            <p:spPr>
              <a:xfrm>
                <a:off x="8327511" y="4315846"/>
                <a:ext cx="269048" cy="276999"/>
              </a:xfrm>
              <a:prstGeom prst="rect">
                <a:avLst/>
              </a:prstGeom>
              <a:blipFill>
                <a:blip r:embed="rId4"/>
                <a:stretch>
                  <a:fillRect l="-27273" r="-4545" b="-3913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93BF9734-CEEE-FC80-E8FC-6BA4140499F1}"/>
              </a:ext>
            </a:extLst>
          </p:cNvPr>
          <p:cNvCxnSpPr>
            <a:cxnSpLocks/>
          </p:cNvCxnSpPr>
          <p:nvPr/>
        </p:nvCxnSpPr>
        <p:spPr>
          <a:xfrm flipV="1">
            <a:off x="2362933" y="1191363"/>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30A7E09-A057-F989-8382-D2BD3BC5058B}"/>
                  </a:ext>
                </a:extLst>
              </p:cNvPr>
              <p:cNvSpPr txBox="1"/>
              <p:nvPr/>
            </p:nvSpPr>
            <p:spPr>
              <a:xfrm>
                <a:off x="4695905" y="913440"/>
                <a:ext cx="4170325"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0" u="sng" dirty="0">
                    <a:solidFill>
                      <a:srgbClr val="FF0000"/>
                    </a:solidFill>
                  </a:rPr>
                  <a:t>Normal-</a:t>
                </a:r>
                <a:r>
                  <a:rPr lang="en-GB" sz="2000" b="0" u="sng" dirty="0" err="1">
                    <a:solidFill>
                      <a:srgbClr val="FF0000"/>
                    </a:solidFill>
                  </a:rPr>
                  <a:t>InverseGamma</a:t>
                </a:r>
                <a:r>
                  <a:rPr lang="en-GB" sz="2000" u="sng" dirty="0">
                    <a:solidFill>
                      <a:srgbClr val="FF0000"/>
                    </a:solidFill>
                  </a:rPr>
                  <a:t> Prior:</a:t>
                </a:r>
                <a:endParaRPr lang="en-GB" sz="2000" b="0" u="sng" dirty="0">
                  <a:solidFill>
                    <a:srgbClr val="FF0000"/>
                  </a:solidFill>
                </a:endParaRPr>
              </a:p>
              <a:p>
                <a:pPr lvl="0">
                  <a:defRPr/>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rPr>
                        <m:t>𝜉</m:t>
                      </m:r>
                      <m:r>
                        <a:rPr lang="en-GB" sz="2000" b="0" i="1" smtClean="0">
                          <a:solidFill>
                            <a:srgbClr val="FF0000"/>
                          </a:solidFill>
                          <a:latin typeface="Cambria Math" panose="02040503050406030204" pitchFamily="18" charset="0"/>
                        </a:rPr>
                        <m:t>|</m:t>
                      </m:r>
                      <m:r>
                        <a:rPr lang="en-GB" sz="2000" i="1">
                          <a:solidFill>
                            <a:srgbClr val="FF0000"/>
                          </a:solidFill>
                          <a:latin typeface="Cambria Math" panose="02040503050406030204" pitchFamily="18" charset="0"/>
                          <a:ea typeface="Cambria Math" panose="02040503050406030204" pitchFamily="18" charset="0"/>
                        </a:rPr>
                        <m:t>𝛼</m:t>
                      </m:r>
                      <m:r>
                        <a:rPr lang="en-GB" sz="2000" b="0" i="1" smtClean="0">
                          <a:solidFill>
                            <a:srgbClr val="FF0000"/>
                          </a:solidFill>
                          <a:latin typeface="Cambria Math" panose="02040503050406030204" pitchFamily="18" charset="0"/>
                          <a:ea typeface="Cambria Math" panose="02040503050406030204" pitchFamily="18" charset="0"/>
                        </a:rPr>
                        <m:t> </m:t>
                      </m:r>
                      <m:r>
                        <a:rPr lang="en-GB" sz="2000" b="0" i="1" smtClean="0">
                          <a:solidFill>
                            <a:srgbClr val="FF0000"/>
                          </a:solidFill>
                          <a:latin typeface="Cambria Math" panose="02040503050406030204" pitchFamily="18" charset="0"/>
                        </a:rPr>
                        <m:t>~ </m:t>
                      </m:r>
                      <m:r>
                        <a:rPr lang="en-GB" sz="2000" b="0" i="1" smtClean="0">
                          <a:solidFill>
                            <a:srgbClr val="FF0000"/>
                          </a:solidFill>
                          <a:latin typeface="Cambria Math" panose="02040503050406030204" pitchFamily="18" charset="0"/>
                          <a:ea typeface="Cambria Math" panose="02040503050406030204" pitchFamily="18" charset="0"/>
                        </a:rPr>
                        <m:t>𝒩</m:t>
                      </m:r>
                      <m:d>
                        <m:dPr>
                          <m:ctrlPr>
                            <a:rPr lang="en-GB" sz="2000" b="0" i="1" smtClean="0">
                              <a:solidFill>
                                <a:srgbClr val="FF0000"/>
                              </a:solidFill>
                              <a:latin typeface="Cambria Math" panose="02040503050406030204" pitchFamily="18" charset="0"/>
                              <a:ea typeface="Cambria Math" panose="02040503050406030204" pitchFamily="18" charset="0"/>
                            </a:rPr>
                          </m:ctrlPr>
                        </m:dPr>
                        <m:e>
                          <m:r>
                            <a:rPr lang="en-GB" sz="2000" b="0" i="1" smtClean="0">
                              <a:solidFill>
                                <a:srgbClr val="FF0000"/>
                              </a:solidFill>
                              <a:latin typeface="Cambria Math" panose="02040503050406030204" pitchFamily="18" charset="0"/>
                              <a:ea typeface="Cambria Math" panose="02040503050406030204" pitchFamily="18" charset="0"/>
                            </a:rPr>
                            <m:t>0,</m:t>
                          </m:r>
                          <m:sSup>
                            <m:sSupPr>
                              <m:ctrlPr>
                                <a:rPr lang="en-GB" sz="2000" b="0" i="1" smtClean="0">
                                  <a:solidFill>
                                    <a:srgbClr val="FF0000"/>
                                  </a:solidFill>
                                  <a:latin typeface="Cambria Math" panose="02040503050406030204" pitchFamily="18" charset="0"/>
                                  <a:ea typeface="Cambria Math" panose="02040503050406030204" pitchFamily="18" charset="0"/>
                                </a:rPr>
                              </m:ctrlPr>
                            </m:sSupPr>
                            <m:e>
                              <m:r>
                                <a:rPr lang="en-GB" sz="2000" b="0" i="1" smtClean="0">
                                  <a:solidFill>
                                    <a:srgbClr val="FF0000"/>
                                  </a:solidFill>
                                  <a:latin typeface="Cambria Math" panose="02040503050406030204" pitchFamily="18" charset="0"/>
                                  <a:ea typeface="Cambria Math" panose="02040503050406030204" pitchFamily="18" charset="0"/>
                                </a:rPr>
                                <m:t>𝑑𝑖𝑎𝑔</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𝛼</m:t>
                              </m:r>
                            </m:e>
                            <m:sup>
                              <m:r>
                                <a:rPr lang="en-GB" sz="2000" b="0" i="1" smtClean="0">
                                  <a:solidFill>
                                    <a:srgbClr val="FF0000"/>
                                  </a:solidFill>
                                  <a:latin typeface="Cambria Math" panose="02040503050406030204" pitchFamily="18" charset="0"/>
                                  <a:ea typeface="Cambria Math" panose="02040503050406030204" pitchFamily="18" charset="0"/>
                                </a:rPr>
                                <m:t>−1</m:t>
                              </m:r>
                            </m:sup>
                          </m:sSup>
                          <m:r>
                            <a:rPr lang="en-GB" sz="2000" b="0" i="1" smtClean="0">
                              <a:solidFill>
                                <a:srgbClr val="FF0000"/>
                              </a:solidFill>
                              <a:latin typeface="Cambria Math" panose="02040503050406030204" pitchFamily="18" charset="0"/>
                              <a:ea typeface="Cambria Math" panose="02040503050406030204" pitchFamily="18" charset="0"/>
                            </a:rPr>
                            <m:t>)</m:t>
                          </m:r>
                        </m:e>
                      </m:d>
                    </m:oMath>
                  </m:oMathPara>
                </a14:m>
                <a:endParaRPr lang="en-GB" sz="2000" b="0" i="1" dirty="0">
                  <a:solidFill>
                    <a:srgbClr val="FF0000"/>
                  </a:solidFill>
                  <a:latin typeface="Cambria Math" panose="02040503050406030204" pitchFamily="18" charset="0"/>
                  <a:ea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GB" sz="2000" i="1">
                          <a:solidFill>
                            <a:srgbClr val="FF0000"/>
                          </a:solidFill>
                          <a:latin typeface="Cambria Math" panose="02040503050406030204" pitchFamily="18" charset="0"/>
                          <a:ea typeface="Cambria Math" panose="02040503050406030204" pitchFamily="18" charset="0"/>
                        </a:rPr>
                        <m:t>𝛼</m:t>
                      </m:r>
                      <m:r>
                        <a:rPr lang="en-GB" sz="2000" b="0" i="1" smtClean="0">
                          <a:solidFill>
                            <a:srgbClr val="FF0000"/>
                          </a:solidFill>
                          <a:latin typeface="Cambria Math" panose="02040503050406030204" pitchFamily="18" charset="0"/>
                          <a:ea typeface="Cambria Math" panose="02040503050406030204" pitchFamily="18" charset="0"/>
                        </a:rPr>
                        <m:t> ~ </m:t>
                      </m:r>
                      <m:r>
                        <a:rPr lang="en-GB" sz="2000" b="0" i="1" smtClean="0">
                          <a:solidFill>
                            <a:srgbClr val="FF0000"/>
                          </a:solidFill>
                          <a:latin typeface="Cambria Math" panose="02040503050406030204" pitchFamily="18" charset="0"/>
                          <a:ea typeface="Cambria Math" panose="02040503050406030204" pitchFamily="18" charset="0"/>
                        </a:rPr>
                        <m:t>𝐺𝑎𝑚𝑚𝑎</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𝑘</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𝜃</m:t>
                      </m:r>
                      <m:r>
                        <a:rPr lang="en-GB" sz="2000" b="0" i="1" smtClean="0">
                          <a:solidFill>
                            <a:srgbClr val="FF0000"/>
                          </a:solidFill>
                          <a:latin typeface="Cambria Math" panose="02040503050406030204" pitchFamily="18" charset="0"/>
                          <a:ea typeface="Cambria Math" panose="02040503050406030204" pitchFamily="18" charset="0"/>
                        </a:rPr>
                        <m:t>)</m:t>
                      </m:r>
                    </m:oMath>
                  </m:oMathPara>
                </a14:m>
                <a:endParaRPr lang="en-GB" sz="2000" dirty="0"/>
              </a:p>
            </p:txBody>
          </p:sp>
        </mc:Choice>
        <mc:Fallback xmlns="">
          <p:sp>
            <p:nvSpPr>
              <p:cNvPr id="8" name="TextBox 7">
                <a:extLst>
                  <a:ext uri="{FF2B5EF4-FFF2-40B4-BE49-F238E27FC236}">
                    <a16:creationId xmlns:a16="http://schemas.microsoft.com/office/drawing/2014/main" id="{630A7E09-A057-F989-8382-D2BD3BC5058B}"/>
                  </a:ext>
                </a:extLst>
              </p:cNvPr>
              <p:cNvSpPr txBox="1">
                <a:spLocks noRot="1" noChangeAspect="1" noMove="1" noResize="1" noEditPoints="1" noAdjustHandles="1" noChangeArrowheads="1" noChangeShapeType="1" noTextEdit="1"/>
              </p:cNvSpPr>
              <p:nvPr/>
            </p:nvSpPr>
            <p:spPr>
              <a:xfrm>
                <a:off x="4695905" y="913440"/>
                <a:ext cx="4170325" cy="1015663"/>
              </a:xfrm>
              <a:prstGeom prst="rect">
                <a:avLst/>
              </a:prstGeom>
              <a:blipFill>
                <a:blip r:embed="rId5"/>
                <a:stretch>
                  <a:fillRect l="-1520" t="-3750" b="-7500"/>
                </a:stretch>
              </a:blipFill>
            </p:spPr>
            <p:txBody>
              <a:bodyPr/>
              <a:lstStyle/>
              <a:p>
                <a:r>
                  <a:rPr lang="en-GB">
                    <a:noFill/>
                  </a:rPr>
                  <a:t> </a:t>
                </a:r>
              </a:p>
            </p:txBody>
          </p:sp>
        </mc:Fallback>
      </mc:AlternateContent>
      <p:sp>
        <p:nvSpPr>
          <p:cNvPr id="9" name="Freeform 8">
            <a:extLst>
              <a:ext uri="{FF2B5EF4-FFF2-40B4-BE49-F238E27FC236}">
                <a16:creationId xmlns:a16="http://schemas.microsoft.com/office/drawing/2014/main" id="{E21E727A-A1D8-90B8-8DD8-5E7F5EADE6DB}"/>
              </a:ext>
            </a:extLst>
          </p:cNvPr>
          <p:cNvSpPr/>
          <p:nvPr/>
        </p:nvSpPr>
        <p:spPr>
          <a:xfrm>
            <a:off x="231819" y="3103717"/>
            <a:ext cx="4584879" cy="1044634"/>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8B95ECF2-DC20-E62E-FF0B-C8245434579D}"/>
              </a:ext>
            </a:extLst>
          </p:cNvPr>
          <p:cNvSpPr/>
          <p:nvPr/>
        </p:nvSpPr>
        <p:spPr>
          <a:xfrm>
            <a:off x="1970469" y="1496027"/>
            <a:ext cx="787757" cy="2660766"/>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 name="csX0" fmla="*/ 0 w 4739856"/>
              <a:gd name="csY0" fmla="*/ 1047959 h 1047959"/>
              <a:gd name="csX1" fmla="*/ 1198165 w 4739856"/>
              <a:gd name="csY1" fmla="*/ 875856 h 1047959"/>
              <a:gd name="csX2" fmla="*/ 1816351 w 4739856"/>
              <a:gd name="csY2" fmla="*/ 193276 h 1047959"/>
              <a:gd name="csX3" fmla="*/ 2267112 w 4739856"/>
              <a:gd name="csY3" fmla="*/ 92 h 1047959"/>
              <a:gd name="csX4" fmla="*/ 2756509 w 4739856"/>
              <a:gd name="csY4" fmla="*/ 180397 h 1047959"/>
              <a:gd name="csX5" fmla="*/ 3554999 w 4739856"/>
              <a:gd name="csY5" fmla="*/ 888735 h 1047959"/>
              <a:gd name="csX6" fmla="*/ 4739856 w 4739856"/>
              <a:gd name="csY6" fmla="*/ 1043281 h 1047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739856" h="1047959">
                <a:moveTo>
                  <a:pt x="0" y="1047959"/>
                </a:moveTo>
                <a:cubicBezTo>
                  <a:pt x="447540" y="1040446"/>
                  <a:pt x="895440" y="1018303"/>
                  <a:pt x="1198165" y="875856"/>
                </a:cubicBezTo>
                <a:cubicBezTo>
                  <a:pt x="1500890" y="733409"/>
                  <a:pt x="1638193" y="339237"/>
                  <a:pt x="1816351" y="193276"/>
                </a:cubicBezTo>
                <a:cubicBezTo>
                  <a:pt x="1994509" y="47315"/>
                  <a:pt x="2110419" y="2239"/>
                  <a:pt x="2267112" y="92"/>
                </a:cubicBezTo>
                <a:cubicBezTo>
                  <a:pt x="2423805" y="-2055"/>
                  <a:pt x="2541861" y="32290"/>
                  <a:pt x="2756509" y="180397"/>
                </a:cubicBezTo>
                <a:cubicBezTo>
                  <a:pt x="2971157" y="328504"/>
                  <a:pt x="3243760" y="755653"/>
                  <a:pt x="3554999" y="888735"/>
                </a:cubicBezTo>
                <a:cubicBezTo>
                  <a:pt x="3866238" y="1021817"/>
                  <a:pt x="4290168" y="1051867"/>
                  <a:pt x="4739856" y="1043281"/>
                </a:cubicBezTo>
              </a:path>
            </a:pathLst>
          </a:cu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B56EF70-2871-C48C-A126-46F125320759}"/>
                  </a:ext>
                </a:extLst>
              </p:cNvPr>
              <p:cNvSpPr txBox="1"/>
              <p:nvPr/>
            </p:nvSpPr>
            <p:spPr>
              <a:xfrm>
                <a:off x="1441201" y="1929103"/>
                <a:ext cx="921732" cy="646331"/>
              </a:xfrm>
              <a:prstGeom prst="rect">
                <a:avLst/>
              </a:prstGeom>
              <a:noFill/>
            </p:spPr>
            <p:txBody>
              <a:bodyPr wrap="square">
                <a:spAutoFit/>
              </a:bodyPr>
              <a:lstStyle/>
              <a:p>
                <a:r>
                  <a:rPr kumimoji="0" lang="en-GB" sz="1800" b="0" i="0" u="none" strike="noStrike" kern="1200" cap="none" spc="0" normalizeH="0" baseline="0" noProof="0" dirty="0">
                    <a:ln>
                      <a:noFill/>
                    </a:ln>
                    <a:solidFill>
                      <a:srgbClr val="7030A0"/>
                    </a:solidFill>
                    <a:effectLst/>
                    <a:uLnTx/>
                    <a:uFillTx/>
                    <a:latin typeface="Arial"/>
                    <a:ea typeface="+mn-ea"/>
                    <a:cs typeface="+mn-cs"/>
                  </a:rPr>
                  <a:t>High </a:t>
                </a:r>
                <a14:m>
                  <m:oMath xmlns:m="http://schemas.openxmlformats.org/officeDocument/2006/math">
                    <m:r>
                      <a:rPr lang="en-GB" i="1">
                        <a:solidFill>
                          <a:srgbClr val="7030A0"/>
                        </a:solidFill>
                        <a:latin typeface="Cambria Math" panose="02040503050406030204" pitchFamily="18" charset="0"/>
                        <a:ea typeface="Cambria Math" panose="02040503050406030204" pitchFamily="18" charset="0"/>
                      </a:rPr>
                      <m:t>𝛼</m:t>
                    </m:r>
                  </m:oMath>
                </a14:m>
                <a:r>
                  <a:rPr kumimoji="0" lang="en-GB" sz="1800" b="0" i="0" u="none" strike="noStrike" kern="1200" cap="none" spc="0" normalizeH="0" baseline="0" noProof="0" dirty="0">
                    <a:ln>
                      <a:noFill/>
                    </a:ln>
                    <a:solidFill>
                      <a:srgbClr val="7030A0"/>
                    </a:solidFill>
                    <a:effectLst/>
                    <a:uLnTx/>
                    <a:uFillTx/>
                    <a:latin typeface="Arial"/>
                    <a:ea typeface="+mn-ea"/>
                    <a:cs typeface="+mn-cs"/>
                  </a:rPr>
                  <a:t> Prior</a:t>
                </a:r>
                <a:endParaRPr lang="en-GB" dirty="0">
                  <a:solidFill>
                    <a:srgbClr val="7030A0"/>
                  </a:solidFill>
                </a:endParaRPr>
              </a:p>
            </p:txBody>
          </p:sp>
        </mc:Choice>
        <mc:Fallback xmlns="">
          <p:sp>
            <p:nvSpPr>
              <p:cNvPr id="11" name="TextBox 10">
                <a:extLst>
                  <a:ext uri="{FF2B5EF4-FFF2-40B4-BE49-F238E27FC236}">
                    <a16:creationId xmlns:a16="http://schemas.microsoft.com/office/drawing/2014/main" id="{0B56EF70-2871-C48C-A126-46F125320759}"/>
                  </a:ext>
                </a:extLst>
              </p:cNvPr>
              <p:cNvSpPr txBox="1">
                <a:spLocks noRot="1" noChangeAspect="1" noMove="1" noResize="1" noEditPoints="1" noAdjustHandles="1" noChangeArrowheads="1" noChangeShapeType="1" noTextEdit="1"/>
              </p:cNvSpPr>
              <p:nvPr/>
            </p:nvSpPr>
            <p:spPr>
              <a:xfrm>
                <a:off x="1441201" y="1929103"/>
                <a:ext cx="921732" cy="646331"/>
              </a:xfrm>
              <a:prstGeom prst="rect">
                <a:avLst/>
              </a:prstGeom>
              <a:blipFill>
                <a:blip r:embed="rId6"/>
                <a:stretch>
                  <a:fillRect l="-5405" t="-3846" b="-13462"/>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B7181ECD-E1CC-DF38-A6E5-E01CDEB7D86B}"/>
              </a:ext>
            </a:extLst>
          </p:cNvPr>
          <p:cNvSpPr txBox="1"/>
          <p:nvPr/>
        </p:nvSpPr>
        <p:spPr>
          <a:xfrm>
            <a:off x="2073500" y="4163614"/>
            <a:ext cx="441693" cy="369332"/>
          </a:xfrm>
          <a:prstGeom prst="rect">
            <a:avLst/>
          </a:prstGeom>
          <a:noFill/>
        </p:spPr>
        <p:txBody>
          <a:bodyPr wrap="square" rtlCol="0">
            <a:spAutoFit/>
          </a:bodyPr>
          <a:lstStyle/>
          <a:p>
            <a:r>
              <a:rPr lang="en-GB" dirty="0"/>
              <a:t>0</a:t>
            </a:r>
          </a:p>
        </p:txBody>
      </p:sp>
      <p:sp>
        <p:nvSpPr>
          <p:cNvPr id="5" name="Freeform 4">
            <a:extLst>
              <a:ext uri="{FF2B5EF4-FFF2-40B4-BE49-F238E27FC236}">
                <a16:creationId xmlns:a16="http://schemas.microsoft.com/office/drawing/2014/main" id="{30A2C592-2834-5EC2-E367-33E30925E29B}"/>
              </a:ext>
            </a:extLst>
          </p:cNvPr>
          <p:cNvSpPr/>
          <p:nvPr/>
        </p:nvSpPr>
        <p:spPr>
          <a:xfrm>
            <a:off x="4185918" y="1929103"/>
            <a:ext cx="3421821" cy="2219248"/>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w="19050">
            <a:solidFill>
              <a:srgbClr val="00B05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BD2D9E73-FE94-E9CB-D4CF-3B7FBB0BB293}"/>
              </a:ext>
            </a:extLst>
          </p:cNvPr>
          <p:cNvCxnSpPr>
            <a:cxnSpLocks/>
          </p:cNvCxnSpPr>
          <p:nvPr/>
        </p:nvCxnSpPr>
        <p:spPr>
          <a:xfrm>
            <a:off x="5859888" y="4031087"/>
            <a:ext cx="0" cy="259001"/>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72D562C-5163-171E-09FD-9325EEA1C0F6}"/>
                  </a:ext>
                </a:extLst>
              </p:cNvPr>
              <p:cNvSpPr txBox="1"/>
              <p:nvPr/>
            </p:nvSpPr>
            <p:spPr>
              <a:xfrm>
                <a:off x="5646226" y="4297719"/>
                <a:ext cx="5012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800" b="0" i="1" smtClean="0">
                              <a:solidFill>
                                <a:srgbClr val="00B050"/>
                              </a:solidFill>
                              <a:latin typeface="Cambria Math" panose="02040503050406030204" pitchFamily="18" charset="0"/>
                            </a:rPr>
                          </m:ctrlPr>
                        </m:sSubPr>
                        <m:e>
                          <m:r>
                            <a:rPr lang="en-GB" sz="1800" b="0" i="1" smtClean="0">
                              <a:solidFill>
                                <a:srgbClr val="00B050"/>
                              </a:solidFill>
                              <a:latin typeface="Cambria Math" panose="02040503050406030204" pitchFamily="18" charset="0"/>
                            </a:rPr>
                            <m:t>𝜉</m:t>
                          </m:r>
                        </m:e>
                        <m:sub>
                          <m:r>
                            <m:rPr>
                              <m:sty m:val="p"/>
                            </m:rPr>
                            <a:rPr lang="en-GB" sz="1800" b="0" i="0" smtClean="0">
                              <a:solidFill>
                                <a:srgbClr val="00B050"/>
                              </a:solidFill>
                              <a:latin typeface="Cambria Math" panose="02040503050406030204" pitchFamily="18" charset="0"/>
                            </a:rPr>
                            <m:t>MAP</m:t>
                          </m:r>
                        </m:sub>
                      </m:sSub>
                    </m:oMath>
                  </m:oMathPara>
                </a14:m>
                <a:endParaRPr lang="en-GB" dirty="0">
                  <a:solidFill>
                    <a:srgbClr val="00B050"/>
                  </a:solidFill>
                </a:endParaRPr>
              </a:p>
            </p:txBody>
          </p:sp>
        </mc:Choice>
        <mc:Fallback xmlns="">
          <p:sp>
            <p:nvSpPr>
              <p:cNvPr id="17" name="TextBox 16">
                <a:extLst>
                  <a:ext uri="{FF2B5EF4-FFF2-40B4-BE49-F238E27FC236}">
                    <a16:creationId xmlns:a16="http://schemas.microsoft.com/office/drawing/2014/main" id="{572D562C-5163-171E-09FD-9325EEA1C0F6}"/>
                  </a:ext>
                </a:extLst>
              </p:cNvPr>
              <p:cNvSpPr txBox="1">
                <a:spLocks noRot="1" noChangeAspect="1" noMove="1" noResize="1" noEditPoints="1" noAdjustHandles="1" noChangeArrowheads="1" noChangeShapeType="1" noTextEdit="1"/>
              </p:cNvSpPr>
              <p:nvPr/>
            </p:nvSpPr>
            <p:spPr>
              <a:xfrm>
                <a:off x="5646226" y="4297719"/>
                <a:ext cx="501204" cy="369332"/>
              </a:xfrm>
              <a:prstGeom prst="rect">
                <a:avLst/>
              </a:prstGeom>
              <a:blipFill>
                <a:blip r:embed="rId7"/>
                <a:stretch>
                  <a:fillRect l="-2500" r="-25000"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2510DF7-9E16-06F9-B61C-B2F133F34C8E}"/>
                  </a:ext>
                </a:extLst>
              </p:cNvPr>
              <p:cNvSpPr txBox="1"/>
              <p:nvPr/>
            </p:nvSpPr>
            <p:spPr>
              <a:xfrm>
                <a:off x="6639683" y="2568067"/>
                <a:ext cx="2148986" cy="646331"/>
              </a:xfrm>
              <a:prstGeom prst="rect">
                <a:avLst/>
              </a:prstGeom>
              <a:noFill/>
            </p:spPr>
            <p:txBody>
              <a:bodyPr wrap="none" rtlCol="0">
                <a:spAutoFit/>
              </a:bodyPr>
              <a:lstStyle/>
              <a:p>
                <a14:m>
                  <m:oMath xmlns:m="http://schemas.openxmlformats.org/officeDocument/2006/math">
                    <m:sSub>
                      <m:sSubPr>
                        <m:ctrlPr>
                          <a:rPr lang="en-GB" sz="3600" i="1" smtClean="0">
                            <a:solidFill>
                              <a:srgbClr val="00B050"/>
                            </a:solidFill>
                            <a:latin typeface="Cambria Math" panose="02040503050406030204" pitchFamily="18" charset="0"/>
                          </a:rPr>
                        </m:ctrlPr>
                      </m:sSubPr>
                      <m:e>
                        <m:r>
                          <a:rPr lang="en-GB" sz="3600" i="1">
                            <a:solidFill>
                              <a:srgbClr val="00B050"/>
                            </a:solidFill>
                            <a:latin typeface="Cambria Math" panose="02040503050406030204" pitchFamily="18" charset="0"/>
                          </a:rPr>
                          <m:t>𝜉</m:t>
                        </m:r>
                      </m:e>
                      <m:sub>
                        <m:r>
                          <m:rPr>
                            <m:sty m:val="p"/>
                          </m:rPr>
                          <a:rPr lang="en-GB" sz="3600">
                            <a:solidFill>
                              <a:srgbClr val="00B050"/>
                            </a:solidFill>
                            <a:latin typeface="Cambria Math" panose="02040503050406030204" pitchFamily="18" charset="0"/>
                          </a:rPr>
                          <m:t>MAP</m:t>
                        </m:r>
                      </m:sub>
                    </m:sSub>
                    <m:r>
                      <a:rPr lang="en-GB" sz="3600" b="0" i="1" smtClean="0">
                        <a:solidFill>
                          <a:srgbClr val="00B050"/>
                        </a:solidFill>
                        <a:latin typeface="Cambria Math" panose="02040503050406030204" pitchFamily="18" charset="0"/>
                      </a:rPr>
                      <m:t>≠0</m:t>
                    </m:r>
                  </m:oMath>
                </a14:m>
                <a:r>
                  <a:rPr lang="en-GB" sz="3600" dirty="0"/>
                  <a:t> </a:t>
                </a:r>
              </a:p>
            </p:txBody>
          </p:sp>
        </mc:Choice>
        <mc:Fallback xmlns="">
          <p:sp>
            <p:nvSpPr>
              <p:cNvPr id="18" name="TextBox 17">
                <a:extLst>
                  <a:ext uri="{FF2B5EF4-FFF2-40B4-BE49-F238E27FC236}">
                    <a16:creationId xmlns:a16="http://schemas.microsoft.com/office/drawing/2014/main" id="{92510DF7-9E16-06F9-B61C-B2F133F34C8E}"/>
                  </a:ext>
                </a:extLst>
              </p:cNvPr>
              <p:cNvSpPr txBox="1">
                <a:spLocks noRot="1" noChangeAspect="1" noMove="1" noResize="1" noEditPoints="1" noAdjustHandles="1" noChangeArrowheads="1" noChangeShapeType="1" noTextEdit="1"/>
              </p:cNvSpPr>
              <p:nvPr/>
            </p:nvSpPr>
            <p:spPr>
              <a:xfrm>
                <a:off x="6639683" y="2568067"/>
                <a:ext cx="2148986" cy="646331"/>
              </a:xfrm>
              <a:prstGeom prst="rect">
                <a:avLst/>
              </a:prstGeom>
              <a:blipFill>
                <a:blip r:embed="rId8"/>
                <a:stretch>
                  <a:fillRect l="-5263" b="-215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B062B62-CF17-90E7-1660-96E9A5DB51A6}"/>
                  </a:ext>
                </a:extLst>
              </p:cNvPr>
              <p:cNvSpPr txBox="1"/>
              <p:nvPr/>
            </p:nvSpPr>
            <p:spPr>
              <a:xfrm>
                <a:off x="6639683" y="3118202"/>
                <a:ext cx="1770549" cy="646331"/>
              </a:xfrm>
              <a:prstGeom prst="rect">
                <a:avLst/>
              </a:prstGeom>
              <a:noFill/>
            </p:spPr>
            <p:txBody>
              <a:bodyPr wrap="none" rtlCol="0">
                <a:spAutoFit/>
              </a:bodyPr>
              <a:lstStyle/>
              <a:p>
                <a14:m>
                  <m:oMath xmlns:m="http://schemas.openxmlformats.org/officeDocument/2006/math">
                    <m:sSup>
                      <m:sSupPr>
                        <m:ctrlPr>
                          <a:rPr lang="en-GB" sz="3600" b="0" i="1" smtClean="0">
                            <a:solidFill>
                              <a:srgbClr val="00B050"/>
                            </a:solidFill>
                            <a:latin typeface="Cambria Math" panose="02040503050406030204" pitchFamily="18" charset="0"/>
                          </a:rPr>
                        </m:ctrlPr>
                      </m:sSupPr>
                      <m:e>
                        <m:r>
                          <a:rPr lang="en-GB" sz="3600" b="0" i="1" smtClean="0">
                            <a:solidFill>
                              <a:srgbClr val="00B050"/>
                            </a:solidFill>
                            <a:latin typeface="Cambria Math" panose="02040503050406030204" pitchFamily="18" charset="0"/>
                          </a:rPr>
                          <m:t>𝛼</m:t>
                        </m:r>
                      </m:e>
                      <m:sup>
                        <m:r>
                          <a:rPr lang="en-GB" sz="3600" b="0" i="1" smtClean="0">
                            <a:solidFill>
                              <a:srgbClr val="00B050"/>
                            </a:solidFill>
                            <a:latin typeface="Cambria Math" panose="02040503050406030204" pitchFamily="18" charset="0"/>
                          </a:rPr>
                          <m:t>∗</m:t>
                        </m:r>
                      </m:sup>
                    </m:sSup>
                  </m:oMath>
                </a14:m>
                <a:r>
                  <a:rPr lang="en-GB" sz="3600" dirty="0">
                    <a:solidFill>
                      <a:srgbClr val="00B050"/>
                    </a:solidFill>
                  </a:rPr>
                  <a:t> finite</a:t>
                </a:r>
              </a:p>
            </p:txBody>
          </p:sp>
        </mc:Choice>
        <mc:Fallback xmlns="">
          <p:sp>
            <p:nvSpPr>
              <p:cNvPr id="21" name="TextBox 20">
                <a:extLst>
                  <a:ext uri="{FF2B5EF4-FFF2-40B4-BE49-F238E27FC236}">
                    <a16:creationId xmlns:a16="http://schemas.microsoft.com/office/drawing/2014/main" id="{EB062B62-CF17-90E7-1660-96E9A5DB51A6}"/>
                  </a:ext>
                </a:extLst>
              </p:cNvPr>
              <p:cNvSpPr txBox="1">
                <a:spLocks noRot="1" noChangeAspect="1" noMove="1" noResize="1" noEditPoints="1" noAdjustHandles="1" noChangeArrowheads="1" noChangeShapeType="1" noTextEdit="1"/>
              </p:cNvSpPr>
              <p:nvPr/>
            </p:nvSpPr>
            <p:spPr>
              <a:xfrm>
                <a:off x="6639683" y="3118202"/>
                <a:ext cx="1770549" cy="646331"/>
              </a:xfrm>
              <a:prstGeom prst="rect">
                <a:avLst/>
              </a:prstGeom>
              <a:blipFill>
                <a:blip r:embed="rId9"/>
                <a:stretch>
                  <a:fillRect l="-709" t="-13462" r="-9220" b="-32692"/>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054B4A18-8089-D772-2FC4-5FAE5F6A4554}"/>
              </a:ext>
            </a:extLst>
          </p:cNvPr>
          <p:cNvSpPr txBox="1"/>
          <p:nvPr/>
        </p:nvSpPr>
        <p:spPr>
          <a:xfrm>
            <a:off x="6385776" y="1838971"/>
            <a:ext cx="2249334" cy="369332"/>
          </a:xfrm>
          <a:prstGeom prst="rect">
            <a:avLst/>
          </a:prstGeom>
          <a:noFill/>
        </p:spPr>
        <p:txBody>
          <a:bodyPr wrap="none" rtlCol="0">
            <a:spAutoFit/>
          </a:bodyPr>
          <a:lstStyle/>
          <a:p>
            <a:r>
              <a:rPr lang="en-GB" dirty="0">
                <a:solidFill>
                  <a:schemeClr val="accent3"/>
                </a:solidFill>
              </a:rPr>
              <a:t>Proxy to log-uniform</a:t>
            </a:r>
          </a:p>
        </p:txBody>
      </p:sp>
    </p:spTree>
    <p:extLst>
      <p:ext uri="{BB962C8B-B14F-4D97-AF65-F5344CB8AC3E}">
        <p14:creationId xmlns:p14="http://schemas.microsoft.com/office/powerpoint/2010/main" val="3203481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9C9D4-7249-7042-BE6C-1CF9BA629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2D3D5-3939-FA64-FBA9-09F797870C8D}"/>
              </a:ext>
            </a:extLst>
          </p:cNvPr>
          <p:cNvSpPr>
            <a:spLocks noGrp="1"/>
          </p:cNvSpPr>
          <p:nvPr>
            <p:ph type="title"/>
          </p:nvPr>
        </p:nvSpPr>
        <p:spPr/>
        <p:txBody>
          <a:bodyPr/>
          <a:lstStyle/>
          <a:p>
            <a:r>
              <a:rPr lang="en-GB" dirty="0"/>
              <a:t>Prior as </a:t>
            </a:r>
            <a:r>
              <a:rPr lang="en-GB" dirty="0" err="1"/>
              <a:t>sparsifier</a:t>
            </a:r>
            <a:r>
              <a:rPr lang="en-GB" dirty="0"/>
              <a:t> – Hierarchical Prior</a:t>
            </a:r>
          </a:p>
        </p:txBody>
      </p:sp>
      <p:cxnSp>
        <p:nvCxnSpPr>
          <p:cNvPr id="3" name="Straight Arrow Connector 2">
            <a:extLst>
              <a:ext uri="{FF2B5EF4-FFF2-40B4-BE49-F238E27FC236}">
                <a16:creationId xmlns:a16="http://schemas.microsoft.com/office/drawing/2014/main" id="{B8EB9917-D291-06BA-79E3-755B7DCB83C1}"/>
              </a:ext>
            </a:extLst>
          </p:cNvPr>
          <p:cNvCxnSpPr>
            <a:cxnSpLocks/>
          </p:cNvCxnSpPr>
          <p:nvPr/>
        </p:nvCxnSpPr>
        <p:spPr>
          <a:xfrm>
            <a:off x="147484" y="4155982"/>
            <a:ext cx="859727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D53DB5-46FC-59EB-27AC-206F6FD7A49D}"/>
                  </a:ext>
                </a:extLst>
              </p:cNvPr>
              <p:cNvSpPr txBox="1"/>
              <p:nvPr/>
            </p:nvSpPr>
            <p:spPr>
              <a:xfrm>
                <a:off x="8327511" y="4315846"/>
                <a:ext cx="2690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4" name="TextBox 3">
                <a:extLst>
                  <a:ext uri="{FF2B5EF4-FFF2-40B4-BE49-F238E27FC236}">
                    <a16:creationId xmlns:a16="http://schemas.microsoft.com/office/drawing/2014/main" id="{97D53DB5-46FC-59EB-27AC-206F6FD7A49D}"/>
                  </a:ext>
                </a:extLst>
              </p:cNvPr>
              <p:cNvSpPr txBox="1">
                <a:spLocks noRot="1" noChangeAspect="1" noMove="1" noResize="1" noEditPoints="1" noAdjustHandles="1" noChangeArrowheads="1" noChangeShapeType="1" noTextEdit="1"/>
              </p:cNvSpPr>
              <p:nvPr/>
            </p:nvSpPr>
            <p:spPr>
              <a:xfrm>
                <a:off x="8327511" y="4315846"/>
                <a:ext cx="269048" cy="276999"/>
              </a:xfrm>
              <a:prstGeom prst="rect">
                <a:avLst/>
              </a:prstGeom>
              <a:blipFill>
                <a:blip r:embed="rId3"/>
                <a:stretch>
                  <a:fillRect l="-27273" r="-4545" b="-3913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B60A64CB-3CC1-B53C-1DB5-171E242C9A35}"/>
              </a:ext>
            </a:extLst>
          </p:cNvPr>
          <p:cNvCxnSpPr>
            <a:cxnSpLocks/>
          </p:cNvCxnSpPr>
          <p:nvPr/>
        </p:nvCxnSpPr>
        <p:spPr>
          <a:xfrm flipV="1">
            <a:off x="2362933" y="1191363"/>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Freeform 8">
            <a:extLst>
              <a:ext uri="{FF2B5EF4-FFF2-40B4-BE49-F238E27FC236}">
                <a16:creationId xmlns:a16="http://schemas.microsoft.com/office/drawing/2014/main" id="{83A878DB-156F-2101-B85F-D99F36D258ED}"/>
              </a:ext>
            </a:extLst>
          </p:cNvPr>
          <p:cNvSpPr/>
          <p:nvPr/>
        </p:nvSpPr>
        <p:spPr>
          <a:xfrm>
            <a:off x="231819" y="3103717"/>
            <a:ext cx="4584879" cy="1044634"/>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B3D861AA-C9F9-A336-91D9-966503A0E272}"/>
              </a:ext>
            </a:extLst>
          </p:cNvPr>
          <p:cNvSpPr/>
          <p:nvPr/>
        </p:nvSpPr>
        <p:spPr>
          <a:xfrm>
            <a:off x="1970469" y="1496027"/>
            <a:ext cx="787757" cy="2660766"/>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 name="csX0" fmla="*/ 0 w 4739856"/>
              <a:gd name="csY0" fmla="*/ 1047959 h 1047959"/>
              <a:gd name="csX1" fmla="*/ 1198165 w 4739856"/>
              <a:gd name="csY1" fmla="*/ 875856 h 1047959"/>
              <a:gd name="csX2" fmla="*/ 1816351 w 4739856"/>
              <a:gd name="csY2" fmla="*/ 193276 h 1047959"/>
              <a:gd name="csX3" fmla="*/ 2267112 w 4739856"/>
              <a:gd name="csY3" fmla="*/ 92 h 1047959"/>
              <a:gd name="csX4" fmla="*/ 2756509 w 4739856"/>
              <a:gd name="csY4" fmla="*/ 180397 h 1047959"/>
              <a:gd name="csX5" fmla="*/ 3554999 w 4739856"/>
              <a:gd name="csY5" fmla="*/ 888735 h 1047959"/>
              <a:gd name="csX6" fmla="*/ 4739856 w 4739856"/>
              <a:gd name="csY6" fmla="*/ 1043281 h 1047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739856" h="1047959">
                <a:moveTo>
                  <a:pt x="0" y="1047959"/>
                </a:moveTo>
                <a:cubicBezTo>
                  <a:pt x="447540" y="1040446"/>
                  <a:pt x="895440" y="1018303"/>
                  <a:pt x="1198165" y="875856"/>
                </a:cubicBezTo>
                <a:cubicBezTo>
                  <a:pt x="1500890" y="733409"/>
                  <a:pt x="1638193" y="339237"/>
                  <a:pt x="1816351" y="193276"/>
                </a:cubicBezTo>
                <a:cubicBezTo>
                  <a:pt x="1994509" y="47315"/>
                  <a:pt x="2110419" y="2239"/>
                  <a:pt x="2267112" y="92"/>
                </a:cubicBezTo>
                <a:cubicBezTo>
                  <a:pt x="2423805" y="-2055"/>
                  <a:pt x="2541861" y="32290"/>
                  <a:pt x="2756509" y="180397"/>
                </a:cubicBezTo>
                <a:cubicBezTo>
                  <a:pt x="2971157" y="328504"/>
                  <a:pt x="3243760" y="755653"/>
                  <a:pt x="3554999" y="888735"/>
                </a:cubicBezTo>
                <a:cubicBezTo>
                  <a:pt x="3866238" y="1021817"/>
                  <a:pt x="4290168" y="1051867"/>
                  <a:pt x="4739856" y="1043281"/>
                </a:cubicBezTo>
              </a:path>
            </a:pathLst>
          </a:cu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A0F2A78-A73D-64D7-817E-5D425DE831F0}"/>
              </a:ext>
            </a:extLst>
          </p:cNvPr>
          <p:cNvSpPr txBox="1"/>
          <p:nvPr/>
        </p:nvSpPr>
        <p:spPr>
          <a:xfrm>
            <a:off x="2073500" y="4163614"/>
            <a:ext cx="441693" cy="369332"/>
          </a:xfrm>
          <a:prstGeom prst="rect">
            <a:avLst/>
          </a:prstGeom>
          <a:noFill/>
        </p:spPr>
        <p:txBody>
          <a:bodyPr wrap="square" rtlCol="0">
            <a:spAutoFit/>
          </a:bodyPr>
          <a:lstStyle/>
          <a:p>
            <a:r>
              <a:rPr lang="en-GB" dirty="0"/>
              <a:t>0</a:t>
            </a:r>
          </a:p>
        </p:txBody>
      </p:sp>
      <p:sp>
        <p:nvSpPr>
          <p:cNvPr id="5" name="Freeform 4">
            <a:extLst>
              <a:ext uri="{FF2B5EF4-FFF2-40B4-BE49-F238E27FC236}">
                <a16:creationId xmlns:a16="http://schemas.microsoft.com/office/drawing/2014/main" id="{892AB856-D437-90ED-4B44-E6D75181581E}"/>
              </a:ext>
            </a:extLst>
          </p:cNvPr>
          <p:cNvSpPr/>
          <p:nvPr/>
        </p:nvSpPr>
        <p:spPr>
          <a:xfrm>
            <a:off x="2109736" y="774386"/>
            <a:ext cx="506396" cy="3389228"/>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w="19050">
            <a:solidFill>
              <a:srgbClr val="00B05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FB0BFE1-1850-2DDA-3F11-048A57C09545}"/>
                  </a:ext>
                </a:extLst>
              </p:cNvPr>
              <p:cNvSpPr txBox="1"/>
              <p:nvPr/>
            </p:nvSpPr>
            <p:spPr>
              <a:xfrm>
                <a:off x="2315061" y="4170435"/>
                <a:ext cx="5012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800" b="0" i="1" smtClean="0">
                              <a:solidFill>
                                <a:srgbClr val="00B050"/>
                              </a:solidFill>
                              <a:latin typeface="Cambria Math" panose="02040503050406030204" pitchFamily="18" charset="0"/>
                            </a:rPr>
                          </m:ctrlPr>
                        </m:sSubPr>
                        <m:e>
                          <m:r>
                            <a:rPr lang="en-GB" sz="1800" b="0" i="1" smtClean="0">
                              <a:solidFill>
                                <a:srgbClr val="00B050"/>
                              </a:solidFill>
                              <a:latin typeface="Cambria Math" panose="02040503050406030204" pitchFamily="18" charset="0"/>
                            </a:rPr>
                            <m:t>𝜉</m:t>
                          </m:r>
                        </m:e>
                        <m:sub>
                          <m:r>
                            <m:rPr>
                              <m:sty m:val="p"/>
                            </m:rPr>
                            <a:rPr lang="en-GB" sz="1800" b="0" i="0" smtClean="0">
                              <a:solidFill>
                                <a:srgbClr val="00B050"/>
                              </a:solidFill>
                              <a:latin typeface="Cambria Math" panose="02040503050406030204" pitchFamily="18" charset="0"/>
                            </a:rPr>
                            <m:t>MAP</m:t>
                          </m:r>
                        </m:sub>
                      </m:sSub>
                    </m:oMath>
                  </m:oMathPara>
                </a14:m>
                <a:endParaRPr lang="en-GB" dirty="0">
                  <a:solidFill>
                    <a:srgbClr val="00B050"/>
                  </a:solidFill>
                </a:endParaRPr>
              </a:p>
            </p:txBody>
          </p:sp>
        </mc:Choice>
        <mc:Fallback xmlns="">
          <p:sp>
            <p:nvSpPr>
              <p:cNvPr id="17" name="TextBox 16">
                <a:extLst>
                  <a:ext uri="{FF2B5EF4-FFF2-40B4-BE49-F238E27FC236}">
                    <a16:creationId xmlns:a16="http://schemas.microsoft.com/office/drawing/2014/main" id="{CFB0BFE1-1850-2DDA-3F11-048A57C09545}"/>
                  </a:ext>
                </a:extLst>
              </p:cNvPr>
              <p:cNvSpPr txBox="1">
                <a:spLocks noRot="1" noChangeAspect="1" noMove="1" noResize="1" noEditPoints="1" noAdjustHandles="1" noChangeArrowheads="1" noChangeShapeType="1" noTextEdit="1"/>
              </p:cNvSpPr>
              <p:nvPr/>
            </p:nvSpPr>
            <p:spPr>
              <a:xfrm>
                <a:off x="2315061" y="4170435"/>
                <a:ext cx="501204" cy="369332"/>
              </a:xfrm>
              <a:prstGeom prst="rect">
                <a:avLst/>
              </a:prstGeom>
              <a:blipFill>
                <a:blip r:embed="rId4"/>
                <a:stretch>
                  <a:fillRect l="-5000" r="-25000"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54B1809-DF3D-5004-5A7F-7A2AF457912A}"/>
                  </a:ext>
                </a:extLst>
              </p:cNvPr>
              <p:cNvSpPr txBox="1"/>
              <p:nvPr/>
            </p:nvSpPr>
            <p:spPr>
              <a:xfrm>
                <a:off x="5938932" y="2571750"/>
                <a:ext cx="2190664" cy="646331"/>
              </a:xfrm>
              <a:prstGeom prst="rect">
                <a:avLst/>
              </a:prstGeom>
              <a:noFill/>
            </p:spPr>
            <p:txBody>
              <a:bodyPr wrap="none" rtlCol="0">
                <a:spAutoFit/>
              </a:bodyPr>
              <a:lstStyle/>
              <a:p>
                <a14:m>
                  <m:oMath xmlns:m="http://schemas.openxmlformats.org/officeDocument/2006/math">
                    <m:sSub>
                      <m:sSubPr>
                        <m:ctrlPr>
                          <a:rPr lang="en-GB" sz="3600" i="1" smtClean="0">
                            <a:solidFill>
                              <a:srgbClr val="00B050"/>
                            </a:solidFill>
                            <a:latin typeface="Cambria Math" panose="02040503050406030204" pitchFamily="18" charset="0"/>
                          </a:rPr>
                        </m:ctrlPr>
                      </m:sSubPr>
                      <m:e>
                        <m:r>
                          <a:rPr lang="en-GB" sz="3600" i="1">
                            <a:solidFill>
                              <a:srgbClr val="00B050"/>
                            </a:solidFill>
                            <a:latin typeface="Cambria Math" panose="02040503050406030204" pitchFamily="18" charset="0"/>
                          </a:rPr>
                          <m:t>𝜉</m:t>
                        </m:r>
                      </m:e>
                      <m:sub>
                        <m:r>
                          <m:rPr>
                            <m:sty m:val="p"/>
                          </m:rPr>
                          <a:rPr lang="en-GB" sz="3600">
                            <a:solidFill>
                              <a:srgbClr val="00B050"/>
                            </a:solidFill>
                            <a:latin typeface="Cambria Math" panose="02040503050406030204" pitchFamily="18" charset="0"/>
                          </a:rPr>
                          <m:t>MAP</m:t>
                        </m:r>
                      </m:sub>
                    </m:sSub>
                    <m:r>
                      <a:rPr lang="en-GB" sz="3600" b="0" i="1" smtClean="0">
                        <a:solidFill>
                          <a:srgbClr val="00B050"/>
                        </a:solidFill>
                        <a:latin typeface="Cambria Math" panose="02040503050406030204" pitchFamily="18" charset="0"/>
                      </a:rPr>
                      <m:t>→0</m:t>
                    </m:r>
                  </m:oMath>
                </a14:m>
                <a:r>
                  <a:rPr lang="en-GB" sz="3600" dirty="0"/>
                  <a:t> </a:t>
                </a:r>
              </a:p>
            </p:txBody>
          </p:sp>
        </mc:Choice>
        <mc:Fallback xmlns="">
          <p:sp>
            <p:nvSpPr>
              <p:cNvPr id="7" name="TextBox 6">
                <a:extLst>
                  <a:ext uri="{FF2B5EF4-FFF2-40B4-BE49-F238E27FC236}">
                    <a16:creationId xmlns:a16="http://schemas.microsoft.com/office/drawing/2014/main" id="{B54B1809-DF3D-5004-5A7F-7A2AF457912A}"/>
                  </a:ext>
                </a:extLst>
              </p:cNvPr>
              <p:cNvSpPr txBox="1">
                <a:spLocks noRot="1" noChangeAspect="1" noMove="1" noResize="1" noEditPoints="1" noAdjustHandles="1" noChangeArrowheads="1" noChangeShapeType="1" noTextEdit="1"/>
              </p:cNvSpPr>
              <p:nvPr/>
            </p:nvSpPr>
            <p:spPr>
              <a:xfrm>
                <a:off x="5938932" y="2571750"/>
                <a:ext cx="2190664" cy="646331"/>
              </a:xfrm>
              <a:prstGeom prst="rect">
                <a:avLst/>
              </a:prstGeom>
              <a:blipFill>
                <a:blip r:embed="rId5"/>
                <a:stretch>
                  <a:fillRect l="-5172" b="-211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92D6786-14B8-665E-7DF7-A170B417646D}"/>
                  </a:ext>
                </a:extLst>
              </p:cNvPr>
              <p:cNvSpPr txBox="1"/>
              <p:nvPr/>
            </p:nvSpPr>
            <p:spPr>
              <a:xfrm>
                <a:off x="5907577" y="3118202"/>
                <a:ext cx="1831462"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3600" b="0" i="1" smtClean="0">
                              <a:solidFill>
                                <a:srgbClr val="00B050"/>
                              </a:solidFill>
                              <a:latin typeface="Cambria Math" panose="02040503050406030204" pitchFamily="18" charset="0"/>
                            </a:rPr>
                          </m:ctrlPr>
                        </m:sSupPr>
                        <m:e>
                          <m:r>
                            <a:rPr lang="en-GB" sz="3600" i="1" smtClean="0">
                              <a:solidFill>
                                <a:srgbClr val="00B050"/>
                              </a:solidFill>
                              <a:latin typeface="Cambria Math" panose="02040503050406030204" pitchFamily="18" charset="0"/>
                            </a:rPr>
                            <m:t>𝛼</m:t>
                          </m:r>
                        </m:e>
                        <m:sup>
                          <m:r>
                            <a:rPr lang="en-GB" sz="3600" b="0" i="1" smtClean="0">
                              <a:solidFill>
                                <a:srgbClr val="00B050"/>
                              </a:solidFill>
                              <a:latin typeface="Cambria Math" panose="02040503050406030204" pitchFamily="18" charset="0"/>
                            </a:rPr>
                            <m:t>∗</m:t>
                          </m:r>
                        </m:sup>
                      </m:sSup>
                      <m:r>
                        <a:rPr lang="en-GB" sz="3600" b="0" i="1" smtClean="0">
                          <a:solidFill>
                            <a:srgbClr val="00B050"/>
                          </a:solidFill>
                          <a:latin typeface="Cambria Math" panose="02040503050406030204" pitchFamily="18" charset="0"/>
                        </a:rPr>
                        <m:t>→∞</m:t>
                      </m:r>
                    </m:oMath>
                  </m:oMathPara>
                </a14:m>
                <a:endParaRPr lang="en-GB" sz="3600" dirty="0"/>
              </a:p>
            </p:txBody>
          </p:sp>
        </mc:Choice>
        <mc:Fallback xmlns="">
          <p:sp>
            <p:nvSpPr>
              <p:cNvPr id="14" name="TextBox 13">
                <a:extLst>
                  <a:ext uri="{FF2B5EF4-FFF2-40B4-BE49-F238E27FC236}">
                    <a16:creationId xmlns:a16="http://schemas.microsoft.com/office/drawing/2014/main" id="{992D6786-14B8-665E-7DF7-A170B417646D}"/>
                  </a:ext>
                </a:extLst>
              </p:cNvPr>
              <p:cNvSpPr txBox="1">
                <a:spLocks noRot="1" noChangeAspect="1" noMove="1" noResize="1" noEditPoints="1" noAdjustHandles="1" noChangeArrowheads="1" noChangeShapeType="1" noTextEdit="1"/>
              </p:cNvSpPr>
              <p:nvPr/>
            </p:nvSpPr>
            <p:spPr>
              <a:xfrm>
                <a:off x="5907577" y="3118202"/>
                <a:ext cx="1831462" cy="646331"/>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D0FA0DD-64CA-B608-E8FD-9937720B5903}"/>
                  </a:ext>
                </a:extLst>
              </p:cNvPr>
              <p:cNvSpPr txBox="1"/>
              <p:nvPr/>
            </p:nvSpPr>
            <p:spPr>
              <a:xfrm>
                <a:off x="4695905" y="913440"/>
                <a:ext cx="4170325"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0" u="sng" dirty="0">
                    <a:solidFill>
                      <a:srgbClr val="FF0000"/>
                    </a:solidFill>
                  </a:rPr>
                  <a:t>Normal-</a:t>
                </a:r>
                <a:r>
                  <a:rPr lang="en-GB" sz="2000" b="0" u="sng" dirty="0" err="1">
                    <a:solidFill>
                      <a:srgbClr val="FF0000"/>
                    </a:solidFill>
                  </a:rPr>
                  <a:t>InverseGamma</a:t>
                </a:r>
                <a:r>
                  <a:rPr lang="en-GB" sz="2000" u="sng" dirty="0">
                    <a:solidFill>
                      <a:srgbClr val="FF0000"/>
                    </a:solidFill>
                  </a:rPr>
                  <a:t> Prior:</a:t>
                </a:r>
                <a:endParaRPr lang="en-GB" sz="2000" b="0" u="sng" dirty="0">
                  <a:solidFill>
                    <a:srgbClr val="FF0000"/>
                  </a:solidFill>
                </a:endParaRPr>
              </a:p>
              <a:p>
                <a:pPr lvl="0">
                  <a:defRPr/>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rPr>
                        <m:t>𝜉</m:t>
                      </m:r>
                      <m:r>
                        <a:rPr lang="en-GB" sz="2000" b="0" i="1" smtClean="0">
                          <a:solidFill>
                            <a:srgbClr val="FF0000"/>
                          </a:solidFill>
                          <a:latin typeface="Cambria Math" panose="02040503050406030204" pitchFamily="18" charset="0"/>
                        </a:rPr>
                        <m:t>|</m:t>
                      </m:r>
                      <m:r>
                        <a:rPr lang="en-GB" sz="2000" i="1">
                          <a:solidFill>
                            <a:srgbClr val="FF0000"/>
                          </a:solidFill>
                          <a:latin typeface="Cambria Math" panose="02040503050406030204" pitchFamily="18" charset="0"/>
                          <a:ea typeface="Cambria Math" panose="02040503050406030204" pitchFamily="18" charset="0"/>
                        </a:rPr>
                        <m:t>𝛼</m:t>
                      </m:r>
                      <m:r>
                        <a:rPr lang="en-GB" sz="2000" b="0" i="1" smtClean="0">
                          <a:solidFill>
                            <a:srgbClr val="FF0000"/>
                          </a:solidFill>
                          <a:latin typeface="Cambria Math" panose="02040503050406030204" pitchFamily="18" charset="0"/>
                          <a:ea typeface="Cambria Math" panose="02040503050406030204" pitchFamily="18" charset="0"/>
                        </a:rPr>
                        <m:t> </m:t>
                      </m:r>
                      <m:r>
                        <a:rPr lang="en-GB" sz="2000" b="0" i="1" smtClean="0">
                          <a:solidFill>
                            <a:srgbClr val="FF0000"/>
                          </a:solidFill>
                          <a:latin typeface="Cambria Math" panose="02040503050406030204" pitchFamily="18" charset="0"/>
                        </a:rPr>
                        <m:t>~ </m:t>
                      </m:r>
                      <m:r>
                        <a:rPr lang="en-GB" sz="2000" b="0" i="1" smtClean="0">
                          <a:solidFill>
                            <a:srgbClr val="FF0000"/>
                          </a:solidFill>
                          <a:latin typeface="Cambria Math" panose="02040503050406030204" pitchFamily="18" charset="0"/>
                          <a:ea typeface="Cambria Math" panose="02040503050406030204" pitchFamily="18" charset="0"/>
                        </a:rPr>
                        <m:t>𝒩</m:t>
                      </m:r>
                      <m:d>
                        <m:dPr>
                          <m:ctrlPr>
                            <a:rPr lang="en-GB" sz="2000" b="0" i="1" smtClean="0">
                              <a:solidFill>
                                <a:srgbClr val="FF0000"/>
                              </a:solidFill>
                              <a:latin typeface="Cambria Math" panose="02040503050406030204" pitchFamily="18" charset="0"/>
                              <a:ea typeface="Cambria Math" panose="02040503050406030204" pitchFamily="18" charset="0"/>
                            </a:rPr>
                          </m:ctrlPr>
                        </m:dPr>
                        <m:e>
                          <m:r>
                            <a:rPr lang="en-GB" sz="2000" b="0" i="1" smtClean="0">
                              <a:solidFill>
                                <a:srgbClr val="FF0000"/>
                              </a:solidFill>
                              <a:latin typeface="Cambria Math" panose="02040503050406030204" pitchFamily="18" charset="0"/>
                              <a:ea typeface="Cambria Math" panose="02040503050406030204" pitchFamily="18" charset="0"/>
                            </a:rPr>
                            <m:t>0,</m:t>
                          </m:r>
                          <m:sSup>
                            <m:sSupPr>
                              <m:ctrlPr>
                                <a:rPr lang="en-GB" sz="2000" b="0" i="1" smtClean="0">
                                  <a:solidFill>
                                    <a:srgbClr val="FF0000"/>
                                  </a:solidFill>
                                  <a:latin typeface="Cambria Math" panose="02040503050406030204" pitchFamily="18" charset="0"/>
                                  <a:ea typeface="Cambria Math" panose="02040503050406030204" pitchFamily="18" charset="0"/>
                                </a:rPr>
                              </m:ctrlPr>
                            </m:sSupPr>
                            <m:e>
                              <m:r>
                                <a:rPr lang="en-GB" sz="2000" b="0" i="1" smtClean="0">
                                  <a:solidFill>
                                    <a:srgbClr val="FF0000"/>
                                  </a:solidFill>
                                  <a:latin typeface="Cambria Math" panose="02040503050406030204" pitchFamily="18" charset="0"/>
                                  <a:ea typeface="Cambria Math" panose="02040503050406030204" pitchFamily="18" charset="0"/>
                                </a:rPr>
                                <m:t>𝑑𝑖𝑎𝑔</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𝛼</m:t>
                              </m:r>
                            </m:e>
                            <m:sup>
                              <m:r>
                                <a:rPr lang="en-GB" sz="2000" b="0" i="1" smtClean="0">
                                  <a:solidFill>
                                    <a:srgbClr val="FF0000"/>
                                  </a:solidFill>
                                  <a:latin typeface="Cambria Math" panose="02040503050406030204" pitchFamily="18" charset="0"/>
                                  <a:ea typeface="Cambria Math" panose="02040503050406030204" pitchFamily="18" charset="0"/>
                                </a:rPr>
                                <m:t>−1</m:t>
                              </m:r>
                            </m:sup>
                          </m:sSup>
                          <m:r>
                            <a:rPr lang="en-GB" sz="2000" b="0" i="1" smtClean="0">
                              <a:solidFill>
                                <a:srgbClr val="FF0000"/>
                              </a:solidFill>
                              <a:latin typeface="Cambria Math" panose="02040503050406030204" pitchFamily="18" charset="0"/>
                              <a:ea typeface="Cambria Math" panose="02040503050406030204" pitchFamily="18" charset="0"/>
                            </a:rPr>
                            <m:t>)</m:t>
                          </m:r>
                        </m:e>
                      </m:d>
                    </m:oMath>
                  </m:oMathPara>
                </a14:m>
                <a:endParaRPr lang="en-GB" sz="2000" b="0" i="1" dirty="0">
                  <a:solidFill>
                    <a:srgbClr val="FF0000"/>
                  </a:solidFill>
                  <a:latin typeface="Cambria Math" panose="02040503050406030204" pitchFamily="18" charset="0"/>
                  <a:ea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GB" sz="2000" i="1">
                          <a:solidFill>
                            <a:srgbClr val="FF0000"/>
                          </a:solidFill>
                          <a:latin typeface="Cambria Math" panose="02040503050406030204" pitchFamily="18" charset="0"/>
                          <a:ea typeface="Cambria Math" panose="02040503050406030204" pitchFamily="18" charset="0"/>
                        </a:rPr>
                        <m:t>𝛼</m:t>
                      </m:r>
                      <m:r>
                        <a:rPr lang="en-GB" sz="2000" b="0" i="1" smtClean="0">
                          <a:solidFill>
                            <a:srgbClr val="FF0000"/>
                          </a:solidFill>
                          <a:latin typeface="Cambria Math" panose="02040503050406030204" pitchFamily="18" charset="0"/>
                          <a:ea typeface="Cambria Math" panose="02040503050406030204" pitchFamily="18" charset="0"/>
                        </a:rPr>
                        <m:t> ~ </m:t>
                      </m:r>
                      <m:r>
                        <a:rPr lang="en-GB" sz="2000" b="0" i="1" smtClean="0">
                          <a:solidFill>
                            <a:srgbClr val="FF0000"/>
                          </a:solidFill>
                          <a:latin typeface="Cambria Math" panose="02040503050406030204" pitchFamily="18" charset="0"/>
                          <a:ea typeface="Cambria Math" panose="02040503050406030204" pitchFamily="18" charset="0"/>
                        </a:rPr>
                        <m:t>𝐺𝑎𝑚𝑚𝑎</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𝑘</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𝜃</m:t>
                      </m:r>
                      <m:r>
                        <a:rPr lang="en-GB" sz="2000" b="0" i="1" smtClean="0">
                          <a:solidFill>
                            <a:srgbClr val="FF0000"/>
                          </a:solidFill>
                          <a:latin typeface="Cambria Math" panose="02040503050406030204" pitchFamily="18" charset="0"/>
                          <a:ea typeface="Cambria Math" panose="02040503050406030204" pitchFamily="18" charset="0"/>
                        </a:rPr>
                        <m:t>)</m:t>
                      </m:r>
                    </m:oMath>
                  </m:oMathPara>
                </a14:m>
                <a:endParaRPr lang="en-GB" sz="2000" dirty="0"/>
              </a:p>
            </p:txBody>
          </p:sp>
        </mc:Choice>
        <mc:Fallback xmlns="">
          <p:sp>
            <p:nvSpPr>
              <p:cNvPr id="13" name="TextBox 12">
                <a:extLst>
                  <a:ext uri="{FF2B5EF4-FFF2-40B4-BE49-F238E27FC236}">
                    <a16:creationId xmlns:a16="http://schemas.microsoft.com/office/drawing/2014/main" id="{3D0FA0DD-64CA-B608-E8FD-9937720B5903}"/>
                  </a:ext>
                </a:extLst>
              </p:cNvPr>
              <p:cNvSpPr txBox="1">
                <a:spLocks noRot="1" noChangeAspect="1" noMove="1" noResize="1" noEditPoints="1" noAdjustHandles="1" noChangeArrowheads="1" noChangeShapeType="1" noTextEdit="1"/>
              </p:cNvSpPr>
              <p:nvPr/>
            </p:nvSpPr>
            <p:spPr>
              <a:xfrm>
                <a:off x="4695905" y="913440"/>
                <a:ext cx="4170325" cy="1015663"/>
              </a:xfrm>
              <a:prstGeom prst="rect">
                <a:avLst/>
              </a:prstGeom>
              <a:blipFill>
                <a:blip r:embed="rId7"/>
                <a:stretch>
                  <a:fillRect l="-1520" t="-3750" b="-7500"/>
                </a:stretch>
              </a:blipFill>
            </p:spPr>
            <p:txBody>
              <a:bodyPr/>
              <a:lstStyle/>
              <a:p>
                <a:r>
                  <a:rPr lang="en-GB">
                    <a:noFill/>
                  </a:rPr>
                  <a:t> </a:t>
                </a:r>
              </a:p>
            </p:txBody>
          </p:sp>
        </mc:Fallback>
      </mc:AlternateContent>
      <p:sp>
        <p:nvSpPr>
          <p:cNvPr id="16" name="TextBox 15">
            <a:extLst>
              <a:ext uri="{FF2B5EF4-FFF2-40B4-BE49-F238E27FC236}">
                <a16:creationId xmlns:a16="http://schemas.microsoft.com/office/drawing/2014/main" id="{DF5F7E6A-D224-EB08-B6EC-068D416BCE72}"/>
              </a:ext>
            </a:extLst>
          </p:cNvPr>
          <p:cNvSpPr txBox="1"/>
          <p:nvPr/>
        </p:nvSpPr>
        <p:spPr>
          <a:xfrm>
            <a:off x="6385776" y="1838971"/>
            <a:ext cx="2249334" cy="369332"/>
          </a:xfrm>
          <a:prstGeom prst="rect">
            <a:avLst/>
          </a:prstGeom>
          <a:noFill/>
        </p:spPr>
        <p:txBody>
          <a:bodyPr wrap="none" rtlCol="0">
            <a:spAutoFit/>
          </a:bodyPr>
          <a:lstStyle/>
          <a:p>
            <a:r>
              <a:rPr lang="en-GB" dirty="0">
                <a:solidFill>
                  <a:schemeClr val="accent3"/>
                </a:solidFill>
              </a:rPr>
              <a:t>Proxy to log-uniform</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3415876-4F28-E96E-B3E6-682AAB596246}"/>
                  </a:ext>
                </a:extLst>
              </p:cNvPr>
              <p:cNvSpPr txBox="1"/>
              <p:nvPr/>
            </p:nvSpPr>
            <p:spPr>
              <a:xfrm>
                <a:off x="784103" y="3179260"/>
                <a:ext cx="921732" cy="646331"/>
              </a:xfrm>
              <a:prstGeom prst="rect">
                <a:avLst/>
              </a:prstGeom>
              <a:noFill/>
            </p:spPr>
            <p:txBody>
              <a:bodyPr wrap="square">
                <a:spAutoFit/>
              </a:bodyPr>
              <a:lstStyle/>
              <a:p>
                <a:r>
                  <a:rPr kumimoji="0" lang="en-GB" sz="1800" b="0" i="0" u="none" strike="noStrike" kern="1200" cap="none" spc="0" normalizeH="0" baseline="0" noProof="0" dirty="0">
                    <a:ln>
                      <a:noFill/>
                    </a:ln>
                    <a:solidFill>
                      <a:srgbClr val="FF0000"/>
                    </a:solidFill>
                    <a:effectLst/>
                    <a:uLnTx/>
                    <a:uFillTx/>
                    <a:latin typeface="Arial"/>
                    <a:ea typeface="+mn-ea"/>
                    <a:cs typeface="+mn-cs"/>
                  </a:rPr>
                  <a:t>Low</a:t>
                </a:r>
                <a:r>
                  <a:rPr lang="en-GB" dirty="0">
                    <a:solidFill>
                      <a:srgbClr val="FF0000"/>
                    </a:solidFill>
                    <a:ea typeface="Cambria Math" panose="02040503050406030204" pitchFamily="18" charset="0"/>
                  </a:rPr>
                  <a:t> </a:t>
                </a:r>
                <a14:m>
                  <m:oMath xmlns:m="http://schemas.openxmlformats.org/officeDocument/2006/math">
                    <m:r>
                      <a:rPr lang="en-GB" i="1">
                        <a:solidFill>
                          <a:srgbClr val="FF0000"/>
                        </a:solidFill>
                        <a:latin typeface="Cambria Math" panose="02040503050406030204" pitchFamily="18" charset="0"/>
                        <a:ea typeface="Cambria Math" panose="02040503050406030204" pitchFamily="18" charset="0"/>
                      </a:rPr>
                      <m:t>𝛼</m:t>
                    </m:r>
                  </m:oMath>
                </a14:m>
                <a:r>
                  <a:rPr kumimoji="0" lang="en-GB" sz="1800" b="0" i="0" u="none" strike="noStrike" kern="1200" cap="none" spc="0" normalizeH="0" baseline="0" noProof="0" dirty="0">
                    <a:ln>
                      <a:noFill/>
                    </a:ln>
                    <a:solidFill>
                      <a:srgbClr val="FF0000"/>
                    </a:solidFill>
                    <a:effectLst/>
                    <a:uLnTx/>
                    <a:uFillTx/>
                    <a:latin typeface="Arial"/>
                    <a:ea typeface="+mn-ea"/>
                    <a:cs typeface="+mn-cs"/>
                  </a:rPr>
                  <a:t> Prior</a:t>
                </a:r>
                <a:endParaRPr lang="en-GB" dirty="0"/>
              </a:p>
            </p:txBody>
          </p:sp>
        </mc:Choice>
        <mc:Fallback xmlns="">
          <p:sp>
            <p:nvSpPr>
              <p:cNvPr id="18" name="TextBox 17">
                <a:extLst>
                  <a:ext uri="{FF2B5EF4-FFF2-40B4-BE49-F238E27FC236}">
                    <a16:creationId xmlns:a16="http://schemas.microsoft.com/office/drawing/2014/main" id="{33415876-4F28-E96E-B3E6-682AAB596246}"/>
                  </a:ext>
                </a:extLst>
              </p:cNvPr>
              <p:cNvSpPr txBox="1">
                <a:spLocks noRot="1" noChangeAspect="1" noMove="1" noResize="1" noEditPoints="1" noAdjustHandles="1" noChangeArrowheads="1" noChangeShapeType="1" noTextEdit="1"/>
              </p:cNvSpPr>
              <p:nvPr/>
            </p:nvSpPr>
            <p:spPr>
              <a:xfrm>
                <a:off x="784103" y="3179260"/>
                <a:ext cx="921732" cy="646331"/>
              </a:xfrm>
              <a:prstGeom prst="rect">
                <a:avLst/>
              </a:prstGeom>
              <a:blipFill>
                <a:blip r:embed="rId8"/>
                <a:stretch>
                  <a:fillRect l="-5405" t="-3846" b="-13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85B8D1D-5706-5437-3BCE-74DBBB2E2B6D}"/>
                  </a:ext>
                </a:extLst>
              </p:cNvPr>
              <p:cNvSpPr txBox="1"/>
              <p:nvPr/>
            </p:nvSpPr>
            <p:spPr>
              <a:xfrm>
                <a:off x="1441201" y="1929103"/>
                <a:ext cx="921732" cy="646331"/>
              </a:xfrm>
              <a:prstGeom prst="rect">
                <a:avLst/>
              </a:prstGeom>
              <a:noFill/>
            </p:spPr>
            <p:txBody>
              <a:bodyPr wrap="square">
                <a:spAutoFit/>
              </a:bodyPr>
              <a:lstStyle/>
              <a:p>
                <a:r>
                  <a:rPr kumimoji="0" lang="en-GB" sz="1800" b="0" i="0" u="none" strike="noStrike" kern="1200" cap="none" spc="0" normalizeH="0" baseline="0" noProof="0" dirty="0">
                    <a:ln>
                      <a:noFill/>
                    </a:ln>
                    <a:solidFill>
                      <a:srgbClr val="7030A0"/>
                    </a:solidFill>
                    <a:effectLst/>
                    <a:uLnTx/>
                    <a:uFillTx/>
                    <a:latin typeface="Arial"/>
                    <a:ea typeface="+mn-ea"/>
                    <a:cs typeface="+mn-cs"/>
                  </a:rPr>
                  <a:t>High </a:t>
                </a:r>
                <a14:m>
                  <m:oMath xmlns:m="http://schemas.openxmlformats.org/officeDocument/2006/math">
                    <m:r>
                      <a:rPr lang="en-GB" i="1">
                        <a:solidFill>
                          <a:srgbClr val="7030A0"/>
                        </a:solidFill>
                        <a:latin typeface="Cambria Math" panose="02040503050406030204" pitchFamily="18" charset="0"/>
                        <a:ea typeface="Cambria Math" panose="02040503050406030204" pitchFamily="18" charset="0"/>
                      </a:rPr>
                      <m:t>𝛼</m:t>
                    </m:r>
                  </m:oMath>
                </a14:m>
                <a:r>
                  <a:rPr kumimoji="0" lang="en-GB" sz="1800" b="0" i="0" u="none" strike="noStrike" kern="1200" cap="none" spc="0" normalizeH="0" baseline="0" noProof="0" dirty="0">
                    <a:ln>
                      <a:noFill/>
                    </a:ln>
                    <a:solidFill>
                      <a:srgbClr val="7030A0"/>
                    </a:solidFill>
                    <a:effectLst/>
                    <a:uLnTx/>
                    <a:uFillTx/>
                    <a:latin typeface="Arial"/>
                    <a:ea typeface="+mn-ea"/>
                    <a:cs typeface="+mn-cs"/>
                  </a:rPr>
                  <a:t> Prior</a:t>
                </a:r>
                <a:endParaRPr lang="en-GB" dirty="0">
                  <a:solidFill>
                    <a:srgbClr val="7030A0"/>
                  </a:solidFill>
                </a:endParaRPr>
              </a:p>
            </p:txBody>
          </p:sp>
        </mc:Choice>
        <mc:Fallback xmlns="">
          <p:sp>
            <p:nvSpPr>
              <p:cNvPr id="19" name="TextBox 18">
                <a:extLst>
                  <a:ext uri="{FF2B5EF4-FFF2-40B4-BE49-F238E27FC236}">
                    <a16:creationId xmlns:a16="http://schemas.microsoft.com/office/drawing/2014/main" id="{085B8D1D-5706-5437-3BCE-74DBBB2E2B6D}"/>
                  </a:ext>
                </a:extLst>
              </p:cNvPr>
              <p:cNvSpPr txBox="1">
                <a:spLocks noRot="1" noChangeAspect="1" noMove="1" noResize="1" noEditPoints="1" noAdjustHandles="1" noChangeArrowheads="1" noChangeShapeType="1" noTextEdit="1"/>
              </p:cNvSpPr>
              <p:nvPr/>
            </p:nvSpPr>
            <p:spPr>
              <a:xfrm>
                <a:off x="1441201" y="1929103"/>
                <a:ext cx="921732" cy="646331"/>
              </a:xfrm>
              <a:prstGeom prst="rect">
                <a:avLst/>
              </a:prstGeom>
              <a:blipFill>
                <a:blip r:embed="rId9"/>
                <a:stretch>
                  <a:fillRect l="-5405" t="-3846" b="-13462"/>
                </a:stretch>
              </a:blipFill>
            </p:spPr>
            <p:txBody>
              <a:bodyPr/>
              <a:lstStyle/>
              <a:p>
                <a:r>
                  <a:rPr lang="en-GB">
                    <a:noFill/>
                  </a:rPr>
                  <a:t> </a:t>
                </a:r>
              </a:p>
            </p:txBody>
          </p:sp>
        </mc:Fallback>
      </mc:AlternateContent>
    </p:spTree>
    <p:extLst>
      <p:ext uri="{BB962C8B-B14F-4D97-AF65-F5344CB8AC3E}">
        <p14:creationId xmlns:p14="http://schemas.microsoft.com/office/powerpoint/2010/main" val="2238075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0A96B-6B9C-A054-CFC0-F66449457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EDC24-2AD7-5A32-9423-7D4EB17BAEA7}"/>
              </a:ext>
            </a:extLst>
          </p:cNvPr>
          <p:cNvSpPr>
            <a:spLocks noGrp="1"/>
          </p:cNvSpPr>
          <p:nvPr>
            <p:ph type="title"/>
          </p:nvPr>
        </p:nvSpPr>
        <p:spPr/>
        <p:txBody>
          <a:bodyPr/>
          <a:lstStyle/>
          <a:p>
            <a:r>
              <a:rPr lang="en-GB" dirty="0"/>
              <a:t>Prior as </a:t>
            </a:r>
            <a:r>
              <a:rPr lang="en-GB" dirty="0" err="1"/>
              <a:t>sparsifier</a:t>
            </a:r>
            <a:r>
              <a:rPr lang="en-GB" dirty="0"/>
              <a:t> – Hierarchical Prior</a:t>
            </a:r>
          </a:p>
        </p:txBody>
      </p:sp>
      <p:cxnSp>
        <p:nvCxnSpPr>
          <p:cNvPr id="3" name="Straight Arrow Connector 2">
            <a:extLst>
              <a:ext uri="{FF2B5EF4-FFF2-40B4-BE49-F238E27FC236}">
                <a16:creationId xmlns:a16="http://schemas.microsoft.com/office/drawing/2014/main" id="{6ADD782F-8DC1-AF25-7423-4EF9C47B6376}"/>
              </a:ext>
            </a:extLst>
          </p:cNvPr>
          <p:cNvCxnSpPr>
            <a:cxnSpLocks/>
          </p:cNvCxnSpPr>
          <p:nvPr/>
        </p:nvCxnSpPr>
        <p:spPr>
          <a:xfrm>
            <a:off x="147484" y="4155982"/>
            <a:ext cx="859727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84AF641-2FA1-053C-8590-7FB7B3557018}"/>
                  </a:ext>
                </a:extLst>
              </p:cNvPr>
              <p:cNvSpPr txBox="1"/>
              <p:nvPr/>
            </p:nvSpPr>
            <p:spPr>
              <a:xfrm>
                <a:off x="8327511" y="4315846"/>
                <a:ext cx="2690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𝜉</m:t>
                          </m:r>
                        </m:e>
                        <m:sub>
                          <m:r>
                            <a:rPr lang="en-GB" b="0" i="1" smtClean="0">
                              <a:latin typeface="Cambria Math" panose="02040503050406030204" pitchFamily="18" charset="0"/>
                            </a:rPr>
                            <m:t>1</m:t>
                          </m:r>
                        </m:sub>
                      </m:sSub>
                    </m:oMath>
                  </m:oMathPara>
                </a14:m>
                <a:endParaRPr lang="en-GB" dirty="0"/>
              </a:p>
            </p:txBody>
          </p:sp>
        </mc:Choice>
        <mc:Fallback xmlns="">
          <p:sp>
            <p:nvSpPr>
              <p:cNvPr id="4" name="TextBox 3">
                <a:extLst>
                  <a:ext uri="{FF2B5EF4-FFF2-40B4-BE49-F238E27FC236}">
                    <a16:creationId xmlns:a16="http://schemas.microsoft.com/office/drawing/2014/main" id="{A84AF641-2FA1-053C-8590-7FB7B3557018}"/>
                  </a:ext>
                </a:extLst>
              </p:cNvPr>
              <p:cNvSpPr txBox="1">
                <a:spLocks noRot="1" noChangeAspect="1" noMove="1" noResize="1" noEditPoints="1" noAdjustHandles="1" noChangeArrowheads="1" noChangeShapeType="1" noTextEdit="1"/>
              </p:cNvSpPr>
              <p:nvPr/>
            </p:nvSpPr>
            <p:spPr>
              <a:xfrm>
                <a:off x="8327511" y="4315846"/>
                <a:ext cx="269048" cy="276999"/>
              </a:xfrm>
              <a:prstGeom prst="rect">
                <a:avLst/>
              </a:prstGeom>
              <a:blipFill>
                <a:blip r:embed="rId3"/>
                <a:stretch>
                  <a:fillRect l="-27273" r="-4545" b="-3913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AA7DA561-C396-BEEB-EFB5-7DDACAB97531}"/>
              </a:ext>
            </a:extLst>
          </p:cNvPr>
          <p:cNvCxnSpPr>
            <a:cxnSpLocks/>
          </p:cNvCxnSpPr>
          <p:nvPr/>
        </p:nvCxnSpPr>
        <p:spPr>
          <a:xfrm flipV="1">
            <a:off x="2362933" y="1191363"/>
            <a:ext cx="0" cy="3828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Freeform 8">
            <a:extLst>
              <a:ext uri="{FF2B5EF4-FFF2-40B4-BE49-F238E27FC236}">
                <a16:creationId xmlns:a16="http://schemas.microsoft.com/office/drawing/2014/main" id="{B01B331B-3E94-57FA-5290-18227848C127}"/>
              </a:ext>
            </a:extLst>
          </p:cNvPr>
          <p:cNvSpPr/>
          <p:nvPr/>
        </p:nvSpPr>
        <p:spPr>
          <a:xfrm>
            <a:off x="231819" y="3103717"/>
            <a:ext cx="4584879" cy="1044634"/>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4879" h="1044634">
                <a:moveTo>
                  <a:pt x="0" y="1017525"/>
                </a:moveTo>
                <a:cubicBezTo>
                  <a:pt x="447540" y="1010012"/>
                  <a:pt x="766292" y="1013231"/>
                  <a:pt x="1043188" y="875856"/>
                </a:cubicBezTo>
                <a:cubicBezTo>
                  <a:pt x="1320084" y="738481"/>
                  <a:pt x="1483216" y="339237"/>
                  <a:pt x="1661374" y="193276"/>
                </a:cubicBezTo>
                <a:cubicBezTo>
                  <a:pt x="1839532" y="47315"/>
                  <a:pt x="1955442" y="2239"/>
                  <a:pt x="2112135" y="92"/>
                </a:cubicBezTo>
                <a:cubicBezTo>
                  <a:pt x="2268828" y="-2055"/>
                  <a:pt x="2386884" y="32290"/>
                  <a:pt x="2601532" y="180397"/>
                </a:cubicBezTo>
                <a:cubicBezTo>
                  <a:pt x="2816180" y="328504"/>
                  <a:pt x="3088783" y="755653"/>
                  <a:pt x="3400022" y="888735"/>
                </a:cubicBezTo>
                <a:cubicBezTo>
                  <a:pt x="3711261" y="1021817"/>
                  <a:pt x="4135191" y="1051867"/>
                  <a:pt x="4584879" y="1043281"/>
                </a:cubicBezTo>
              </a:path>
            </a:pathLst>
          </a:cu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Freeform 9">
            <a:extLst>
              <a:ext uri="{FF2B5EF4-FFF2-40B4-BE49-F238E27FC236}">
                <a16:creationId xmlns:a16="http://schemas.microsoft.com/office/drawing/2014/main" id="{B9AC3F58-4098-1943-AA20-FF14B41A48CA}"/>
              </a:ext>
            </a:extLst>
          </p:cNvPr>
          <p:cNvSpPr/>
          <p:nvPr/>
        </p:nvSpPr>
        <p:spPr>
          <a:xfrm>
            <a:off x="1970469" y="1496027"/>
            <a:ext cx="787757" cy="2660766"/>
          </a:xfrm>
          <a:custGeom>
            <a:avLst/>
            <a:gdLst>
              <a:gd name="csX0" fmla="*/ 0 w 4610636"/>
              <a:gd name="csY0" fmla="*/ 875830 h 1008846"/>
              <a:gd name="csX1" fmla="*/ 1043188 w 4610636"/>
              <a:gd name="csY1" fmla="*/ 875830 h 1008846"/>
              <a:gd name="csX2" fmla="*/ 1661374 w 4610636"/>
              <a:gd name="csY2" fmla="*/ 193250 h 1008846"/>
              <a:gd name="csX3" fmla="*/ 2112135 w 4610636"/>
              <a:gd name="csY3" fmla="*/ 66 h 1008846"/>
              <a:gd name="csX4" fmla="*/ 2743200 w 4610636"/>
              <a:gd name="csY4" fmla="*/ 206128 h 1008846"/>
              <a:gd name="csX5" fmla="*/ 3400022 w 4610636"/>
              <a:gd name="csY5" fmla="*/ 888709 h 1008846"/>
              <a:gd name="csX6" fmla="*/ 4610636 w 4610636"/>
              <a:gd name="csY6" fmla="*/ 1004619 h 1008846"/>
              <a:gd name="csX0" fmla="*/ 0 w 4623515"/>
              <a:gd name="csY0" fmla="*/ 1030377 h 1049935"/>
              <a:gd name="csX1" fmla="*/ 1056067 w 4623515"/>
              <a:gd name="csY1" fmla="*/ 875830 h 1049935"/>
              <a:gd name="csX2" fmla="*/ 1674253 w 4623515"/>
              <a:gd name="csY2" fmla="*/ 193250 h 1049935"/>
              <a:gd name="csX3" fmla="*/ 2125014 w 4623515"/>
              <a:gd name="csY3" fmla="*/ 66 h 1049935"/>
              <a:gd name="csX4" fmla="*/ 2756079 w 4623515"/>
              <a:gd name="csY4" fmla="*/ 206128 h 1049935"/>
              <a:gd name="csX5" fmla="*/ 3412901 w 4623515"/>
              <a:gd name="csY5" fmla="*/ 888709 h 1049935"/>
              <a:gd name="csX6" fmla="*/ 4623515 w 4623515"/>
              <a:gd name="csY6" fmla="*/ 1004619 h 1049935"/>
              <a:gd name="csX0" fmla="*/ 0 w 4610636"/>
              <a:gd name="csY0" fmla="*/ 1017499 h 1038679"/>
              <a:gd name="csX1" fmla="*/ 1043188 w 4610636"/>
              <a:gd name="csY1" fmla="*/ 875830 h 1038679"/>
              <a:gd name="csX2" fmla="*/ 1661374 w 4610636"/>
              <a:gd name="csY2" fmla="*/ 193250 h 1038679"/>
              <a:gd name="csX3" fmla="*/ 2112135 w 4610636"/>
              <a:gd name="csY3" fmla="*/ 66 h 1038679"/>
              <a:gd name="csX4" fmla="*/ 2743200 w 4610636"/>
              <a:gd name="csY4" fmla="*/ 206128 h 1038679"/>
              <a:gd name="csX5" fmla="*/ 3400022 w 4610636"/>
              <a:gd name="csY5" fmla="*/ 888709 h 1038679"/>
              <a:gd name="csX6" fmla="*/ 4610636 w 4610636"/>
              <a:gd name="csY6" fmla="*/ 1004619 h 1038679"/>
              <a:gd name="csX0" fmla="*/ 0 w 4610636"/>
              <a:gd name="csY0" fmla="*/ 1017499 h 1017499"/>
              <a:gd name="csX1" fmla="*/ 1043188 w 4610636"/>
              <a:gd name="csY1" fmla="*/ 875830 h 1017499"/>
              <a:gd name="csX2" fmla="*/ 1661374 w 4610636"/>
              <a:gd name="csY2" fmla="*/ 193250 h 1017499"/>
              <a:gd name="csX3" fmla="*/ 2112135 w 4610636"/>
              <a:gd name="csY3" fmla="*/ 66 h 1017499"/>
              <a:gd name="csX4" fmla="*/ 2743200 w 4610636"/>
              <a:gd name="csY4" fmla="*/ 206128 h 1017499"/>
              <a:gd name="csX5" fmla="*/ 3400022 w 4610636"/>
              <a:gd name="csY5" fmla="*/ 888709 h 1017499"/>
              <a:gd name="csX6" fmla="*/ 4610636 w 4610636"/>
              <a:gd name="csY6" fmla="*/ 1004619 h 1017499"/>
              <a:gd name="csX0" fmla="*/ 0 w 4584879"/>
              <a:gd name="csY0" fmla="*/ 1017499 h 1044608"/>
              <a:gd name="csX1" fmla="*/ 1043188 w 4584879"/>
              <a:gd name="csY1" fmla="*/ 875830 h 1044608"/>
              <a:gd name="csX2" fmla="*/ 1661374 w 4584879"/>
              <a:gd name="csY2" fmla="*/ 193250 h 1044608"/>
              <a:gd name="csX3" fmla="*/ 2112135 w 4584879"/>
              <a:gd name="csY3" fmla="*/ 66 h 1044608"/>
              <a:gd name="csX4" fmla="*/ 2743200 w 4584879"/>
              <a:gd name="csY4" fmla="*/ 206128 h 1044608"/>
              <a:gd name="csX5" fmla="*/ 3400022 w 4584879"/>
              <a:gd name="csY5" fmla="*/ 888709 h 1044608"/>
              <a:gd name="csX6" fmla="*/ 4584879 w 4584879"/>
              <a:gd name="csY6" fmla="*/ 1043255 h 1044608"/>
              <a:gd name="csX0" fmla="*/ 0 w 4584879"/>
              <a:gd name="csY0" fmla="*/ 1017525 h 1044634"/>
              <a:gd name="csX1" fmla="*/ 1043188 w 4584879"/>
              <a:gd name="csY1" fmla="*/ 875856 h 1044634"/>
              <a:gd name="csX2" fmla="*/ 1661374 w 4584879"/>
              <a:gd name="csY2" fmla="*/ 193276 h 1044634"/>
              <a:gd name="csX3" fmla="*/ 2112135 w 4584879"/>
              <a:gd name="csY3" fmla="*/ 92 h 1044634"/>
              <a:gd name="csX4" fmla="*/ 2601532 w 4584879"/>
              <a:gd name="csY4" fmla="*/ 180397 h 1044634"/>
              <a:gd name="csX5" fmla="*/ 3400022 w 4584879"/>
              <a:gd name="csY5" fmla="*/ 888735 h 1044634"/>
              <a:gd name="csX6" fmla="*/ 4584879 w 4584879"/>
              <a:gd name="csY6" fmla="*/ 1043281 h 1044634"/>
              <a:gd name="csX0" fmla="*/ 0 w 4739856"/>
              <a:gd name="csY0" fmla="*/ 1047959 h 1047959"/>
              <a:gd name="csX1" fmla="*/ 1198165 w 4739856"/>
              <a:gd name="csY1" fmla="*/ 875856 h 1047959"/>
              <a:gd name="csX2" fmla="*/ 1816351 w 4739856"/>
              <a:gd name="csY2" fmla="*/ 193276 h 1047959"/>
              <a:gd name="csX3" fmla="*/ 2267112 w 4739856"/>
              <a:gd name="csY3" fmla="*/ 92 h 1047959"/>
              <a:gd name="csX4" fmla="*/ 2756509 w 4739856"/>
              <a:gd name="csY4" fmla="*/ 180397 h 1047959"/>
              <a:gd name="csX5" fmla="*/ 3554999 w 4739856"/>
              <a:gd name="csY5" fmla="*/ 888735 h 1047959"/>
              <a:gd name="csX6" fmla="*/ 4739856 w 4739856"/>
              <a:gd name="csY6" fmla="*/ 1043281 h 1047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739856" h="1047959">
                <a:moveTo>
                  <a:pt x="0" y="1047959"/>
                </a:moveTo>
                <a:cubicBezTo>
                  <a:pt x="447540" y="1040446"/>
                  <a:pt x="895440" y="1018303"/>
                  <a:pt x="1198165" y="875856"/>
                </a:cubicBezTo>
                <a:cubicBezTo>
                  <a:pt x="1500890" y="733409"/>
                  <a:pt x="1638193" y="339237"/>
                  <a:pt x="1816351" y="193276"/>
                </a:cubicBezTo>
                <a:cubicBezTo>
                  <a:pt x="1994509" y="47315"/>
                  <a:pt x="2110419" y="2239"/>
                  <a:pt x="2267112" y="92"/>
                </a:cubicBezTo>
                <a:cubicBezTo>
                  <a:pt x="2423805" y="-2055"/>
                  <a:pt x="2541861" y="32290"/>
                  <a:pt x="2756509" y="180397"/>
                </a:cubicBezTo>
                <a:cubicBezTo>
                  <a:pt x="2971157" y="328504"/>
                  <a:pt x="3243760" y="755653"/>
                  <a:pt x="3554999" y="888735"/>
                </a:cubicBezTo>
                <a:cubicBezTo>
                  <a:pt x="3866238" y="1021817"/>
                  <a:pt x="4290168" y="1051867"/>
                  <a:pt x="4739856" y="1043281"/>
                </a:cubicBezTo>
              </a:path>
            </a:pathLst>
          </a:cu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5124AE12-90D9-407A-1655-2EF5510CF553}"/>
              </a:ext>
            </a:extLst>
          </p:cNvPr>
          <p:cNvSpPr txBox="1"/>
          <p:nvPr/>
        </p:nvSpPr>
        <p:spPr>
          <a:xfrm>
            <a:off x="2073500" y="4163614"/>
            <a:ext cx="441693" cy="369332"/>
          </a:xfrm>
          <a:prstGeom prst="rect">
            <a:avLst/>
          </a:prstGeom>
          <a:noFill/>
        </p:spPr>
        <p:txBody>
          <a:bodyPr wrap="square" rtlCol="0">
            <a:spAutoFit/>
          </a:bodyPr>
          <a:lstStyle/>
          <a:p>
            <a:r>
              <a:rPr lang="en-GB" dirty="0"/>
              <a:t>0</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A9A8C69-7AEE-75FD-9EB4-35342D80BF07}"/>
                  </a:ext>
                </a:extLst>
              </p:cNvPr>
              <p:cNvSpPr txBox="1"/>
              <p:nvPr/>
            </p:nvSpPr>
            <p:spPr>
              <a:xfrm>
                <a:off x="4695905" y="913440"/>
                <a:ext cx="4170325"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0" u="sng" dirty="0">
                    <a:solidFill>
                      <a:srgbClr val="FF0000"/>
                    </a:solidFill>
                  </a:rPr>
                  <a:t>Normal-</a:t>
                </a:r>
                <a:r>
                  <a:rPr lang="en-GB" sz="2000" b="0" u="sng" dirty="0" err="1">
                    <a:solidFill>
                      <a:srgbClr val="FF0000"/>
                    </a:solidFill>
                  </a:rPr>
                  <a:t>InverseGamma</a:t>
                </a:r>
                <a:r>
                  <a:rPr lang="en-GB" sz="2000" u="sng" dirty="0">
                    <a:solidFill>
                      <a:srgbClr val="FF0000"/>
                    </a:solidFill>
                  </a:rPr>
                  <a:t> Prior:</a:t>
                </a:r>
                <a:endParaRPr lang="en-GB" sz="2000" b="0" u="sng" dirty="0">
                  <a:solidFill>
                    <a:srgbClr val="FF0000"/>
                  </a:solidFill>
                </a:endParaRPr>
              </a:p>
              <a:p>
                <a:pPr lvl="0">
                  <a:defRPr/>
                </a:pPr>
                <a14:m>
                  <m:oMathPara xmlns:m="http://schemas.openxmlformats.org/officeDocument/2006/math">
                    <m:oMathParaPr>
                      <m:jc m:val="centerGroup"/>
                    </m:oMathParaPr>
                    <m:oMath xmlns:m="http://schemas.openxmlformats.org/officeDocument/2006/math">
                      <m:r>
                        <a:rPr lang="en-GB" sz="2000" b="0" i="1" smtClean="0">
                          <a:solidFill>
                            <a:srgbClr val="FF0000"/>
                          </a:solidFill>
                          <a:latin typeface="Cambria Math" panose="02040503050406030204" pitchFamily="18" charset="0"/>
                        </a:rPr>
                        <m:t>𝜉</m:t>
                      </m:r>
                      <m:r>
                        <a:rPr lang="en-GB" sz="2000" b="0" i="1" smtClean="0">
                          <a:solidFill>
                            <a:srgbClr val="FF0000"/>
                          </a:solidFill>
                          <a:latin typeface="Cambria Math" panose="02040503050406030204" pitchFamily="18" charset="0"/>
                        </a:rPr>
                        <m:t>|</m:t>
                      </m:r>
                      <m:r>
                        <a:rPr lang="en-GB" sz="2000" i="1">
                          <a:solidFill>
                            <a:srgbClr val="FF0000"/>
                          </a:solidFill>
                          <a:latin typeface="Cambria Math" panose="02040503050406030204" pitchFamily="18" charset="0"/>
                          <a:ea typeface="Cambria Math" panose="02040503050406030204" pitchFamily="18" charset="0"/>
                        </a:rPr>
                        <m:t>𝛼</m:t>
                      </m:r>
                      <m:r>
                        <a:rPr lang="en-GB" sz="2000" b="0" i="1" smtClean="0">
                          <a:solidFill>
                            <a:srgbClr val="FF0000"/>
                          </a:solidFill>
                          <a:latin typeface="Cambria Math" panose="02040503050406030204" pitchFamily="18" charset="0"/>
                          <a:ea typeface="Cambria Math" panose="02040503050406030204" pitchFamily="18" charset="0"/>
                        </a:rPr>
                        <m:t> </m:t>
                      </m:r>
                      <m:r>
                        <a:rPr lang="en-GB" sz="2000" b="0" i="1" smtClean="0">
                          <a:solidFill>
                            <a:srgbClr val="FF0000"/>
                          </a:solidFill>
                          <a:latin typeface="Cambria Math" panose="02040503050406030204" pitchFamily="18" charset="0"/>
                        </a:rPr>
                        <m:t>~ </m:t>
                      </m:r>
                      <m:r>
                        <a:rPr lang="en-GB" sz="2000" b="0" i="1" smtClean="0">
                          <a:solidFill>
                            <a:srgbClr val="FF0000"/>
                          </a:solidFill>
                          <a:latin typeface="Cambria Math" panose="02040503050406030204" pitchFamily="18" charset="0"/>
                          <a:ea typeface="Cambria Math" panose="02040503050406030204" pitchFamily="18" charset="0"/>
                        </a:rPr>
                        <m:t>𝒩</m:t>
                      </m:r>
                      <m:d>
                        <m:dPr>
                          <m:ctrlPr>
                            <a:rPr lang="en-GB" sz="2000" b="0" i="1" smtClean="0">
                              <a:solidFill>
                                <a:srgbClr val="FF0000"/>
                              </a:solidFill>
                              <a:latin typeface="Cambria Math" panose="02040503050406030204" pitchFamily="18" charset="0"/>
                              <a:ea typeface="Cambria Math" panose="02040503050406030204" pitchFamily="18" charset="0"/>
                            </a:rPr>
                          </m:ctrlPr>
                        </m:dPr>
                        <m:e>
                          <m:r>
                            <a:rPr lang="en-GB" sz="2000" b="0" i="1" smtClean="0">
                              <a:solidFill>
                                <a:srgbClr val="FF0000"/>
                              </a:solidFill>
                              <a:latin typeface="Cambria Math" panose="02040503050406030204" pitchFamily="18" charset="0"/>
                              <a:ea typeface="Cambria Math" panose="02040503050406030204" pitchFamily="18" charset="0"/>
                            </a:rPr>
                            <m:t>0,</m:t>
                          </m:r>
                          <m:sSup>
                            <m:sSupPr>
                              <m:ctrlPr>
                                <a:rPr lang="en-GB" sz="2000" b="0" i="1" smtClean="0">
                                  <a:solidFill>
                                    <a:srgbClr val="FF0000"/>
                                  </a:solidFill>
                                  <a:latin typeface="Cambria Math" panose="02040503050406030204" pitchFamily="18" charset="0"/>
                                  <a:ea typeface="Cambria Math" panose="02040503050406030204" pitchFamily="18" charset="0"/>
                                </a:rPr>
                              </m:ctrlPr>
                            </m:sSupPr>
                            <m:e>
                              <m:r>
                                <a:rPr lang="en-GB" sz="2000" b="0" i="1" smtClean="0">
                                  <a:solidFill>
                                    <a:srgbClr val="FF0000"/>
                                  </a:solidFill>
                                  <a:latin typeface="Cambria Math" panose="02040503050406030204" pitchFamily="18" charset="0"/>
                                  <a:ea typeface="Cambria Math" panose="02040503050406030204" pitchFamily="18" charset="0"/>
                                </a:rPr>
                                <m:t>𝑑𝑖𝑎𝑔</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𝛼</m:t>
                              </m:r>
                            </m:e>
                            <m:sup>
                              <m:r>
                                <a:rPr lang="en-GB" sz="2000" b="0" i="1" smtClean="0">
                                  <a:solidFill>
                                    <a:srgbClr val="FF0000"/>
                                  </a:solidFill>
                                  <a:latin typeface="Cambria Math" panose="02040503050406030204" pitchFamily="18" charset="0"/>
                                  <a:ea typeface="Cambria Math" panose="02040503050406030204" pitchFamily="18" charset="0"/>
                                </a:rPr>
                                <m:t>−1</m:t>
                              </m:r>
                            </m:sup>
                          </m:sSup>
                          <m:r>
                            <a:rPr lang="en-GB" sz="2000" b="0" i="1" smtClean="0">
                              <a:solidFill>
                                <a:srgbClr val="FF0000"/>
                              </a:solidFill>
                              <a:latin typeface="Cambria Math" panose="02040503050406030204" pitchFamily="18" charset="0"/>
                              <a:ea typeface="Cambria Math" panose="02040503050406030204" pitchFamily="18" charset="0"/>
                            </a:rPr>
                            <m:t>)</m:t>
                          </m:r>
                        </m:e>
                      </m:d>
                    </m:oMath>
                  </m:oMathPara>
                </a14:m>
                <a:endParaRPr lang="en-GB" sz="2000" b="0" i="1" dirty="0">
                  <a:solidFill>
                    <a:srgbClr val="FF0000"/>
                  </a:solidFill>
                  <a:latin typeface="Cambria Math" panose="02040503050406030204" pitchFamily="18" charset="0"/>
                  <a:ea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GB" sz="2000" i="1">
                          <a:solidFill>
                            <a:srgbClr val="FF0000"/>
                          </a:solidFill>
                          <a:latin typeface="Cambria Math" panose="02040503050406030204" pitchFamily="18" charset="0"/>
                          <a:ea typeface="Cambria Math" panose="02040503050406030204" pitchFamily="18" charset="0"/>
                        </a:rPr>
                        <m:t>𝛼</m:t>
                      </m:r>
                      <m:r>
                        <a:rPr lang="en-GB" sz="2000" b="0" i="1" smtClean="0">
                          <a:solidFill>
                            <a:srgbClr val="FF0000"/>
                          </a:solidFill>
                          <a:latin typeface="Cambria Math" panose="02040503050406030204" pitchFamily="18" charset="0"/>
                          <a:ea typeface="Cambria Math" panose="02040503050406030204" pitchFamily="18" charset="0"/>
                        </a:rPr>
                        <m:t> ~ </m:t>
                      </m:r>
                      <m:r>
                        <a:rPr lang="en-GB" sz="2000" b="0" i="1" smtClean="0">
                          <a:solidFill>
                            <a:srgbClr val="FF0000"/>
                          </a:solidFill>
                          <a:latin typeface="Cambria Math" panose="02040503050406030204" pitchFamily="18" charset="0"/>
                          <a:ea typeface="Cambria Math" panose="02040503050406030204" pitchFamily="18" charset="0"/>
                        </a:rPr>
                        <m:t>𝐺𝑎𝑚𝑚𝑎</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𝑘</m:t>
                      </m:r>
                      <m:r>
                        <a:rPr lang="en-GB" sz="2000" b="0" i="1" smtClean="0">
                          <a:solidFill>
                            <a:srgbClr val="FF0000"/>
                          </a:solidFill>
                          <a:latin typeface="Cambria Math" panose="02040503050406030204" pitchFamily="18" charset="0"/>
                          <a:ea typeface="Cambria Math" panose="02040503050406030204" pitchFamily="18" charset="0"/>
                        </a:rPr>
                        <m:t>,</m:t>
                      </m:r>
                      <m:r>
                        <a:rPr lang="en-GB" sz="2000" b="0" i="1" smtClean="0">
                          <a:solidFill>
                            <a:srgbClr val="FF0000"/>
                          </a:solidFill>
                          <a:latin typeface="Cambria Math" panose="02040503050406030204" pitchFamily="18" charset="0"/>
                          <a:ea typeface="Cambria Math" panose="02040503050406030204" pitchFamily="18" charset="0"/>
                        </a:rPr>
                        <m:t>𝜃</m:t>
                      </m:r>
                      <m:r>
                        <a:rPr lang="en-GB" sz="2000" b="0" i="1" smtClean="0">
                          <a:solidFill>
                            <a:srgbClr val="FF0000"/>
                          </a:solidFill>
                          <a:latin typeface="Cambria Math" panose="02040503050406030204" pitchFamily="18" charset="0"/>
                          <a:ea typeface="Cambria Math" panose="02040503050406030204" pitchFamily="18" charset="0"/>
                        </a:rPr>
                        <m:t>)</m:t>
                      </m:r>
                    </m:oMath>
                  </m:oMathPara>
                </a14:m>
                <a:endParaRPr lang="en-GB" sz="2000" dirty="0"/>
              </a:p>
            </p:txBody>
          </p:sp>
        </mc:Choice>
        <mc:Fallback xmlns="">
          <p:sp>
            <p:nvSpPr>
              <p:cNvPr id="13" name="TextBox 12">
                <a:extLst>
                  <a:ext uri="{FF2B5EF4-FFF2-40B4-BE49-F238E27FC236}">
                    <a16:creationId xmlns:a16="http://schemas.microsoft.com/office/drawing/2014/main" id="{AA9A8C69-7AEE-75FD-9EB4-35342D80BF07}"/>
                  </a:ext>
                </a:extLst>
              </p:cNvPr>
              <p:cNvSpPr txBox="1">
                <a:spLocks noRot="1" noChangeAspect="1" noMove="1" noResize="1" noEditPoints="1" noAdjustHandles="1" noChangeArrowheads="1" noChangeShapeType="1" noTextEdit="1"/>
              </p:cNvSpPr>
              <p:nvPr/>
            </p:nvSpPr>
            <p:spPr>
              <a:xfrm>
                <a:off x="4695905" y="913440"/>
                <a:ext cx="4170325" cy="1015663"/>
              </a:xfrm>
              <a:prstGeom prst="rect">
                <a:avLst/>
              </a:prstGeom>
              <a:blipFill>
                <a:blip r:embed="rId4"/>
                <a:stretch>
                  <a:fillRect l="-1520" t="-3750" b="-7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1EBE7D8-4FBE-DC17-C9FC-81B5434F0129}"/>
                  </a:ext>
                </a:extLst>
              </p:cNvPr>
              <p:cNvSpPr txBox="1"/>
              <p:nvPr/>
            </p:nvSpPr>
            <p:spPr>
              <a:xfrm>
                <a:off x="784103" y="3179260"/>
                <a:ext cx="921732" cy="646331"/>
              </a:xfrm>
              <a:prstGeom prst="rect">
                <a:avLst/>
              </a:prstGeom>
              <a:noFill/>
            </p:spPr>
            <p:txBody>
              <a:bodyPr wrap="square">
                <a:spAutoFit/>
              </a:bodyPr>
              <a:lstStyle/>
              <a:p>
                <a:r>
                  <a:rPr kumimoji="0" lang="en-GB" sz="1800" b="0" i="0" u="none" strike="noStrike" kern="1200" cap="none" spc="0" normalizeH="0" baseline="0" noProof="0" dirty="0">
                    <a:ln>
                      <a:noFill/>
                    </a:ln>
                    <a:solidFill>
                      <a:srgbClr val="FF0000"/>
                    </a:solidFill>
                    <a:effectLst/>
                    <a:uLnTx/>
                    <a:uFillTx/>
                    <a:latin typeface="Arial"/>
                    <a:ea typeface="+mn-ea"/>
                    <a:cs typeface="+mn-cs"/>
                  </a:rPr>
                  <a:t>Low</a:t>
                </a:r>
                <a:r>
                  <a:rPr lang="en-GB" dirty="0">
                    <a:solidFill>
                      <a:srgbClr val="FF0000"/>
                    </a:solidFill>
                    <a:ea typeface="Cambria Math" panose="02040503050406030204" pitchFamily="18" charset="0"/>
                  </a:rPr>
                  <a:t> </a:t>
                </a:r>
                <a14:m>
                  <m:oMath xmlns:m="http://schemas.openxmlformats.org/officeDocument/2006/math">
                    <m:r>
                      <a:rPr lang="en-GB" i="1">
                        <a:solidFill>
                          <a:srgbClr val="FF0000"/>
                        </a:solidFill>
                        <a:latin typeface="Cambria Math" panose="02040503050406030204" pitchFamily="18" charset="0"/>
                        <a:ea typeface="Cambria Math" panose="02040503050406030204" pitchFamily="18" charset="0"/>
                      </a:rPr>
                      <m:t>𝛼</m:t>
                    </m:r>
                  </m:oMath>
                </a14:m>
                <a:r>
                  <a:rPr kumimoji="0" lang="en-GB" sz="1800" b="0" i="0" u="none" strike="noStrike" kern="1200" cap="none" spc="0" normalizeH="0" baseline="0" noProof="0" dirty="0">
                    <a:ln>
                      <a:noFill/>
                    </a:ln>
                    <a:solidFill>
                      <a:srgbClr val="FF0000"/>
                    </a:solidFill>
                    <a:effectLst/>
                    <a:uLnTx/>
                    <a:uFillTx/>
                    <a:latin typeface="Arial"/>
                    <a:ea typeface="+mn-ea"/>
                    <a:cs typeface="+mn-cs"/>
                  </a:rPr>
                  <a:t> Prior</a:t>
                </a:r>
                <a:endParaRPr lang="en-GB" dirty="0"/>
              </a:p>
            </p:txBody>
          </p:sp>
        </mc:Choice>
        <mc:Fallback xmlns="">
          <p:sp>
            <p:nvSpPr>
              <p:cNvPr id="18" name="TextBox 17">
                <a:extLst>
                  <a:ext uri="{FF2B5EF4-FFF2-40B4-BE49-F238E27FC236}">
                    <a16:creationId xmlns:a16="http://schemas.microsoft.com/office/drawing/2014/main" id="{B1EBE7D8-4FBE-DC17-C9FC-81B5434F0129}"/>
                  </a:ext>
                </a:extLst>
              </p:cNvPr>
              <p:cNvSpPr txBox="1">
                <a:spLocks noRot="1" noChangeAspect="1" noMove="1" noResize="1" noEditPoints="1" noAdjustHandles="1" noChangeArrowheads="1" noChangeShapeType="1" noTextEdit="1"/>
              </p:cNvSpPr>
              <p:nvPr/>
            </p:nvSpPr>
            <p:spPr>
              <a:xfrm>
                <a:off x="784103" y="3179260"/>
                <a:ext cx="921732" cy="646331"/>
              </a:xfrm>
              <a:prstGeom prst="rect">
                <a:avLst/>
              </a:prstGeom>
              <a:blipFill>
                <a:blip r:embed="rId5"/>
                <a:stretch>
                  <a:fillRect l="-5405" t="-3846" b="-13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7D5E805-2E62-0616-ADFC-06873F9D0E83}"/>
                  </a:ext>
                </a:extLst>
              </p:cNvPr>
              <p:cNvSpPr txBox="1"/>
              <p:nvPr/>
            </p:nvSpPr>
            <p:spPr>
              <a:xfrm>
                <a:off x="1441201" y="1929103"/>
                <a:ext cx="921732" cy="646331"/>
              </a:xfrm>
              <a:prstGeom prst="rect">
                <a:avLst/>
              </a:prstGeom>
              <a:noFill/>
            </p:spPr>
            <p:txBody>
              <a:bodyPr wrap="square">
                <a:spAutoFit/>
              </a:bodyPr>
              <a:lstStyle/>
              <a:p>
                <a:r>
                  <a:rPr kumimoji="0" lang="en-GB" sz="1800" b="0" i="0" u="none" strike="noStrike" kern="1200" cap="none" spc="0" normalizeH="0" baseline="0" noProof="0" dirty="0">
                    <a:ln>
                      <a:noFill/>
                    </a:ln>
                    <a:solidFill>
                      <a:srgbClr val="7030A0"/>
                    </a:solidFill>
                    <a:effectLst/>
                    <a:uLnTx/>
                    <a:uFillTx/>
                    <a:latin typeface="Arial"/>
                    <a:ea typeface="+mn-ea"/>
                    <a:cs typeface="+mn-cs"/>
                  </a:rPr>
                  <a:t>High </a:t>
                </a:r>
                <a14:m>
                  <m:oMath xmlns:m="http://schemas.openxmlformats.org/officeDocument/2006/math">
                    <m:r>
                      <a:rPr lang="en-GB" i="1">
                        <a:solidFill>
                          <a:srgbClr val="7030A0"/>
                        </a:solidFill>
                        <a:latin typeface="Cambria Math" panose="02040503050406030204" pitchFamily="18" charset="0"/>
                        <a:ea typeface="Cambria Math" panose="02040503050406030204" pitchFamily="18" charset="0"/>
                      </a:rPr>
                      <m:t>𝛼</m:t>
                    </m:r>
                  </m:oMath>
                </a14:m>
                <a:r>
                  <a:rPr kumimoji="0" lang="en-GB" sz="1800" b="0" i="0" u="none" strike="noStrike" kern="1200" cap="none" spc="0" normalizeH="0" baseline="0" noProof="0" dirty="0">
                    <a:ln>
                      <a:noFill/>
                    </a:ln>
                    <a:solidFill>
                      <a:srgbClr val="7030A0"/>
                    </a:solidFill>
                    <a:effectLst/>
                    <a:uLnTx/>
                    <a:uFillTx/>
                    <a:latin typeface="Arial"/>
                    <a:ea typeface="+mn-ea"/>
                    <a:cs typeface="+mn-cs"/>
                  </a:rPr>
                  <a:t> Prior</a:t>
                </a:r>
                <a:endParaRPr lang="en-GB" dirty="0">
                  <a:solidFill>
                    <a:srgbClr val="7030A0"/>
                  </a:solidFill>
                </a:endParaRPr>
              </a:p>
            </p:txBody>
          </p:sp>
        </mc:Choice>
        <mc:Fallback xmlns="">
          <p:sp>
            <p:nvSpPr>
              <p:cNvPr id="19" name="TextBox 18">
                <a:extLst>
                  <a:ext uri="{FF2B5EF4-FFF2-40B4-BE49-F238E27FC236}">
                    <a16:creationId xmlns:a16="http://schemas.microsoft.com/office/drawing/2014/main" id="{47D5E805-2E62-0616-ADFC-06873F9D0E83}"/>
                  </a:ext>
                </a:extLst>
              </p:cNvPr>
              <p:cNvSpPr txBox="1">
                <a:spLocks noRot="1" noChangeAspect="1" noMove="1" noResize="1" noEditPoints="1" noAdjustHandles="1" noChangeArrowheads="1" noChangeShapeType="1" noTextEdit="1"/>
              </p:cNvSpPr>
              <p:nvPr/>
            </p:nvSpPr>
            <p:spPr>
              <a:xfrm>
                <a:off x="1441201" y="1929103"/>
                <a:ext cx="921732" cy="646331"/>
              </a:xfrm>
              <a:prstGeom prst="rect">
                <a:avLst/>
              </a:prstGeom>
              <a:blipFill>
                <a:blip r:embed="rId6"/>
                <a:stretch>
                  <a:fillRect l="-5405" t="-3846" b="-13462"/>
                </a:stretch>
              </a:blipFill>
            </p:spPr>
            <p:txBody>
              <a:bodyPr/>
              <a:lstStyle/>
              <a:p>
                <a:r>
                  <a:rPr lang="en-GB">
                    <a:noFill/>
                  </a:rPr>
                  <a:t> </a:t>
                </a:r>
              </a:p>
            </p:txBody>
          </p:sp>
        </mc:Fallback>
      </mc:AlternateContent>
      <p:pic>
        <p:nvPicPr>
          <p:cNvPr id="11" name="Picture 10" descr="A blue and white cross&#10;&#10;AI-generated content may be incorrect.">
            <a:extLst>
              <a:ext uri="{FF2B5EF4-FFF2-40B4-BE49-F238E27FC236}">
                <a16:creationId xmlns:a16="http://schemas.microsoft.com/office/drawing/2014/main" id="{36FEDB11-F801-784F-E166-A80FC1D0CFB5}"/>
              </a:ext>
            </a:extLst>
          </p:cNvPr>
          <p:cNvPicPr>
            <a:picLocks noChangeAspect="1"/>
          </p:cNvPicPr>
          <p:nvPr/>
        </p:nvPicPr>
        <p:blipFill>
          <a:blip r:embed="rId7"/>
          <a:stretch>
            <a:fillRect/>
          </a:stretch>
        </p:blipFill>
        <p:spPr>
          <a:xfrm>
            <a:off x="7666832" y="2575405"/>
            <a:ext cx="1321357" cy="1277986"/>
          </a:xfrm>
          <a:prstGeom prst="rect">
            <a:avLst/>
          </a:prstGeom>
        </p:spPr>
      </p:pic>
      <p:cxnSp>
        <p:nvCxnSpPr>
          <p:cNvPr id="20" name="Straight Arrow Connector 19">
            <a:extLst>
              <a:ext uri="{FF2B5EF4-FFF2-40B4-BE49-F238E27FC236}">
                <a16:creationId xmlns:a16="http://schemas.microsoft.com/office/drawing/2014/main" id="{2E1AB449-F72E-6CC9-4B68-021F38D53B79}"/>
              </a:ext>
            </a:extLst>
          </p:cNvPr>
          <p:cNvCxnSpPr/>
          <p:nvPr/>
        </p:nvCxnSpPr>
        <p:spPr>
          <a:xfrm>
            <a:off x="5151549" y="1929103"/>
            <a:ext cx="0" cy="897307"/>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A6E465B-F110-ED6E-9877-EE4F0CD55017}"/>
                  </a:ext>
                </a:extLst>
              </p:cNvPr>
              <p:cNvSpPr txBox="1"/>
              <p:nvPr/>
            </p:nvSpPr>
            <p:spPr>
              <a:xfrm>
                <a:off x="5607194" y="2108062"/>
                <a:ext cx="1796966" cy="7264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i="1" smtClean="0">
                              <a:latin typeface="Cambria Math" panose="02040503050406030204" pitchFamily="18" charset="0"/>
                            </a:rPr>
                          </m:ctrlPr>
                        </m:naryPr>
                        <m:sub/>
                        <m:sup/>
                        <m:e>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𝜉</m:t>
                              </m:r>
                            </m:e>
                            <m:e>
                              <m:r>
                                <a:rPr lang="en-GB" b="0" i="1" smtClean="0">
                                  <a:latin typeface="Cambria Math" panose="02040503050406030204" pitchFamily="18" charset="0"/>
                                </a:rPr>
                                <m:t>𝛼</m:t>
                              </m:r>
                            </m:e>
                          </m:d>
                          <m:r>
                            <a:rPr lang="en-GB" b="0" i="1" smtClean="0">
                              <a:latin typeface="Cambria Math" panose="02040503050406030204" pitchFamily="18" charset="0"/>
                            </a:rPr>
                            <m:t> </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𝛼</m:t>
                              </m:r>
                            </m:e>
                          </m:d>
                          <m:r>
                            <a:rPr lang="en-GB" b="0" i="1" smtClean="0">
                              <a:latin typeface="Cambria Math" panose="02040503050406030204" pitchFamily="18" charset="0"/>
                            </a:rPr>
                            <m:t> </m:t>
                          </m:r>
                          <m:r>
                            <a:rPr lang="en-GB" b="0" i="1" smtClean="0">
                              <a:latin typeface="Cambria Math" panose="02040503050406030204" pitchFamily="18" charset="0"/>
                            </a:rPr>
                            <m:t>𝑑</m:t>
                          </m:r>
                          <m:r>
                            <a:rPr lang="en-GB" b="0" i="1" smtClean="0">
                              <a:latin typeface="Cambria Math" panose="02040503050406030204" pitchFamily="18" charset="0"/>
                            </a:rPr>
                            <m:t>𝛼</m:t>
                          </m:r>
                        </m:e>
                      </m:nary>
                    </m:oMath>
                  </m:oMathPara>
                </a14:m>
                <a:endParaRPr lang="en-GB" dirty="0"/>
              </a:p>
            </p:txBody>
          </p:sp>
        </mc:Choice>
        <mc:Fallback xmlns="">
          <p:sp>
            <p:nvSpPr>
              <p:cNvPr id="21" name="TextBox 20">
                <a:extLst>
                  <a:ext uri="{FF2B5EF4-FFF2-40B4-BE49-F238E27FC236}">
                    <a16:creationId xmlns:a16="http://schemas.microsoft.com/office/drawing/2014/main" id="{8A6E465B-F110-ED6E-9877-EE4F0CD55017}"/>
                  </a:ext>
                </a:extLst>
              </p:cNvPr>
              <p:cNvSpPr txBox="1">
                <a:spLocks noRot="1" noChangeAspect="1" noMove="1" noResize="1" noEditPoints="1" noAdjustHandles="1" noChangeArrowheads="1" noChangeShapeType="1" noTextEdit="1"/>
              </p:cNvSpPr>
              <p:nvPr/>
            </p:nvSpPr>
            <p:spPr>
              <a:xfrm>
                <a:off x="5607194" y="2108062"/>
                <a:ext cx="1796966" cy="726481"/>
              </a:xfrm>
              <a:prstGeom prst="rect">
                <a:avLst/>
              </a:prstGeom>
              <a:blipFill>
                <a:blip r:embed="rId8"/>
                <a:stretch>
                  <a:fillRect l="-52448" t="-155172" r="-2098" b="-218966"/>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6E654574-E0D0-31F3-7332-63F7E7038A1A}"/>
              </a:ext>
            </a:extLst>
          </p:cNvPr>
          <p:cNvSpPr txBox="1"/>
          <p:nvPr/>
        </p:nvSpPr>
        <p:spPr>
          <a:xfrm>
            <a:off x="4741856" y="2924758"/>
            <a:ext cx="4170325"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0" u="sng" dirty="0">
                <a:solidFill>
                  <a:schemeClr val="tx2"/>
                </a:solidFill>
              </a:rPr>
              <a:t>True </a:t>
            </a:r>
            <a:r>
              <a:rPr lang="en-GB" sz="2000" u="sng" dirty="0">
                <a:solidFill>
                  <a:schemeClr val="tx2"/>
                </a:solidFill>
              </a:rPr>
              <a:t>Prior = Student’s T:</a:t>
            </a:r>
            <a:endParaRPr lang="en-GB" sz="2000" b="0" u="sng" dirty="0">
              <a:solidFill>
                <a:schemeClr val="tx2"/>
              </a:solidFill>
            </a:endParaRPr>
          </a:p>
        </p:txBody>
      </p:sp>
    </p:spTree>
    <p:extLst>
      <p:ext uri="{BB962C8B-B14F-4D97-AF65-F5344CB8AC3E}">
        <p14:creationId xmlns:p14="http://schemas.microsoft.com/office/powerpoint/2010/main" val="261910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87AE96-84A4-4923-EB1B-128CAD132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5AA1C-D096-48CA-8DE3-DA23C6878568}"/>
              </a:ext>
            </a:extLst>
          </p:cNvPr>
          <p:cNvSpPr>
            <a:spLocks noGrp="1"/>
          </p:cNvSpPr>
          <p:nvPr>
            <p:ph type="title"/>
          </p:nvPr>
        </p:nvSpPr>
        <p:spPr>
          <a:xfrm>
            <a:off x="147484" y="104194"/>
            <a:ext cx="8884428" cy="380667"/>
          </a:xfrm>
        </p:spPr>
        <p:txBody>
          <a:bodyPr/>
          <a:lstStyle/>
          <a:p>
            <a:r>
              <a:rPr lang="en-GB" dirty="0"/>
              <a:t>The </a:t>
            </a:r>
            <a:r>
              <a:rPr lang="en-GB" dirty="0" err="1"/>
              <a:t>SparseBayes</a:t>
            </a:r>
            <a:r>
              <a:rPr lang="en-GB" dirty="0"/>
              <a:t>/ARD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3804EA-9B51-0091-942B-3D96EEE2A2E3}"/>
                  </a:ext>
                </a:extLst>
              </p:cNvPr>
              <p:cNvSpPr>
                <a:spLocks noGrp="1"/>
              </p:cNvSpPr>
              <p:nvPr>
                <p:ph idx="1"/>
              </p:nvPr>
            </p:nvSpPr>
            <p:spPr>
              <a:xfrm>
                <a:off x="147484" y="646822"/>
                <a:ext cx="8884428" cy="3839637"/>
              </a:xfrm>
            </p:spPr>
            <p:txBody>
              <a:bodyPr/>
              <a:lstStyle/>
              <a:p>
                <a:r>
                  <a:rPr lang="en-GB" dirty="0"/>
                  <a:t>Approximation of the </a:t>
                </a:r>
                <a:r>
                  <a:rPr lang="en-GB" u="sng" dirty="0">
                    <a:solidFill>
                      <a:srgbClr val="FF0000"/>
                    </a:solidFill>
                  </a:rPr>
                  <a:t>Normal-</a:t>
                </a:r>
                <a:r>
                  <a:rPr lang="en-GB" u="sng" dirty="0" err="1">
                    <a:solidFill>
                      <a:srgbClr val="FF0000"/>
                    </a:solidFill>
                  </a:rPr>
                  <a:t>InverseGamma</a:t>
                </a:r>
                <a:r>
                  <a:rPr lang="en-GB" u="sng" dirty="0">
                    <a:solidFill>
                      <a:srgbClr val="FF0000"/>
                    </a:solidFill>
                  </a:rPr>
                  <a:t> Prior / </a:t>
                </a:r>
                <a:r>
                  <a:rPr lang="en-GB" u="sng" dirty="0">
                    <a:solidFill>
                      <a:schemeClr val="tx2"/>
                    </a:solidFill>
                  </a:rPr>
                  <a:t>Student’s T</a:t>
                </a:r>
              </a:p>
              <a:p>
                <a:pPr lvl="1"/>
                <a:r>
                  <a:rPr lang="en-GB" dirty="0"/>
                  <a:t>Instead of marginalising </a:t>
                </a:r>
                <a14:m>
                  <m:oMath xmlns:m="http://schemas.openxmlformats.org/officeDocument/2006/math">
                    <m:r>
                      <a:rPr lang="en-GB" i="1">
                        <a:solidFill>
                          <a:srgbClr val="FF0000"/>
                        </a:solidFill>
                        <a:latin typeface="Cambria Math" panose="02040503050406030204" pitchFamily="18" charset="0"/>
                        <a:ea typeface="Cambria Math" panose="02040503050406030204" pitchFamily="18" charset="0"/>
                      </a:rPr>
                      <m:t>𝛼</m:t>
                    </m:r>
                  </m:oMath>
                </a14:m>
                <a:r>
                  <a:rPr lang="en-GB" dirty="0"/>
                  <a:t>, it optimise </a:t>
                </a:r>
                <a14:m>
                  <m:oMath xmlns:m="http://schemas.openxmlformats.org/officeDocument/2006/math">
                    <m:r>
                      <a:rPr lang="en-GB" i="1">
                        <a:solidFill>
                          <a:srgbClr val="FF0000"/>
                        </a:solidFill>
                        <a:latin typeface="Cambria Math" panose="02040503050406030204" pitchFamily="18" charset="0"/>
                        <a:ea typeface="Cambria Math" panose="02040503050406030204" pitchFamily="18" charset="0"/>
                      </a:rPr>
                      <m:t>𝛼</m:t>
                    </m:r>
                  </m:oMath>
                </a14:m>
                <a:r>
                  <a:rPr lang="en-GB" dirty="0"/>
                  <a:t> to </a:t>
                </a:r>
                <a14:m>
                  <m:oMath xmlns:m="http://schemas.openxmlformats.org/officeDocument/2006/math">
                    <m:sSup>
                      <m:sSupPr>
                        <m:ctrlPr>
                          <a:rPr lang="en-GB" b="0" i="1" smtClean="0">
                            <a:solidFill>
                              <a:srgbClr val="FF0000"/>
                            </a:solidFill>
                            <a:latin typeface="Cambria Math" panose="02040503050406030204" pitchFamily="18" charset="0"/>
                            <a:ea typeface="Cambria Math" panose="02040503050406030204" pitchFamily="18" charset="0"/>
                          </a:rPr>
                        </m:ctrlPr>
                      </m:sSupPr>
                      <m:e>
                        <m:r>
                          <a:rPr lang="en-GB" b="0" i="1" smtClean="0">
                            <a:solidFill>
                              <a:srgbClr val="FF0000"/>
                            </a:solidFill>
                            <a:latin typeface="Cambria Math" panose="02040503050406030204" pitchFamily="18" charset="0"/>
                            <a:ea typeface="Cambria Math" panose="02040503050406030204" pitchFamily="18" charset="0"/>
                          </a:rPr>
                          <m:t>𝛼</m:t>
                        </m:r>
                      </m:e>
                      <m:sup>
                        <m:r>
                          <a:rPr lang="en-GB" b="0" i="1" smtClean="0">
                            <a:solidFill>
                              <a:srgbClr val="FF0000"/>
                            </a:solidFill>
                            <a:latin typeface="Cambria Math" panose="02040503050406030204" pitchFamily="18" charset="0"/>
                            <a:ea typeface="Cambria Math" panose="02040503050406030204" pitchFamily="18" charset="0"/>
                          </a:rPr>
                          <m:t>∗</m:t>
                        </m:r>
                      </m:sup>
                    </m:sSup>
                  </m:oMath>
                </a14:m>
                <a:r>
                  <a:rPr lang="en-GB" dirty="0"/>
                  <a:t> as an approximation</a:t>
                </a:r>
              </a:p>
              <a:p>
                <a:pPr lvl="1"/>
                <a:r>
                  <a:rPr lang="en-GB" dirty="0"/>
                  <a:t>The value of </a:t>
                </a:r>
                <a14:m>
                  <m:oMath xmlns:m="http://schemas.openxmlformats.org/officeDocument/2006/math">
                    <m:sSup>
                      <m:sSupPr>
                        <m:ctrlPr>
                          <a:rPr lang="en-GB" i="1">
                            <a:solidFill>
                              <a:srgbClr val="FF0000"/>
                            </a:solidFill>
                            <a:latin typeface="Cambria Math" panose="02040503050406030204" pitchFamily="18" charset="0"/>
                            <a:ea typeface="Cambria Math" panose="02040503050406030204" pitchFamily="18" charset="0"/>
                          </a:rPr>
                        </m:ctrlPr>
                      </m:sSupPr>
                      <m:e>
                        <m:r>
                          <a:rPr lang="en-GB" i="1">
                            <a:solidFill>
                              <a:srgbClr val="FF0000"/>
                            </a:solidFill>
                            <a:latin typeface="Cambria Math" panose="02040503050406030204" pitchFamily="18" charset="0"/>
                            <a:ea typeface="Cambria Math" panose="02040503050406030204" pitchFamily="18" charset="0"/>
                          </a:rPr>
                          <m:t>𝛼</m:t>
                        </m:r>
                      </m:e>
                      <m:sup>
                        <m:r>
                          <a:rPr lang="en-GB" i="1">
                            <a:solidFill>
                              <a:srgbClr val="FF0000"/>
                            </a:solidFill>
                            <a:latin typeface="Cambria Math" panose="02040503050406030204" pitchFamily="18" charset="0"/>
                            <a:ea typeface="Cambria Math" panose="02040503050406030204" pitchFamily="18" charset="0"/>
                          </a:rPr>
                          <m:t>∗</m:t>
                        </m:r>
                      </m:sup>
                    </m:sSup>
                  </m:oMath>
                </a14:m>
                <a:r>
                  <a:rPr lang="en-GB" dirty="0"/>
                  <a:t> that approximate marginalising in </a:t>
                </a:r>
                <a14:m>
                  <m:oMath xmlns:m="http://schemas.openxmlformats.org/officeDocument/2006/math">
                    <m:r>
                      <a:rPr lang="en-GB" i="1">
                        <a:solidFill>
                          <a:srgbClr val="FF0000"/>
                        </a:solidFill>
                        <a:latin typeface="Cambria Math" panose="02040503050406030204" pitchFamily="18" charset="0"/>
                        <a:ea typeface="Cambria Math" panose="02040503050406030204" pitchFamily="18" charset="0"/>
                      </a:rPr>
                      <m:t>𝛼</m:t>
                    </m:r>
                  </m:oMath>
                </a14:m>
                <a:r>
                  <a:rPr lang="en-GB" dirty="0"/>
                  <a:t> is also the one that maximise evidence</a:t>
                </a:r>
              </a:p>
              <a:p>
                <a:pPr marL="0" indent="0">
                  <a:buNone/>
                </a:pP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 It is both a </a:t>
                </a:r>
                <a:r>
                  <a:rPr lang="en-GB" dirty="0" err="1"/>
                  <a:t>sparsifying</a:t>
                </a:r>
                <a:r>
                  <a:rPr lang="en-GB" dirty="0"/>
                  <a:t> hierarchical prior AND a method to maximise evidence</a:t>
                </a:r>
              </a:p>
              <a:p>
                <a:r>
                  <a:rPr lang="en-GB" dirty="0"/>
                  <a:t>If likelihood is Gaussian, </a:t>
                </a:r>
                <a14:m>
                  <m:oMath xmlns:m="http://schemas.openxmlformats.org/officeDocument/2006/math">
                    <m:sSup>
                      <m:sSupPr>
                        <m:ctrlPr>
                          <a:rPr lang="en-GB" i="1">
                            <a:solidFill>
                              <a:srgbClr val="FF0000"/>
                            </a:solidFill>
                            <a:latin typeface="Cambria Math" panose="02040503050406030204" pitchFamily="18" charset="0"/>
                            <a:ea typeface="Cambria Math" panose="02040503050406030204" pitchFamily="18" charset="0"/>
                          </a:rPr>
                        </m:ctrlPr>
                      </m:sSupPr>
                      <m:e>
                        <m:r>
                          <a:rPr lang="en-GB" i="1">
                            <a:solidFill>
                              <a:srgbClr val="FF0000"/>
                            </a:solidFill>
                            <a:latin typeface="Cambria Math" panose="02040503050406030204" pitchFamily="18" charset="0"/>
                            <a:ea typeface="Cambria Math" panose="02040503050406030204" pitchFamily="18" charset="0"/>
                          </a:rPr>
                          <m:t>𝛼</m:t>
                        </m:r>
                      </m:e>
                      <m:sup>
                        <m:r>
                          <a:rPr lang="en-GB" i="1">
                            <a:solidFill>
                              <a:srgbClr val="FF0000"/>
                            </a:solidFill>
                            <a:latin typeface="Cambria Math" panose="02040503050406030204" pitchFamily="18" charset="0"/>
                            <a:ea typeface="Cambria Math" panose="02040503050406030204" pitchFamily="18" charset="0"/>
                          </a:rPr>
                          <m:t>∗</m:t>
                        </m:r>
                      </m:sup>
                    </m:sSup>
                  </m:oMath>
                </a14:m>
                <a:r>
                  <a:rPr lang="en-GB" dirty="0"/>
                  <a:t> for each term in a library can be computed analytically</a:t>
                </a:r>
              </a:p>
              <a:p>
                <a:pPr lvl="1"/>
                <a:r>
                  <a:rPr lang="en-GB" dirty="0"/>
                  <a:t>Fast computation based on entirely analytical updating and ridge regression</a:t>
                </a:r>
              </a:p>
              <a:p>
                <a:pPr lvl="1"/>
                <a:endParaRPr lang="en-GB" dirty="0"/>
              </a:p>
              <a:p>
                <a:endParaRPr lang="en-GB" u="sng" dirty="0">
                  <a:solidFill>
                    <a:schemeClr val="tx2"/>
                  </a:solidFill>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D53804EA-9B51-0091-942B-3D96EEE2A2E3}"/>
                  </a:ext>
                </a:extLst>
              </p:cNvPr>
              <p:cNvSpPr>
                <a:spLocks noGrp="1" noRot="1" noChangeAspect="1" noMove="1" noResize="1" noEditPoints="1" noAdjustHandles="1" noChangeArrowheads="1" noChangeShapeType="1" noTextEdit="1"/>
              </p:cNvSpPr>
              <p:nvPr>
                <p:ph idx="1"/>
              </p:nvPr>
            </p:nvSpPr>
            <p:spPr>
              <a:xfrm>
                <a:off x="147484" y="646822"/>
                <a:ext cx="8884428" cy="3839637"/>
              </a:xfrm>
              <a:blipFill>
                <a:blip r:embed="rId3"/>
                <a:stretch>
                  <a:fillRect l="-1427" t="-1645"/>
                </a:stretch>
              </a:blipFill>
            </p:spPr>
            <p:txBody>
              <a:bodyPr/>
              <a:lstStyle/>
              <a:p>
                <a:r>
                  <a:rPr lang="en-GB">
                    <a:noFill/>
                  </a:rPr>
                  <a:t> </a:t>
                </a:r>
              </a:p>
            </p:txBody>
          </p:sp>
        </mc:Fallback>
      </mc:AlternateContent>
      <p:pic>
        <p:nvPicPr>
          <p:cNvPr id="5" name="Picture 4" descr="A graph of a function&#10;&#10;AI-generated content may be incorrect.">
            <a:extLst>
              <a:ext uri="{FF2B5EF4-FFF2-40B4-BE49-F238E27FC236}">
                <a16:creationId xmlns:a16="http://schemas.microsoft.com/office/drawing/2014/main" id="{8240995B-5799-3A4A-CF8A-A7FB51E420B3}"/>
              </a:ext>
            </a:extLst>
          </p:cNvPr>
          <p:cNvPicPr>
            <a:picLocks noChangeAspect="1"/>
          </p:cNvPicPr>
          <p:nvPr/>
        </p:nvPicPr>
        <p:blipFill>
          <a:blip r:embed="rId4"/>
          <a:srcRect b="13387"/>
          <a:stretch>
            <a:fillRect/>
          </a:stretch>
        </p:blipFill>
        <p:spPr>
          <a:xfrm>
            <a:off x="2125549" y="2892313"/>
            <a:ext cx="5209971" cy="208567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CD4290A-1DE4-9D47-39B4-AF2A06524DE6}"/>
                  </a:ext>
                </a:extLst>
              </p:cNvPr>
              <p:cNvSpPr txBox="1"/>
              <p:nvPr/>
            </p:nvSpPr>
            <p:spPr>
              <a:xfrm>
                <a:off x="3215655" y="4854640"/>
                <a:ext cx="6316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GB" sz="1800" b="0" i="1" smtClean="0">
                              <a:solidFill>
                                <a:schemeClr val="tx1"/>
                              </a:solidFill>
                              <a:latin typeface="Cambria Math" panose="02040503050406030204" pitchFamily="18" charset="0"/>
                            </a:rPr>
                          </m:ctrlPr>
                        </m:funcPr>
                        <m:fName>
                          <m:r>
                            <m:rPr>
                              <m:sty m:val="p"/>
                            </m:rPr>
                            <a:rPr lang="en-GB" sz="1800" b="0" i="0" smtClean="0">
                              <a:solidFill>
                                <a:schemeClr val="tx1"/>
                              </a:solidFill>
                              <a:latin typeface="Cambria Math" panose="02040503050406030204" pitchFamily="18" charset="0"/>
                            </a:rPr>
                            <m:t>ln</m:t>
                          </m:r>
                        </m:fName>
                        <m:e>
                          <m:r>
                            <a:rPr lang="en-GB" i="1">
                              <a:solidFill>
                                <a:schemeClr val="tx1"/>
                              </a:solidFill>
                              <a:latin typeface="Cambria Math" panose="02040503050406030204" pitchFamily="18" charset="0"/>
                            </a:rPr>
                            <m:t>𝛼</m:t>
                          </m:r>
                        </m:e>
                      </m:func>
                    </m:oMath>
                  </m:oMathPara>
                </a14:m>
                <a:endParaRPr lang="en-GB" dirty="0">
                  <a:solidFill>
                    <a:schemeClr val="tx1"/>
                  </a:solidFill>
                </a:endParaRPr>
              </a:p>
            </p:txBody>
          </p:sp>
        </mc:Choice>
        <mc:Fallback xmlns="">
          <p:sp>
            <p:nvSpPr>
              <p:cNvPr id="7" name="TextBox 6">
                <a:extLst>
                  <a:ext uri="{FF2B5EF4-FFF2-40B4-BE49-F238E27FC236}">
                    <a16:creationId xmlns:a16="http://schemas.microsoft.com/office/drawing/2014/main" id="{CCD4290A-1DE4-9D47-39B4-AF2A06524DE6}"/>
                  </a:ext>
                </a:extLst>
              </p:cNvPr>
              <p:cNvSpPr txBox="1">
                <a:spLocks noRot="1" noChangeAspect="1" noMove="1" noResize="1" noEditPoints="1" noAdjustHandles="1" noChangeArrowheads="1" noChangeShapeType="1" noTextEdit="1"/>
              </p:cNvSpPr>
              <p:nvPr/>
            </p:nvSpPr>
            <p:spPr>
              <a:xfrm>
                <a:off x="3215655" y="4854640"/>
                <a:ext cx="631694"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8499AD7-793B-F6BA-8570-F1ABBC9C2BB1}"/>
                  </a:ext>
                </a:extLst>
              </p:cNvPr>
              <p:cNvSpPr txBox="1"/>
              <p:nvPr/>
            </p:nvSpPr>
            <p:spPr>
              <a:xfrm>
                <a:off x="5612499" y="4854640"/>
                <a:ext cx="6316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GB" sz="1800" b="0" i="1" smtClean="0">
                              <a:solidFill>
                                <a:schemeClr val="tx1"/>
                              </a:solidFill>
                              <a:latin typeface="Cambria Math" panose="02040503050406030204" pitchFamily="18" charset="0"/>
                            </a:rPr>
                          </m:ctrlPr>
                        </m:funcPr>
                        <m:fName>
                          <m:r>
                            <m:rPr>
                              <m:sty m:val="p"/>
                            </m:rPr>
                            <a:rPr lang="en-GB" sz="1800" b="0" i="0" smtClean="0">
                              <a:solidFill>
                                <a:schemeClr val="tx1"/>
                              </a:solidFill>
                              <a:latin typeface="Cambria Math" panose="02040503050406030204" pitchFamily="18" charset="0"/>
                            </a:rPr>
                            <m:t>ln</m:t>
                          </m:r>
                        </m:fName>
                        <m:e>
                          <m:r>
                            <a:rPr lang="en-GB" i="1">
                              <a:solidFill>
                                <a:schemeClr val="tx1"/>
                              </a:solidFill>
                              <a:latin typeface="Cambria Math" panose="02040503050406030204" pitchFamily="18" charset="0"/>
                            </a:rPr>
                            <m:t>𝛼</m:t>
                          </m:r>
                        </m:e>
                      </m:func>
                    </m:oMath>
                  </m:oMathPara>
                </a14:m>
                <a:endParaRPr lang="en-GB" dirty="0">
                  <a:solidFill>
                    <a:schemeClr val="tx1"/>
                  </a:solidFill>
                </a:endParaRPr>
              </a:p>
            </p:txBody>
          </p:sp>
        </mc:Choice>
        <mc:Fallback xmlns="">
          <p:sp>
            <p:nvSpPr>
              <p:cNvPr id="8" name="TextBox 7">
                <a:extLst>
                  <a:ext uri="{FF2B5EF4-FFF2-40B4-BE49-F238E27FC236}">
                    <a16:creationId xmlns:a16="http://schemas.microsoft.com/office/drawing/2014/main" id="{38499AD7-793B-F6BA-8570-F1ABBC9C2BB1}"/>
                  </a:ext>
                </a:extLst>
              </p:cNvPr>
              <p:cNvSpPr txBox="1">
                <a:spLocks noRot="1" noChangeAspect="1" noMove="1" noResize="1" noEditPoints="1" noAdjustHandles="1" noChangeArrowheads="1" noChangeShapeType="1" noTextEdit="1"/>
              </p:cNvSpPr>
              <p:nvPr/>
            </p:nvSpPr>
            <p:spPr>
              <a:xfrm>
                <a:off x="5612499" y="4854640"/>
                <a:ext cx="631694"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AFA13D9-901A-F5FA-8206-170882297780}"/>
                  </a:ext>
                </a:extLst>
              </p:cNvPr>
              <p:cNvSpPr txBox="1"/>
              <p:nvPr/>
            </p:nvSpPr>
            <p:spPr>
              <a:xfrm rot="16200000">
                <a:off x="1244896" y="3799307"/>
                <a:ext cx="1496500" cy="369332"/>
              </a:xfrm>
              <a:prstGeom prst="rect">
                <a:avLst/>
              </a:prstGeom>
              <a:noFill/>
            </p:spPr>
            <p:txBody>
              <a:bodyPr wrap="none" rtlCol="0">
                <a:spAutoFit/>
              </a:bodyPr>
              <a:lstStyle/>
              <a:p>
                <a:r>
                  <a:rPr lang="en-GB" dirty="0"/>
                  <a:t>Evidence(</a:t>
                </a:r>
                <a14:m>
                  <m:oMath xmlns:m="http://schemas.openxmlformats.org/officeDocument/2006/math">
                    <m:r>
                      <a:rPr lang="en-GB" b="0" i="1" smtClean="0">
                        <a:latin typeface="Cambria Math" panose="02040503050406030204" pitchFamily="18" charset="0"/>
                      </a:rPr>
                      <m:t>𝛼</m:t>
                    </m:r>
                  </m:oMath>
                </a14:m>
                <a:r>
                  <a:rPr lang="en-GB" dirty="0"/>
                  <a:t>) </a:t>
                </a:r>
              </a:p>
            </p:txBody>
          </p:sp>
        </mc:Choice>
        <mc:Fallback xmlns="">
          <p:sp>
            <p:nvSpPr>
              <p:cNvPr id="9" name="TextBox 8">
                <a:extLst>
                  <a:ext uri="{FF2B5EF4-FFF2-40B4-BE49-F238E27FC236}">
                    <a16:creationId xmlns:a16="http://schemas.microsoft.com/office/drawing/2014/main" id="{5AFA13D9-901A-F5FA-8206-170882297780}"/>
                  </a:ext>
                </a:extLst>
              </p:cNvPr>
              <p:cNvSpPr txBox="1">
                <a:spLocks noRot="1" noChangeAspect="1" noMove="1" noResize="1" noEditPoints="1" noAdjustHandles="1" noChangeArrowheads="1" noChangeShapeType="1" noTextEdit="1"/>
              </p:cNvSpPr>
              <p:nvPr/>
            </p:nvSpPr>
            <p:spPr>
              <a:xfrm rot="16200000">
                <a:off x="1244896" y="3799307"/>
                <a:ext cx="1496500" cy="369332"/>
              </a:xfrm>
              <a:prstGeom prst="rect">
                <a:avLst/>
              </a:prstGeom>
              <a:blipFill>
                <a:blip r:embed="rId6"/>
                <a:stretch>
                  <a:fillRect l="-6667" t="-1681" r="-26667" b="-3361"/>
                </a:stretch>
              </a:blipFill>
            </p:spPr>
            <p:txBody>
              <a:bodyPr/>
              <a:lstStyle/>
              <a:p>
                <a:r>
                  <a:rPr lang="en-GB">
                    <a:noFill/>
                  </a:rPr>
                  <a:t> </a:t>
                </a:r>
              </a:p>
            </p:txBody>
          </p:sp>
        </mc:Fallback>
      </mc:AlternateContent>
      <p:cxnSp>
        <p:nvCxnSpPr>
          <p:cNvPr id="11" name="Straight Connector 10">
            <a:extLst>
              <a:ext uri="{FF2B5EF4-FFF2-40B4-BE49-F238E27FC236}">
                <a16:creationId xmlns:a16="http://schemas.microsoft.com/office/drawing/2014/main" id="{7A0EE3EA-9992-93C6-BA5F-81E191D193DA}"/>
              </a:ext>
            </a:extLst>
          </p:cNvPr>
          <p:cNvCxnSpPr/>
          <p:nvPr/>
        </p:nvCxnSpPr>
        <p:spPr>
          <a:xfrm>
            <a:off x="5151120" y="3078480"/>
            <a:ext cx="0" cy="157243"/>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625FC97-1248-433E-455C-32BC3A146813}"/>
                  </a:ext>
                </a:extLst>
              </p:cNvPr>
              <p:cNvSpPr txBox="1"/>
              <p:nvPr/>
            </p:nvSpPr>
            <p:spPr>
              <a:xfrm>
                <a:off x="4973320" y="3213018"/>
                <a:ext cx="355600" cy="369332"/>
              </a:xfrm>
              <a:prstGeom prst="rect">
                <a:avLst/>
              </a:prstGeom>
              <a:noFill/>
            </p:spPr>
            <p:txBody>
              <a:bodyPr wrap="square">
                <a:spAutoFit/>
              </a:bodyPr>
              <a:lstStyle/>
              <a:p>
                <a14:m>
                  <m:oMath xmlns:m="http://schemas.openxmlformats.org/officeDocument/2006/math">
                    <m:sSup>
                      <m:sSupPr>
                        <m:ctrlPr>
                          <a:rPr lang="en-GB" i="1" smtClean="0">
                            <a:solidFill>
                              <a:srgbClr val="FF0000"/>
                            </a:solidFill>
                            <a:latin typeface="Cambria Math" panose="02040503050406030204" pitchFamily="18" charset="0"/>
                            <a:ea typeface="Cambria Math" panose="02040503050406030204" pitchFamily="18" charset="0"/>
                          </a:rPr>
                        </m:ctrlPr>
                      </m:sSupPr>
                      <m:e>
                        <m:r>
                          <a:rPr lang="en-GB" i="1">
                            <a:solidFill>
                              <a:srgbClr val="FF0000"/>
                            </a:solidFill>
                            <a:latin typeface="Cambria Math" panose="02040503050406030204" pitchFamily="18" charset="0"/>
                            <a:ea typeface="Cambria Math" panose="02040503050406030204" pitchFamily="18" charset="0"/>
                          </a:rPr>
                          <m:t>𝛼</m:t>
                        </m:r>
                      </m:e>
                      <m:sup>
                        <m:r>
                          <a:rPr lang="en-GB" i="1">
                            <a:solidFill>
                              <a:srgbClr val="FF0000"/>
                            </a:solidFill>
                            <a:latin typeface="Cambria Math" panose="02040503050406030204" pitchFamily="18" charset="0"/>
                            <a:ea typeface="Cambria Math" panose="02040503050406030204" pitchFamily="18" charset="0"/>
                          </a:rPr>
                          <m:t>∗</m:t>
                        </m:r>
                      </m:sup>
                    </m:sSup>
                  </m:oMath>
                </a14:m>
                <a:r>
                  <a:rPr lang="en-GB" dirty="0"/>
                  <a:t> </a:t>
                </a:r>
              </a:p>
            </p:txBody>
          </p:sp>
        </mc:Choice>
        <mc:Fallback xmlns="">
          <p:sp>
            <p:nvSpPr>
              <p:cNvPr id="13" name="TextBox 12">
                <a:extLst>
                  <a:ext uri="{FF2B5EF4-FFF2-40B4-BE49-F238E27FC236}">
                    <a16:creationId xmlns:a16="http://schemas.microsoft.com/office/drawing/2014/main" id="{1625FC97-1248-433E-455C-32BC3A146813}"/>
                  </a:ext>
                </a:extLst>
              </p:cNvPr>
              <p:cNvSpPr txBox="1">
                <a:spLocks noRot="1" noChangeAspect="1" noMove="1" noResize="1" noEditPoints="1" noAdjustHandles="1" noChangeArrowheads="1" noChangeShapeType="1" noTextEdit="1"/>
              </p:cNvSpPr>
              <p:nvPr/>
            </p:nvSpPr>
            <p:spPr>
              <a:xfrm>
                <a:off x="4973320" y="3213018"/>
                <a:ext cx="355600" cy="369332"/>
              </a:xfrm>
              <a:prstGeom prst="rect">
                <a:avLst/>
              </a:prstGeom>
              <a:blipFill>
                <a:blip r:embed="rId7"/>
                <a:stretch>
                  <a:fillRect r="-3448"/>
                </a:stretch>
              </a:blipFill>
            </p:spPr>
            <p:txBody>
              <a:bodyPr/>
              <a:lstStyle/>
              <a:p>
                <a:r>
                  <a:rPr lang="en-GB">
                    <a:noFill/>
                  </a:rPr>
                  <a:t> </a:t>
                </a:r>
              </a:p>
            </p:txBody>
          </p:sp>
        </mc:Fallback>
      </mc:AlternateContent>
    </p:spTree>
    <p:extLst>
      <p:ext uri="{BB962C8B-B14F-4D97-AF65-F5344CB8AC3E}">
        <p14:creationId xmlns:p14="http://schemas.microsoft.com/office/powerpoint/2010/main" val="1086796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F16C8-BA67-060E-1220-E8D3CE28AF24}"/>
              </a:ext>
            </a:extLst>
          </p:cNvPr>
          <p:cNvSpPr>
            <a:spLocks noGrp="1"/>
          </p:cNvSpPr>
          <p:nvPr>
            <p:ph type="title"/>
          </p:nvPr>
        </p:nvSpPr>
        <p:spPr/>
        <p:txBody>
          <a:bodyPr/>
          <a:lstStyle/>
          <a:p>
            <a:r>
              <a:rPr lang="en-GB" dirty="0"/>
              <a:t>Final remark on </a:t>
            </a:r>
            <a:r>
              <a:rPr lang="en-GB" dirty="0" err="1"/>
              <a:t>sparsifying</a:t>
            </a:r>
            <a:r>
              <a:rPr lang="en-GB" dirty="0"/>
              <a:t> priors VS Bayesian evidence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ACBED31-144C-0F72-AAC1-E18E0F47F8AF}"/>
                  </a:ext>
                </a:extLst>
              </p:cNvPr>
              <p:cNvSpPr>
                <a:spLocks noGrp="1"/>
              </p:cNvSpPr>
              <p:nvPr>
                <p:ph idx="1"/>
              </p:nvPr>
            </p:nvSpPr>
            <p:spPr/>
            <p:txBody>
              <a:bodyPr/>
              <a:lstStyle/>
              <a:p>
                <a:r>
                  <a:rPr lang="en-GB" dirty="0"/>
                  <a:t>Selecting model by Bayesian evidence is to formally think about </a:t>
                </a:r>
              </a:p>
              <a:p>
                <a:pPr marL="0" indent="0">
                  <a:buNone/>
                </a:pPr>
                <a14:m>
                  <m:oMathPara xmlns:m="http://schemas.openxmlformats.org/officeDocument/2006/math">
                    <m:oMathParaPr>
                      <m:jc m:val="centerGroup"/>
                    </m:oMathParaPr>
                    <m:oMath xmlns:m="http://schemas.openxmlformats.org/officeDocument/2006/math">
                      <m:r>
                        <a:rPr lang="en-GB" i="1">
                          <a:solidFill>
                            <a:srgbClr val="000000"/>
                          </a:solidFill>
                          <a:latin typeface="Cambria Math" panose="02040503050406030204" pitchFamily="18" charset="0"/>
                        </a:rPr>
                        <m:t>𝑃</m:t>
                      </m:r>
                      <m:d>
                        <m:dPr>
                          <m:ctrlPr>
                            <a:rPr lang="en-GB" i="1">
                              <a:solidFill>
                                <a:srgbClr val="000000"/>
                              </a:solidFill>
                              <a:latin typeface="Cambria Math" panose="02040503050406030204" pitchFamily="18" charset="0"/>
                            </a:rPr>
                          </m:ctrlPr>
                        </m:dPr>
                        <m:e>
                          <m:sSub>
                            <m:sSubPr>
                              <m:ctrlPr>
                                <a:rPr lang="en-GB" i="1">
                                  <a:solidFill>
                                    <a:srgbClr val="000000"/>
                                  </a:solidFill>
                                  <a:latin typeface="Cambria Math" panose="02040503050406030204" pitchFamily="18" charset="0"/>
                                  <a:ea typeface="Cambria Math" panose="02040503050406030204" pitchFamily="18" charset="0"/>
                                </a:rPr>
                              </m:ctrlPr>
                            </m:sSubPr>
                            <m:e>
                              <m:r>
                                <a:rPr lang="en-GB" i="1">
                                  <a:solidFill>
                                    <a:srgbClr val="000000"/>
                                  </a:solidFill>
                                  <a:latin typeface="Cambria Math" panose="02040503050406030204" pitchFamily="18" charset="0"/>
                                  <a:ea typeface="Cambria Math" panose="02040503050406030204" pitchFamily="18" charset="0"/>
                                </a:rPr>
                                <m:t>ℳ</m:t>
                              </m:r>
                            </m:e>
                            <m:sub>
                              <m:r>
                                <a:rPr lang="en-GB" i="1">
                                  <a:solidFill>
                                    <a:srgbClr val="000000"/>
                                  </a:solidFill>
                                  <a:latin typeface="Cambria Math" panose="02040503050406030204" pitchFamily="18" charset="0"/>
                                  <a:ea typeface="Cambria Math" panose="02040503050406030204" pitchFamily="18" charset="0"/>
                                </a:rPr>
                                <m:t>𝑖</m:t>
                              </m:r>
                            </m:sub>
                          </m:sSub>
                        </m:e>
                        <m:e>
                          <m:r>
                            <a:rPr lang="en-GB" i="1">
                              <a:solidFill>
                                <a:srgbClr val="000000"/>
                              </a:solidFill>
                              <a:latin typeface="Cambria Math" panose="02040503050406030204" pitchFamily="18" charset="0"/>
                              <a:ea typeface="Cambria Math" panose="02040503050406030204" pitchFamily="18" charset="0"/>
                            </a:rPr>
                            <m:t>𝐷</m:t>
                          </m:r>
                        </m:e>
                      </m:d>
                      <m:r>
                        <a:rPr lang="en-GB" b="0" i="1" smtClean="0">
                          <a:solidFill>
                            <a:srgbClr val="000000"/>
                          </a:solidFill>
                          <a:latin typeface="Cambria Math" panose="02040503050406030204" pitchFamily="18" charset="0"/>
                          <a:ea typeface="Cambria Math" panose="02040503050406030204" pitchFamily="18" charset="0"/>
                        </a:rPr>
                        <m:t>=</m:t>
                      </m:r>
                      <m:r>
                        <a:rPr lang="en-GB" i="1">
                          <a:solidFill>
                            <a:srgbClr val="00B050"/>
                          </a:solidFill>
                          <a:latin typeface="Cambria Math" panose="02040503050406030204" pitchFamily="18" charset="0"/>
                        </a:rPr>
                        <m:t>𝑃</m:t>
                      </m:r>
                      <m:d>
                        <m:dPr>
                          <m:ctrlPr>
                            <a:rPr lang="en-GB" i="1">
                              <a:solidFill>
                                <a:srgbClr val="00B050"/>
                              </a:solidFill>
                              <a:latin typeface="Cambria Math" panose="02040503050406030204" pitchFamily="18" charset="0"/>
                            </a:rPr>
                          </m:ctrlPr>
                        </m:dPr>
                        <m:e>
                          <m:r>
                            <a:rPr lang="en-GB" i="1">
                              <a:solidFill>
                                <a:srgbClr val="00B050"/>
                              </a:solidFill>
                              <a:latin typeface="Cambria Math" panose="02040503050406030204" pitchFamily="18" charset="0"/>
                            </a:rPr>
                            <m:t>𝐷</m:t>
                          </m:r>
                        </m:e>
                        <m:e>
                          <m:sSub>
                            <m:sSubPr>
                              <m:ctrlPr>
                                <a:rPr lang="en-GB" i="1">
                                  <a:solidFill>
                                    <a:srgbClr val="00B050"/>
                                  </a:solidFill>
                                  <a:latin typeface="Cambria Math" panose="02040503050406030204" pitchFamily="18" charset="0"/>
                                  <a:ea typeface="Cambria Math" panose="02040503050406030204" pitchFamily="18" charset="0"/>
                                </a:rPr>
                              </m:ctrlPr>
                            </m:sSubPr>
                            <m:e>
                              <m:r>
                                <a:rPr lang="en-GB" i="1">
                                  <a:solidFill>
                                    <a:srgbClr val="00B050"/>
                                  </a:solidFill>
                                  <a:latin typeface="Cambria Math" panose="02040503050406030204" pitchFamily="18" charset="0"/>
                                  <a:ea typeface="Cambria Math" panose="02040503050406030204" pitchFamily="18" charset="0"/>
                                </a:rPr>
                                <m:t>ℳ</m:t>
                              </m:r>
                            </m:e>
                            <m:sub>
                              <m:r>
                                <a:rPr lang="en-GB" i="1">
                                  <a:solidFill>
                                    <a:srgbClr val="00B050"/>
                                  </a:solidFill>
                                  <a:latin typeface="Cambria Math" panose="02040503050406030204" pitchFamily="18" charset="0"/>
                                  <a:ea typeface="Cambria Math" panose="02040503050406030204" pitchFamily="18" charset="0"/>
                                </a:rPr>
                                <m:t>𝑖</m:t>
                              </m:r>
                            </m:sub>
                          </m:sSub>
                        </m:e>
                      </m:d>
                      <m:r>
                        <a:rPr lang="en-GB" b="0" i="1" smtClean="0">
                          <a:solidFill>
                            <a:schemeClr val="tx1"/>
                          </a:solidFill>
                          <a:latin typeface="Cambria Math" panose="02040503050406030204" pitchFamily="18" charset="0"/>
                          <a:ea typeface="Cambria Math" panose="02040503050406030204" pitchFamily="18" charset="0"/>
                        </a:rPr>
                        <m:t>𝑃</m:t>
                      </m:r>
                      <m:d>
                        <m:dPr>
                          <m:ctrlPr>
                            <a:rPr lang="en-GB" b="0" i="1" smtClean="0">
                              <a:solidFill>
                                <a:schemeClr val="tx1"/>
                              </a:solidFill>
                              <a:latin typeface="Cambria Math" panose="02040503050406030204" pitchFamily="18" charset="0"/>
                              <a:ea typeface="Cambria Math" panose="02040503050406030204" pitchFamily="18" charset="0"/>
                            </a:rPr>
                          </m:ctrlPr>
                        </m:dPr>
                        <m:e>
                          <m:sSub>
                            <m:sSubPr>
                              <m:ctrlPr>
                                <a:rPr lang="en-GB" i="1">
                                  <a:solidFill>
                                    <a:schemeClr val="tx1"/>
                                  </a:solidFill>
                                  <a:latin typeface="Cambria Math" panose="02040503050406030204" pitchFamily="18" charset="0"/>
                                  <a:ea typeface="Cambria Math" panose="02040503050406030204" pitchFamily="18" charset="0"/>
                                </a:rPr>
                              </m:ctrlPr>
                            </m:sSubPr>
                            <m:e>
                              <m:r>
                                <a:rPr lang="en-GB" i="1">
                                  <a:solidFill>
                                    <a:schemeClr val="tx1"/>
                                  </a:solidFill>
                                  <a:latin typeface="Cambria Math" panose="02040503050406030204" pitchFamily="18" charset="0"/>
                                  <a:ea typeface="Cambria Math" panose="02040503050406030204" pitchFamily="18" charset="0"/>
                                </a:rPr>
                                <m:t>ℳ</m:t>
                              </m:r>
                            </m:e>
                            <m:sub>
                              <m:r>
                                <a:rPr lang="en-GB" i="1">
                                  <a:solidFill>
                                    <a:schemeClr val="tx1"/>
                                  </a:solidFill>
                                  <a:latin typeface="Cambria Math" panose="02040503050406030204" pitchFamily="18" charset="0"/>
                                  <a:ea typeface="Cambria Math" panose="02040503050406030204" pitchFamily="18" charset="0"/>
                                </a:rPr>
                                <m:t>𝑖</m:t>
                              </m:r>
                            </m:sub>
                          </m:sSub>
                        </m:e>
                      </m:d>
                    </m:oMath>
                  </m:oMathPara>
                </a14:m>
                <a:endParaRPr lang="en-GB" dirty="0"/>
              </a:p>
              <a:p>
                <a:pPr lvl="1"/>
                <a:r>
                  <a:rPr lang="en-GB" dirty="0"/>
                  <a:t>FORMAL!</a:t>
                </a:r>
              </a:p>
              <a:p>
                <a:pPr lvl="1"/>
                <a:r>
                  <a:rPr lang="en-GB" dirty="0"/>
                  <a:t>Fundamentally Bayesian, Fundamentally probabilistic</a:t>
                </a:r>
              </a:p>
              <a:p>
                <a:pPr lvl="1"/>
                <a:r>
                  <a:rPr lang="en-GB" dirty="0"/>
                  <a:t>Can deal with heterogeneous datasets (parameters are marginalised out)</a:t>
                </a:r>
              </a:p>
              <a:p>
                <a:pPr marL="457200" lvl="1" indent="0">
                  <a:buNone/>
                </a:pPr>
                <a:endParaRPr lang="en-GB" dirty="0"/>
              </a:p>
              <a:p>
                <a:r>
                  <a:rPr lang="en-GB" dirty="0" err="1"/>
                  <a:t>Sparsifying</a:t>
                </a:r>
                <a:r>
                  <a:rPr lang="en-GB" dirty="0"/>
                  <a:t> (selecting) model by </a:t>
                </a:r>
                <a:r>
                  <a:rPr lang="en-GB" dirty="0" err="1"/>
                  <a:t>sparsifying</a:t>
                </a:r>
                <a:r>
                  <a:rPr lang="en-GB" dirty="0"/>
                  <a:t> prior</a:t>
                </a:r>
              </a:p>
              <a:p>
                <a:pPr lvl="1"/>
                <a:r>
                  <a:rPr lang="en-GB" dirty="0"/>
                  <a:t>Rooted in “regression” typed problem</a:t>
                </a:r>
              </a:p>
              <a:p>
                <a:pPr lvl="1"/>
                <a:r>
                  <a:rPr lang="en-GB" dirty="0"/>
                  <a:t>(not as) formal</a:t>
                </a:r>
              </a:p>
              <a:p>
                <a:pPr lvl="1"/>
                <a:r>
                  <a:rPr lang="en-GB" dirty="0"/>
                  <a:t>More popular (because they’re “faster”?) </a:t>
                </a:r>
              </a:p>
            </p:txBody>
          </p:sp>
        </mc:Choice>
        <mc:Fallback>
          <p:sp>
            <p:nvSpPr>
              <p:cNvPr id="3" name="Content Placeholder 2">
                <a:extLst>
                  <a:ext uri="{FF2B5EF4-FFF2-40B4-BE49-F238E27FC236}">
                    <a16:creationId xmlns:a16="http://schemas.microsoft.com/office/drawing/2014/main" id="{BACBED31-144C-0F72-AAC1-E18E0F47F8AF}"/>
                  </a:ext>
                </a:extLst>
              </p:cNvPr>
              <p:cNvSpPr>
                <a:spLocks noGrp="1" noRot="1" noChangeAspect="1" noMove="1" noResize="1" noEditPoints="1" noAdjustHandles="1" noChangeArrowheads="1" noChangeShapeType="1" noTextEdit="1"/>
              </p:cNvSpPr>
              <p:nvPr>
                <p:ph idx="1"/>
              </p:nvPr>
            </p:nvSpPr>
            <p:spPr>
              <a:blipFill>
                <a:blip r:embed="rId2"/>
                <a:stretch>
                  <a:fillRect l="-1427" t="-1980"/>
                </a:stretch>
              </a:blipFill>
            </p:spPr>
            <p:txBody>
              <a:bodyPr/>
              <a:lstStyle/>
              <a:p>
                <a:r>
                  <a:rPr lang="en-GB">
                    <a:noFill/>
                  </a:rPr>
                  <a:t> </a:t>
                </a:r>
              </a:p>
            </p:txBody>
          </p:sp>
        </mc:Fallback>
      </mc:AlternateContent>
    </p:spTree>
    <p:extLst>
      <p:ext uri="{BB962C8B-B14F-4D97-AF65-F5344CB8AC3E}">
        <p14:creationId xmlns:p14="http://schemas.microsoft.com/office/powerpoint/2010/main" val="2209014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57C9B-BC4B-589E-364F-184BC225223A}"/>
              </a:ext>
            </a:extLst>
          </p:cNvPr>
          <p:cNvSpPr>
            <a:spLocks noGrp="1"/>
          </p:cNvSpPr>
          <p:nvPr>
            <p:ph type="title"/>
          </p:nvPr>
        </p:nvSpPr>
        <p:spPr/>
        <p:txBody>
          <a:bodyPr/>
          <a:lstStyle/>
          <a:p>
            <a:r>
              <a:rPr lang="en-GB" dirty="0"/>
              <a:t>Tutorial: 1D Polynomial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85B750-60B4-3B85-5A79-16B2BD405307}"/>
                  </a:ext>
                </a:extLst>
              </p:cNvPr>
              <p:cNvSpPr>
                <a:spLocks noGrp="1"/>
              </p:cNvSpPr>
              <p:nvPr>
                <p:ph idx="1"/>
              </p:nvPr>
            </p:nvSpPr>
            <p:spPr>
              <a:xfrm>
                <a:off x="147484" y="738262"/>
                <a:ext cx="8884428" cy="4209604"/>
              </a:xfrm>
            </p:spPr>
            <p:txBody>
              <a:bodyPr/>
              <a:lstStyle/>
              <a:p>
                <a:pPr marL="0" indent="0">
                  <a:buNone/>
                </a:pPr>
                <a:r>
                  <a:rPr lang="en-GB" dirty="0"/>
                  <a:t>Data Generation</a:t>
                </a:r>
              </a:p>
              <a:p>
                <a:r>
                  <a:rPr lang="en-GB" dirty="0"/>
                  <a:t>Generate {</a:t>
                </a:r>
                <a:r>
                  <a:rPr lang="en-GB" dirty="0" err="1"/>
                  <a:t>x,y</a:t>
                </a:r>
                <a:r>
                  <a:rPr lang="en-GB" dirty="0"/>
                  <a:t>} data pair from some randomly selected sum of polynomial terms</a:t>
                </a:r>
              </a:p>
              <a:p>
                <a:r>
                  <a:rPr lang="en-GB" dirty="0"/>
                  <a:t>Add Gaussian noise to y with known variance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oMath>
                </a14:m>
                <a:endParaRPr lang="en-GB" b="0" dirty="0"/>
              </a:p>
              <a:p>
                <a:pPr marL="0" indent="0">
                  <a:buNone/>
                </a:pPr>
                <a:r>
                  <a:rPr lang="en-GB" dirty="0"/>
                  <a:t>Regression</a:t>
                </a:r>
              </a:p>
              <a:p>
                <a:r>
                  <a:rPr lang="en-GB" dirty="0"/>
                  <a:t>Perform linear regression (Frequentist: OLS; Bayesian: Ridge) on a polynomial library</a:t>
                </a:r>
              </a:p>
              <a:p>
                <a:r>
                  <a:rPr lang="en-GB" dirty="0"/>
                  <a:t>Find Evidence</a:t>
                </a:r>
              </a:p>
              <a:p>
                <a:r>
                  <a:rPr lang="en-GB" dirty="0"/>
                  <a:t>Remove terms in the library and redo regression; Find the combination of terms (model) that give max evidence</a:t>
                </a:r>
              </a:p>
              <a:p>
                <a:pPr marL="0" indent="0">
                  <a:buNone/>
                </a:pPr>
                <a:r>
                  <a:rPr lang="en-GB" dirty="0"/>
                  <a:t>Experimentation</a:t>
                </a:r>
              </a:p>
              <a:p>
                <a:r>
                  <a:rPr lang="en-GB" dirty="0"/>
                  <a:t>How does changing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𝜎</m:t>
                        </m:r>
                      </m:e>
                      <m:sup>
                        <m:r>
                          <a:rPr lang="en-GB" i="1">
                            <a:latin typeface="Cambria Math" panose="02040503050406030204" pitchFamily="18" charset="0"/>
                          </a:rPr>
                          <m:t>2</m:t>
                        </m:r>
                      </m:sup>
                    </m:sSup>
                  </m:oMath>
                </a14:m>
                <a:r>
                  <a:rPr lang="en-GB" dirty="0"/>
                  <a:t> in the input of the regression changes the model selection?</a:t>
                </a:r>
              </a:p>
              <a:p>
                <a:pPr lvl="1"/>
                <a:r>
                  <a:rPr lang="en-GB" dirty="0"/>
                  <a:t>How does that correspond to the intuition of Occam Razor?</a:t>
                </a:r>
              </a:p>
              <a:p>
                <a:r>
                  <a:rPr lang="en-GB" dirty="0"/>
                  <a:t>How can one further optimise the prior variance (a hyperparameter)?</a:t>
                </a:r>
              </a:p>
              <a:p>
                <a:endParaRPr lang="en-GB" dirty="0"/>
              </a:p>
            </p:txBody>
          </p:sp>
        </mc:Choice>
        <mc:Fallback xmlns="">
          <p:sp>
            <p:nvSpPr>
              <p:cNvPr id="3" name="Content Placeholder 2">
                <a:extLst>
                  <a:ext uri="{FF2B5EF4-FFF2-40B4-BE49-F238E27FC236}">
                    <a16:creationId xmlns:a16="http://schemas.microsoft.com/office/drawing/2014/main" id="{9985B750-60B4-3B85-5A79-16B2BD405307}"/>
                  </a:ext>
                </a:extLst>
              </p:cNvPr>
              <p:cNvSpPr>
                <a:spLocks noGrp="1" noRot="1" noChangeAspect="1" noMove="1" noResize="1" noEditPoints="1" noAdjustHandles="1" noChangeArrowheads="1" noChangeShapeType="1" noTextEdit="1"/>
              </p:cNvSpPr>
              <p:nvPr>
                <p:ph idx="1"/>
              </p:nvPr>
            </p:nvSpPr>
            <p:spPr>
              <a:xfrm>
                <a:off x="147484" y="738262"/>
                <a:ext cx="8884428" cy="4209604"/>
              </a:xfrm>
              <a:blipFill>
                <a:blip r:embed="rId3"/>
                <a:stretch>
                  <a:fillRect l="-1569" t="-1807" b="-1205"/>
                </a:stretch>
              </a:blipFill>
            </p:spPr>
            <p:txBody>
              <a:bodyPr/>
              <a:lstStyle/>
              <a:p>
                <a:r>
                  <a:rPr lang="en-GB">
                    <a:noFill/>
                  </a:rPr>
                  <a:t> </a:t>
                </a:r>
              </a:p>
            </p:txBody>
          </p:sp>
        </mc:Fallback>
      </mc:AlternateContent>
    </p:spTree>
    <p:extLst>
      <p:ext uri="{BB962C8B-B14F-4D97-AF65-F5344CB8AC3E}">
        <p14:creationId xmlns:p14="http://schemas.microsoft.com/office/powerpoint/2010/main" val="3662276746"/>
      </p:ext>
    </p:extLst>
  </p:cSld>
  <p:clrMapOvr>
    <a:masterClrMapping/>
  </p:clrMapOvr>
</p:sld>
</file>

<file path=ppt/theme/theme1.xml><?xml version="1.0" encoding="utf-8"?>
<a:theme xmlns:a="http://schemas.openxmlformats.org/drawingml/2006/main" name="Blue Accent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York MBS 20231018" id="{BB1024F5-B744-5E4D-9DD6-B679BDBFF58A}" vid="{183C2158-4DCA-F34F-8E4B-4B99B4BB6457}"/>
    </a:ext>
  </a:extLst>
</a:theme>
</file>

<file path=ppt/theme/theme2.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8B5B573289954487F472CCC207ABC4" ma:contentTypeVersion="14" ma:contentTypeDescription="Create a new document." ma:contentTypeScope="" ma:versionID="97b5709948b9f3bd365a3de2caa3ba90">
  <xsd:schema xmlns:xsd="http://www.w3.org/2001/XMLSchema" xmlns:xs="http://www.w3.org/2001/XMLSchema" xmlns:p="http://schemas.microsoft.com/office/2006/metadata/properties" xmlns:ns3="a4e4a713-6e1c-49d4-b494-2e39e5660da9" xmlns:ns4="67a6b13d-1311-4cbe-a34a-5b375d84b0b7" targetNamespace="http://schemas.microsoft.com/office/2006/metadata/properties" ma:root="true" ma:fieldsID="dca70e5b33f287abad048f4c633da456" ns3:_="" ns4:_="">
    <xsd:import namespace="a4e4a713-6e1c-49d4-b494-2e39e5660da9"/>
    <xsd:import namespace="67a6b13d-1311-4cbe-a34a-5b375d84b0b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e4a713-6e1c-49d4-b494-2e39e5660d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a6b13d-1311-4cbe-a34a-5b375d84b0b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3CDAD3-D62B-47F4-93C5-B44F6432137D}">
  <ds:schemaRefs>
    <ds:schemaRef ds:uri="67a6b13d-1311-4cbe-a34a-5b375d84b0b7"/>
    <ds:schemaRef ds:uri="a4e4a713-6e1c-49d4-b494-2e39e5660d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66BCB72-BF96-4977-AA91-918CEC51A3A1}">
  <ds:schemaRefs>
    <ds:schemaRef ds:uri="http://schemas.microsoft.com/sharepoint/v3/contenttype/forms"/>
  </ds:schemaRefs>
</ds:datastoreItem>
</file>

<file path=customXml/itemProps3.xml><?xml version="1.0" encoding="utf-8"?>
<ds:datastoreItem xmlns:ds="http://schemas.openxmlformats.org/officeDocument/2006/customXml" ds:itemID="{463D1267-BBD1-48D5-BE55-5ADBC7650A5A}">
  <ds:schemaRefs>
    <ds:schemaRef ds:uri="http://purl.org/dc/elements/1.1/"/>
    <ds:schemaRef ds:uri="http://schemas.microsoft.com/office/infopath/2007/PartnerControls"/>
    <ds:schemaRef ds:uri="http://purl.org/dc/dcmitype/"/>
    <ds:schemaRef ds:uri="http://purl.org/dc/terms/"/>
    <ds:schemaRef ds:uri="http://schemas.microsoft.com/office/2006/documentManagement/types"/>
    <ds:schemaRef ds:uri="a4e4a713-6e1c-49d4-b494-2e39e5660da9"/>
    <ds:schemaRef ds:uri="http://www.w3.org/XML/1998/namespace"/>
    <ds:schemaRef ds:uri="http://schemas.openxmlformats.org/package/2006/metadata/core-properties"/>
    <ds:schemaRef ds:uri="67a6b13d-1311-4cbe-a34a-5b375d84b0b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Blue Accent Theme</Template>
  <TotalTime>2522</TotalTime>
  <Words>4017</Words>
  <Application>Microsoft Macintosh PowerPoint</Application>
  <PresentationFormat>On-screen Show (16:9)</PresentationFormat>
  <Paragraphs>488</Paragraphs>
  <Slides>28</Slides>
  <Notes>24</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Nanum Brush Script</vt:lpstr>
      <vt:lpstr>Arial</vt:lpstr>
      <vt:lpstr>Cambria Math</vt:lpstr>
      <vt:lpstr>Helvetica Neue</vt:lpstr>
      <vt:lpstr>Blue Accent Theme</vt:lpstr>
      <vt:lpstr>Bayesian Model Selection: Testing and selecting model in a systematic way</vt:lpstr>
      <vt:lpstr>Occam Razor / Principle of parsimony</vt:lpstr>
      <vt:lpstr>Bayes’ Theorem</vt:lpstr>
      <vt:lpstr>Why is max. evidence = Occam Razor? An example with linear regression</vt:lpstr>
      <vt:lpstr>Why is max. evidence = Occam Razor?  An example with linear regression</vt:lpstr>
      <vt:lpstr>Why is max. evidence = Occam Razor?  An example with linear regression</vt:lpstr>
      <vt:lpstr>Most parsimonious model </vt:lpstr>
      <vt:lpstr>Computing Evidence – Gaussian case</vt:lpstr>
      <vt:lpstr>Approximating Evidence – Laplace Method</vt:lpstr>
      <vt:lpstr>Scaling of Likelihood and Occam Factor and BIC</vt:lpstr>
      <vt:lpstr>Scaling of Likelihood and Occam Factor</vt:lpstr>
      <vt:lpstr>Side note:  How does Bayesian Information Criterion (BIC) come about?</vt:lpstr>
      <vt:lpstr>Side note: How does BIC come about?</vt:lpstr>
      <vt:lpstr>Model Sparsification </vt:lpstr>
      <vt:lpstr>The Role of Prior in Regression</vt:lpstr>
      <vt:lpstr>Types of prior</vt:lpstr>
      <vt:lpstr>Prior as sparsifier</vt:lpstr>
      <vt:lpstr>Prior as sparsifier</vt:lpstr>
      <vt:lpstr>Prior as sparsifier – Hierarchical Prior</vt:lpstr>
      <vt:lpstr>Prior as sparsifier – Hierarchical Prior</vt:lpstr>
      <vt:lpstr>Prior as sparsifier – Hierarchical Prior</vt:lpstr>
      <vt:lpstr>Prior as sparsifier – Hierarchical Prior</vt:lpstr>
      <vt:lpstr>Prior as sparsifier – Hierarchical Prior</vt:lpstr>
      <vt:lpstr>Prior as sparsifier – Hierarchical Prior</vt:lpstr>
      <vt:lpstr>Prior as sparsifier – Hierarchical Prior</vt:lpstr>
      <vt:lpstr>The SparseBayes/ARD Algorithm</vt:lpstr>
      <vt:lpstr>Final remark on sparsifying priors VS Bayesian evidence</vt:lpstr>
      <vt:lpstr>Tutorial: 1D Polynomial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Fung, Lloyd</dc:creator>
  <cp:lastModifiedBy>Fung, Lloyd</cp:lastModifiedBy>
  <cp:revision>1</cp:revision>
  <dcterms:created xsi:type="dcterms:W3CDTF">2025-11-04T12:18:48Z</dcterms:created>
  <dcterms:modified xsi:type="dcterms:W3CDTF">2026-01-15T14:33:20Z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0x0101008D8B5B573289954487F472CCC207ABC4</vt:lpwstr>
  </property>
</Properties>
</file>